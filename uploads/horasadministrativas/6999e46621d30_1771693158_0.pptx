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80" r:id="rId4"/>
    <p:sldId id="281" r:id="rId5"/>
    <p:sldId id="282" r:id="rId6"/>
    <p:sldId id="279" r:id="rId7"/>
    <p:sldId id="283" r:id="rId8"/>
    <p:sldId id="259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DY TOLEDO ROJAS" userId="c10416f8c6a8dd15" providerId="LiveId" clId="{D279B36E-D333-4734-B6AF-B9B5DCC9B472}"/>
    <pc:docChg chg="custSel modSld">
      <pc:chgData name="LEIDY TOLEDO ROJAS" userId="c10416f8c6a8dd15" providerId="LiveId" clId="{D279B36E-D333-4734-B6AF-B9B5DCC9B472}" dt="2025-07-21T16:49:54.479" v="111" actId="20577"/>
      <pc:docMkLst>
        <pc:docMk/>
      </pc:docMkLst>
      <pc:sldChg chg="modSp mod">
        <pc:chgData name="LEIDY TOLEDO ROJAS" userId="c10416f8c6a8dd15" providerId="LiveId" clId="{D279B36E-D333-4734-B6AF-B9B5DCC9B472}" dt="2025-07-21T16:49:54.479" v="111" actId="20577"/>
        <pc:sldMkLst>
          <pc:docMk/>
          <pc:sldMk cId="2910541876" sldId="257"/>
        </pc:sldMkLst>
        <pc:spChg chg="mod">
          <ac:chgData name="LEIDY TOLEDO ROJAS" userId="c10416f8c6a8dd15" providerId="LiveId" clId="{D279B36E-D333-4734-B6AF-B9B5DCC9B472}" dt="2025-07-21T16:49:54.479" v="111" actId="20577"/>
          <ac:spMkLst>
            <pc:docMk/>
            <pc:sldMk cId="2910541876" sldId="257"/>
            <ac:spMk id="4" creationId="{6F9A585D-22F9-486E-B11F-3C09BAC3809E}"/>
          </ac:spMkLst>
        </pc:spChg>
        <pc:spChg chg="mod">
          <ac:chgData name="LEIDY TOLEDO ROJAS" userId="c10416f8c6a8dd15" providerId="LiveId" clId="{D279B36E-D333-4734-B6AF-B9B5DCC9B472}" dt="2025-07-21T14:50:23.572" v="40" actId="1076"/>
          <ac:spMkLst>
            <pc:docMk/>
            <pc:sldMk cId="2910541876" sldId="257"/>
            <ac:spMk id="5" creationId="{6D98BE08-3706-4664-BAE9-9F03C7087320}"/>
          </ac:spMkLst>
        </pc:spChg>
      </pc:sldChg>
      <pc:sldChg chg="modSp mod">
        <pc:chgData name="LEIDY TOLEDO ROJAS" userId="c10416f8c6a8dd15" providerId="LiveId" clId="{D279B36E-D333-4734-B6AF-B9B5DCC9B472}" dt="2025-07-17T17:08:21.747" v="6" actId="5793"/>
        <pc:sldMkLst>
          <pc:docMk/>
          <pc:sldMk cId="3916755840" sldId="279"/>
        </pc:sldMkLst>
        <pc:spChg chg="mod">
          <ac:chgData name="LEIDY TOLEDO ROJAS" userId="c10416f8c6a8dd15" providerId="LiveId" clId="{D279B36E-D333-4734-B6AF-B9B5DCC9B472}" dt="2025-07-17T17:08:21.747" v="6" actId="5793"/>
          <ac:spMkLst>
            <pc:docMk/>
            <pc:sldMk cId="3916755840" sldId="279"/>
            <ac:spMk id="5" creationId="{505B9A0C-D15E-4CCA-A966-BD1ED7CC5498}"/>
          </ac:spMkLst>
        </pc:spChg>
      </pc:sldChg>
    </pc:docChg>
  </pc:docChgLst>
  <pc:docChgLst>
    <pc:chgData name="LEIDY TOLEDO ROJAS" userId="c10416f8c6a8dd15" providerId="LiveId" clId="{923F3D78-07D2-4BE3-8E79-69B3BDCEBFFA}"/>
    <pc:docChg chg="undo custSel addSld delSld modSld">
      <pc:chgData name="LEIDY TOLEDO ROJAS" userId="c10416f8c6a8dd15" providerId="LiveId" clId="{923F3D78-07D2-4BE3-8E79-69B3BDCEBFFA}" dt="2026-02-03T20:23:51.266" v="1303" actId="20577"/>
      <pc:docMkLst>
        <pc:docMk/>
      </pc:docMkLst>
      <pc:sldChg chg="addSp delSp modSp mod">
        <pc:chgData name="LEIDY TOLEDO ROJAS" userId="c10416f8c6a8dd15" providerId="LiveId" clId="{923F3D78-07D2-4BE3-8E79-69B3BDCEBFFA}" dt="2026-02-03T14:59:18.014" v="257" actId="478"/>
        <pc:sldMkLst>
          <pc:docMk/>
          <pc:sldMk cId="1795083382" sldId="256"/>
        </pc:sldMkLst>
        <pc:spChg chg="mod">
          <ac:chgData name="LEIDY TOLEDO ROJAS" userId="c10416f8c6a8dd15" providerId="LiveId" clId="{923F3D78-07D2-4BE3-8E79-69B3BDCEBFFA}" dt="2026-02-03T14:59:05.889" v="254" actId="1076"/>
          <ac:spMkLst>
            <pc:docMk/>
            <pc:sldMk cId="1795083382" sldId="256"/>
            <ac:spMk id="2" creationId="{23B69533-1871-4A5A-9BE1-C29688C859B4}"/>
          </ac:spMkLst>
        </pc:spChg>
        <pc:spChg chg="del mod">
          <ac:chgData name="LEIDY TOLEDO ROJAS" userId="c10416f8c6a8dd15" providerId="LiveId" clId="{923F3D78-07D2-4BE3-8E79-69B3BDCEBFFA}" dt="2026-02-03T14:59:14.547" v="256" actId="478"/>
          <ac:spMkLst>
            <pc:docMk/>
            <pc:sldMk cId="1795083382" sldId="256"/>
            <ac:spMk id="3" creationId="{BCD6ED36-3E6F-4691-BDA3-31B08010DD6D}"/>
          </ac:spMkLst>
        </pc:spChg>
        <pc:spChg chg="add del mod">
          <ac:chgData name="LEIDY TOLEDO ROJAS" userId="c10416f8c6a8dd15" providerId="LiveId" clId="{923F3D78-07D2-4BE3-8E79-69B3BDCEBFFA}" dt="2026-02-03T14:59:18.014" v="257" actId="478"/>
          <ac:spMkLst>
            <pc:docMk/>
            <pc:sldMk cId="1795083382" sldId="256"/>
            <ac:spMk id="5" creationId="{1B92F21D-B500-4DB3-BE5B-303EBE3FE44B}"/>
          </ac:spMkLst>
        </pc:spChg>
      </pc:sldChg>
      <pc:sldChg chg="del">
        <pc:chgData name="LEIDY TOLEDO ROJAS" userId="c10416f8c6a8dd15" providerId="LiveId" clId="{923F3D78-07D2-4BE3-8E79-69B3BDCEBFFA}" dt="2026-02-03T14:57:01.323" v="1" actId="47"/>
        <pc:sldMkLst>
          <pc:docMk/>
          <pc:sldMk cId="2910541876" sldId="257"/>
        </pc:sldMkLst>
      </pc:sldChg>
      <pc:sldChg chg="del">
        <pc:chgData name="LEIDY TOLEDO ROJAS" userId="c10416f8c6a8dd15" providerId="LiveId" clId="{923F3D78-07D2-4BE3-8E79-69B3BDCEBFFA}" dt="2026-02-03T14:57:01.917" v="2" actId="47"/>
        <pc:sldMkLst>
          <pc:docMk/>
          <pc:sldMk cId="571115019" sldId="258"/>
        </pc:sldMkLst>
      </pc:sldChg>
      <pc:sldChg chg="del">
        <pc:chgData name="LEIDY TOLEDO ROJAS" userId="c10416f8c6a8dd15" providerId="LiveId" clId="{923F3D78-07D2-4BE3-8E79-69B3BDCEBFFA}" dt="2026-02-03T14:57:02.289" v="3" actId="47"/>
        <pc:sldMkLst>
          <pc:docMk/>
          <pc:sldMk cId="2165545840" sldId="263"/>
        </pc:sldMkLst>
      </pc:sldChg>
      <pc:sldChg chg="del">
        <pc:chgData name="LEIDY TOLEDO ROJAS" userId="c10416f8c6a8dd15" providerId="LiveId" clId="{923F3D78-07D2-4BE3-8E79-69B3BDCEBFFA}" dt="2026-02-03T14:57:03.019" v="5" actId="47"/>
        <pc:sldMkLst>
          <pc:docMk/>
          <pc:sldMk cId="68962765" sldId="270"/>
        </pc:sldMkLst>
      </pc:sldChg>
      <pc:sldChg chg="del">
        <pc:chgData name="LEIDY TOLEDO ROJAS" userId="c10416f8c6a8dd15" providerId="LiveId" clId="{923F3D78-07D2-4BE3-8E79-69B3BDCEBFFA}" dt="2026-02-03T14:57:02.582" v="4" actId="47"/>
        <pc:sldMkLst>
          <pc:docMk/>
          <pc:sldMk cId="1601775762" sldId="276"/>
        </pc:sldMkLst>
      </pc:sldChg>
      <pc:sldChg chg="del">
        <pc:chgData name="LEIDY TOLEDO ROJAS" userId="c10416f8c6a8dd15" providerId="LiveId" clId="{923F3D78-07D2-4BE3-8E79-69B3BDCEBFFA}" dt="2026-02-03T14:57:04.758" v="8" actId="47"/>
        <pc:sldMkLst>
          <pc:docMk/>
          <pc:sldMk cId="3677687178" sldId="277"/>
        </pc:sldMkLst>
      </pc:sldChg>
      <pc:sldChg chg="modSp add del mod">
        <pc:chgData name="LEIDY TOLEDO ROJAS" userId="c10416f8c6a8dd15" providerId="LiveId" clId="{923F3D78-07D2-4BE3-8E79-69B3BDCEBFFA}" dt="2026-02-03T17:02:34.440" v="1100" actId="1076"/>
        <pc:sldMkLst>
          <pc:docMk/>
          <pc:sldMk cId="387377940" sldId="278"/>
        </pc:sldMkLst>
        <pc:spChg chg="mod">
          <ac:chgData name="LEIDY TOLEDO ROJAS" userId="c10416f8c6a8dd15" providerId="LiveId" clId="{923F3D78-07D2-4BE3-8E79-69B3BDCEBFFA}" dt="2026-02-03T14:57:10.015" v="13" actId="20577"/>
          <ac:spMkLst>
            <pc:docMk/>
            <pc:sldMk cId="387377940" sldId="278"/>
            <ac:spMk id="2" creationId="{99CEF514-0E5E-C634-AF4D-98CFBA2EA734}"/>
          </ac:spMkLst>
        </pc:spChg>
        <pc:spChg chg="mod">
          <ac:chgData name="LEIDY TOLEDO ROJAS" userId="c10416f8c6a8dd15" providerId="LiveId" clId="{923F3D78-07D2-4BE3-8E79-69B3BDCEBFFA}" dt="2026-02-03T15:57:43.343" v="916" actId="403"/>
          <ac:spMkLst>
            <pc:docMk/>
            <pc:sldMk cId="387377940" sldId="278"/>
            <ac:spMk id="3" creationId="{1D2AB8A7-E16D-460F-BDC3-CDD353749735}"/>
          </ac:spMkLst>
        </pc:spChg>
        <pc:spChg chg="mod">
          <ac:chgData name="LEIDY TOLEDO ROJAS" userId="c10416f8c6a8dd15" providerId="LiveId" clId="{923F3D78-07D2-4BE3-8E79-69B3BDCEBFFA}" dt="2026-02-03T17:02:34.440" v="1100" actId="1076"/>
          <ac:spMkLst>
            <pc:docMk/>
            <pc:sldMk cId="387377940" sldId="278"/>
            <ac:spMk id="4" creationId="{75244C12-0035-4A57-BAC0-F32F9CA8CEC1}"/>
          </ac:spMkLst>
        </pc:spChg>
      </pc:sldChg>
      <pc:sldChg chg="modSp add mod">
        <pc:chgData name="LEIDY TOLEDO ROJAS" userId="c10416f8c6a8dd15" providerId="LiveId" clId="{923F3D78-07D2-4BE3-8E79-69B3BDCEBFFA}" dt="2026-02-03T16:46:32.433" v="1083" actId="20577"/>
        <pc:sldMkLst>
          <pc:docMk/>
          <pc:sldMk cId="1791747469" sldId="279"/>
        </pc:sldMkLst>
        <pc:spChg chg="mod">
          <ac:chgData name="LEIDY TOLEDO ROJAS" userId="c10416f8c6a8dd15" providerId="LiveId" clId="{923F3D78-07D2-4BE3-8E79-69B3BDCEBFFA}" dt="2026-02-03T15:58:04.190" v="923" actId="1076"/>
          <ac:spMkLst>
            <pc:docMk/>
            <pc:sldMk cId="1791747469" sldId="279"/>
            <ac:spMk id="3" creationId="{1D2AB8A7-E16D-460F-BDC3-CDD353749735}"/>
          </ac:spMkLst>
        </pc:spChg>
        <pc:spChg chg="mod">
          <ac:chgData name="LEIDY TOLEDO ROJAS" userId="c10416f8c6a8dd15" providerId="LiveId" clId="{923F3D78-07D2-4BE3-8E79-69B3BDCEBFFA}" dt="2026-02-03T16:46:32.433" v="1083" actId="20577"/>
          <ac:spMkLst>
            <pc:docMk/>
            <pc:sldMk cId="1791747469" sldId="279"/>
            <ac:spMk id="4" creationId="{75244C12-0035-4A57-BAC0-F32F9CA8CEC1}"/>
          </ac:spMkLst>
        </pc:spChg>
      </pc:sldChg>
      <pc:sldChg chg="del">
        <pc:chgData name="LEIDY TOLEDO ROJAS" userId="c10416f8c6a8dd15" providerId="LiveId" clId="{923F3D78-07D2-4BE3-8E79-69B3BDCEBFFA}" dt="2026-02-03T15:00:11.409" v="338" actId="47"/>
        <pc:sldMkLst>
          <pc:docMk/>
          <pc:sldMk cId="425848227" sldId="280"/>
        </pc:sldMkLst>
      </pc:sldChg>
      <pc:sldChg chg="addSp delSp modSp add mod">
        <pc:chgData name="LEIDY TOLEDO ROJAS" userId="c10416f8c6a8dd15" providerId="LiveId" clId="{923F3D78-07D2-4BE3-8E79-69B3BDCEBFFA}" dt="2026-02-03T16:01:16.867" v="1043" actId="20577"/>
        <pc:sldMkLst>
          <pc:docMk/>
          <pc:sldMk cId="1518204685" sldId="280"/>
        </pc:sldMkLst>
        <pc:spChg chg="mod">
          <ac:chgData name="LEIDY TOLEDO ROJAS" userId="c10416f8c6a8dd15" providerId="LiveId" clId="{923F3D78-07D2-4BE3-8E79-69B3BDCEBFFA}" dt="2026-02-03T15:49:30.350" v="772" actId="403"/>
          <ac:spMkLst>
            <pc:docMk/>
            <pc:sldMk cId="1518204685" sldId="280"/>
            <ac:spMk id="2" creationId="{99CEF514-0E5E-C634-AF4D-98CFBA2EA734}"/>
          </ac:spMkLst>
        </pc:spChg>
        <pc:spChg chg="del">
          <ac:chgData name="LEIDY TOLEDO ROJAS" userId="c10416f8c6a8dd15" providerId="LiveId" clId="{923F3D78-07D2-4BE3-8E79-69B3BDCEBFFA}" dt="2026-02-03T15:48:51.104" v="721" actId="478"/>
          <ac:spMkLst>
            <pc:docMk/>
            <pc:sldMk cId="1518204685" sldId="280"/>
            <ac:spMk id="3" creationId="{1D2AB8A7-E16D-460F-BDC3-CDD353749735}"/>
          </ac:spMkLst>
        </pc:spChg>
        <pc:spChg chg="del mod">
          <ac:chgData name="LEIDY TOLEDO ROJAS" userId="c10416f8c6a8dd15" providerId="LiveId" clId="{923F3D78-07D2-4BE3-8E79-69B3BDCEBFFA}" dt="2026-02-03T15:48:48.364" v="720" actId="478"/>
          <ac:spMkLst>
            <pc:docMk/>
            <pc:sldMk cId="1518204685" sldId="280"/>
            <ac:spMk id="4" creationId="{75244C12-0035-4A57-BAC0-F32F9CA8CEC1}"/>
          </ac:spMkLst>
        </pc:spChg>
        <pc:spChg chg="add del mod">
          <ac:chgData name="LEIDY TOLEDO ROJAS" userId="c10416f8c6a8dd15" providerId="LiveId" clId="{923F3D78-07D2-4BE3-8E79-69B3BDCEBFFA}" dt="2026-02-03T15:48:48.364" v="720" actId="478"/>
          <ac:spMkLst>
            <pc:docMk/>
            <pc:sldMk cId="1518204685" sldId="280"/>
            <ac:spMk id="5" creationId="{7E207FD0-8A6A-4797-8346-3FB580857986}"/>
          </ac:spMkLst>
        </pc:spChg>
        <pc:spChg chg="add mod">
          <ac:chgData name="LEIDY TOLEDO ROJAS" userId="c10416f8c6a8dd15" providerId="LiveId" clId="{923F3D78-07D2-4BE3-8E79-69B3BDCEBFFA}" dt="2026-02-03T16:01:16.867" v="1043" actId="20577"/>
          <ac:spMkLst>
            <pc:docMk/>
            <pc:sldMk cId="1518204685" sldId="280"/>
            <ac:spMk id="6" creationId="{808C1D04-6926-4012-8D7A-4F71A13347EA}"/>
          </ac:spMkLst>
        </pc:spChg>
        <pc:spChg chg="add mod">
          <ac:chgData name="LEIDY TOLEDO ROJAS" userId="c10416f8c6a8dd15" providerId="LiveId" clId="{923F3D78-07D2-4BE3-8E79-69B3BDCEBFFA}" dt="2026-02-03T16:00:51.331" v="1029" actId="20577"/>
          <ac:spMkLst>
            <pc:docMk/>
            <pc:sldMk cId="1518204685" sldId="280"/>
            <ac:spMk id="7" creationId="{93839FA0-9D9F-4FD8-BD28-FEA3CE458130}"/>
          </ac:spMkLst>
        </pc:spChg>
      </pc:sldChg>
      <pc:sldChg chg="addSp delSp modSp add mod">
        <pc:chgData name="LEIDY TOLEDO ROJAS" userId="c10416f8c6a8dd15" providerId="LiveId" clId="{923F3D78-07D2-4BE3-8E79-69B3BDCEBFFA}" dt="2026-02-03T16:45:51.605" v="1073" actId="1076"/>
        <pc:sldMkLst>
          <pc:docMk/>
          <pc:sldMk cId="1476610011" sldId="281"/>
        </pc:sldMkLst>
        <pc:spChg chg="del">
          <ac:chgData name="LEIDY TOLEDO ROJAS" userId="c10416f8c6a8dd15" providerId="LiveId" clId="{923F3D78-07D2-4BE3-8E79-69B3BDCEBFFA}" dt="2026-02-03T16:15:05.924" v="1047" actId="478"/>
          <ac:spMkLst>
            <pc:docMk/>
            <pc:sldMk cId="1476610011" sldId="281"/>
            <ac:spMk id="2" creationId="{99CEF514-0E5E-C634-AF4D-98CFBA2EA734}"/>
          </ac:spMkLst>
        </pc:spChg>
        <pc:spChg chg="add del mod">
          <ac:chgData name="LEIDY TOLEDO ROJAS" userId="c10416f8c6a8dd15" providerId="LiveId" clId="{923F3D78-07D2-4BE3-8E79-69B3BDCEBFFA}" dt="2026-02-03T16:15:07.994" v="1048" actId="478"/>
          <ac:spMkLst>
            <pc:docMk/>
            <pc:sldMk cId="1476610011" sldId="281"/>
            <ac:spMk id="4" creationId="{2BBAB077-AA62-4D65-B484-4FA87A33A7B3}"/>
          </ac:spMkLst>
        </pc:spChg>
        <pc:spChg chg="del">
          <ac:chgData name="LEIDY TOLEDO ROJAS" userId="c10416f8c6a8dd15" providerId="LiveId" clId="{923F3D78-07D2-4BE3-8E79-69B3BDCEBFFA}" dt="2026-02-03T16:15:02.324" v="1045" actId="478"/>
          <ac:spMkLst>
            <pc:docMk/>
            <pc:sldMk cId="1476610011" sldId="281"/>
            <ac:spMk id="6" creationId="{808C1D04-6926-4012-8D7A-4F71A13347EA}"/>
          </ac:spMkLst>
        </pc:spChg>
        <pc:spChg chg="del">
          <ac:chgData name="LEIDY TOLEDO ROJAS" userId="c10416f8c6a8dd15" providerId="LiveId" clId="{923F3D78-07D2-4BE3-8E79-69B3BDCEBFFA}" dt="2026-02-03T16:15:04.124" v="1046" actId="478"/>
          <ac:spMkLst>
            <pc:docMk/>
            <pc:sldMk cId="1476610011" sldId="281"/>
            <ac:spMk id="7" creationId="{93839FA0-9D9F-4FD8-BD28-FEA3CE458130}"/>
          </ac:spMkLst>
        </pc:spChg>
        <pc:picChg chg="add del mod modCrop">
          <ac:chgData name="LEIDY TOLEDO ROJAS" userId="c10416f8c6a8dd15" providerId="LiveId" clId="{923F3D78-07D2-4BE3-8E79-69B3BDCEBFFA}" dt="2026-02-03T16:15:15.320" v="1052" actId="478"/>
          <ac:picMkLst>
            <pc:docMk/>
            <pc:sldMk cId="1476610011" sldId="281"/>
            <ac:picMk id="8" creationId="{8F0A95FE-5B28-4E7C-B4D7-923DF4B6829F}"/>
          </ac:picMkLst>
        </pc:picChg>
        <pc:picChg chg="add del mod">
          <ac:chgData name="LEIDY TOLEDO ROJAS" userId="c10416f8c6a8dd15" providerId="LiveId" clId="{923F3D78-07D2-4BE3-8E79-69B3BDCEBFFA}" dt="2026-02-03T16:45:49.506" v="1071" actId="478"/>
          <ac:picMkLst>
            <pc:docMk/>
            <pc:sldMk cId="1476610011" sldId="281"/>
            <ac:picMk id="10" creationId="{D4D40C3B-B412-400B-872D-57267616DD20}"/>
          </ac:picMkLst>
        </pc:picChg>
        <pc:picChg chg="add mod">
          <ac:chgData name="LEIDY TOLEDO ROJAS" userId="c10416f8c6a8dd15" providerId="LiveId" clId="{923F3D78-07D2-4BE3-8E79-69B3BDCEBFFA}" dt="2026-02-03T16:45:51.605" v="1073" actId="1076"/>
          <ac:picMkLst>
            <pc:docMk/>
            <pc:sldMk cId="1476610011" sldId="281"/>
            <ac:picMk id="12" creationId="{0F29BE3F-072B-4C22-82D0-ED5CE45408DE}"/>
          </ac:picMkLst>
        </pc:picChg>
      </pc:sldChg>
      <pc:sldChg chg="del">
        <pc:chgData name="LEIDY TOLEDO ROJAS" userId="c10416f8c6a8dd15" providerId="LiveId" clId="{923F3D78-07D2-4BE3-8E79-69B3BDCEBFFA}" dt="2026-02-03T14:57:06.691" v="10" actId="47"/>
        <pc:sldMkLst>
          <pc:docMk/>
          <pc:sldMk cId="2350079419" sldId="281"/>
        </pc:sldMkLst>
      </pc:sldChg>
      <pc:sldChg chg="addSp delSp modSp add del mod">
        <pc:chgData name="LEIDY TOLEDO ROJAS" userId="c10416f8c6a8dd15" providerId="LiveId" clId="{923F3D78-07D2-4BE3-8E79-69B3BDCEBFFA}" dt="2026-02-03T16:00:37.467" v="1023" actId="47"/>
        <pc:sldMkLst>
          <pc:docMk/>
          <pc:sldMk cId="3293407246" sldId="281"/>
        </pc:sldMkLst>
        <pc:spChg chg="add mod">
          <ac:chgData name="LEIDY TOLEDO ROJAS" userId="c10416f8c6a8dd15" providerId="LiveId" clId="{923F3D78-07D2-4BE3-8E79-69B3BDCEBFFA}" dt="2026-02-03T15:58:53.272" v="928" actId="255"/>
          <ac:spMkLst>
            <pc:docMk/>
            <pc:sldMk cId="3293407246" sldId="281"/>
            <ac:spMk id="3" creationId="{9F2F1E2C-6A2C-475D-885E-0739816E76B3}"/>
          </ac:spMkLst>
        </pc:spChg>
        <pc:spChg chg="del">
          <ac:chgData name="LEIDY TOLEDO ROJAS" userId="c10416f8c6a8dd15" providerId="LiveId" clId="{923F3D78-07D2-4BE3-8E79-69B3BDCEBFFA}" dt="2026-02-03T15:51:25.229" v="843" actId="478"/>
          <ac:spMkLst>
            <pc:docMk/>
            <pc:sldMk cId="3293407246" sldId="281"/>
            <ac:spMk id="6" creationId="{808C1D04-6926-4012-8D7A-4F71A13347EA}"/>
          </ac:spMkLst>
        </pc:spChg>
      </pc:sldChg>
      <pc:sldChg chg="addSp delSp modSp add mod">
        <pc:chgData name="LEIDY TOLEDO ROJAS" userId="c10416f8c6a8dd15" providerId="LiveId" clId="{923F3D78-07D2-4BE3-8E79-69B3BDCEBFFA}" dt="2026-02-03T16:46:21.302" v="1078" actId="1076"/>
        <pc:sldMkLst>
          <pc:docMk/>
          <pc:sldMk cId="668649675" sldId="282"/>
        </pc:sldMkLst>
        <pc:picChg chg="add mod">
          <ac:chgData name="LEIDY TOLEDO ROJAS" userId="c10416f8c6a8dd15" providerId="LiveId" clId="{923F3D78-07D2-4BE3-8E79-69B3BDCEBFFA}" dt="2026-02-03T16:46:21.302" v="1078" actId="1076"/>
          <ac:picMkLst>
            <pc:docMk/>
            <pc:sldMk cId="668649675" sldId="282"/>
            <ac:picMk id="3" creationId="{30459CB1-4002-4F7E-9499-102C858F1E81}"/>
          </ac:picMkLst>
        </pc:picChg>
        <pc:picChg chg="del">
          <ac:chgData name="LEIDY TOLEDO ROJAS" userId="c10416f8c6a8dd15" providerId="LiveId" clId="{923F3D78-07D2-4BE3-8E79-69B3BDCEBFFA}" dt="2026-02-03T16:45:56.578" v="1075" actId="478"/>
          <ac:picMkLst>
            <pc:docMk/>
            <pc:sldMk cId="668649675" sldId="282"/>
            <ac:picMk id="12" creationId="{0F29BE3F-072B-4C22-82D0-ED5CE45408DE}"/>
          </ac:picMkLst>
        </pc:picChg>
      </pc:sldChg>
      <pc:sldChg chg="del">
        <pc:chgData name="LEIDY TOLEDO ROJAS" userId="c10416f8c6a8dd15" providerId="LiveId" clId="{923F3D78-07D2-4BE3-8E79-69B3BDCEBFFA}" dt="2026-02-03T14:57:05.213" v="9" actId="47"/>
        <pc:sldMkLst>
          <pc:docMk/>
          <pc:sldMk cId="1464064747" sldId="282"/>
        </pc:sldMkLst>
      </pc:sldChg>
      <pc:sldChg chg="del">
        <pc:chgData name="LEIDY TOLEDO ROJAS" userId="c10416f8c6a8dd15" providerId="LiveId" clId="{923F3D78-07D2-4BE3-8E79-69B3BDCEBFFA}" dt="2026-02-03T14:57:04.258" v="7" actId="47"/>
        <pc:sldMkLst>
          <pc:docMk/>
          <pc:sldMk cId="1848933990" sldId="283"/>
        </pc:sldMkLst>
      </pc:sldChg>
      <pc:sldChg chg="modSp add mod">
        <pc:chgData name="LEIDY TOLEDO ROJAS" userId="c10416f8c6a8dd15" providerId="LiveId" clId="{923F3D78-07D2-4BE3-8E79-69B3BDCEBFFA}" dt="2026-02-03T20:23:51.266" v="1303" actId="20577"/>
        <pc:sldMkLst>
          <pc:docMk/>
          <pc:sldMk cId="1933667678" sldId="283"/>
        </pc:sldMkLst>
        <pc:spChg chg="mod">
          <ac:chgData name="LEIDY TOLEDO ROJAS" userId="c10416f8c6a8dd15" providerId="LiveId" clId="{923F3D78-07D2-4BE3-8E79-69B3BDCEBFFA}" dt="2026-02-03T20:23:51.266" v="1303" actId="20577"/>
          <ac:spMkLst>
            <pc:docMk/>
            <pc:sldMk cId="1933667678" sldId="283"/>
            <ac:spMk id="4" creationId="{75244C12-0035-4A57-BAC0-F32F9CA8CEC1}"/>
          </ac:spMkLst>
        </pc:spChg>
      </pc:sldChg>
      <pc:sldChg chg="del">
        <pc:chgData name="LEIDY TOLEDO ROJAS" userId="c10416f8c6a8dd15" providerId="LiveId" clId="{923F3D78-07D2-4BE3-8E79-69B3BDCEBFFA}" dt="2026-02-03T14:57:03.555" v="6" actId="47"/>
        <pc:sldMkLst>
          <pc:docMk/>
          <pc:sldMk cId="1931544958" sldId="284"/>
        </pc:sldMkLst>
      </pc:sldChg>
      <pc:sldChg chg="del">
        <pc:chgData name="LEIDY TOLEDO ROJAS" userId="c10416f8c6a8dd15" providerId="LiveId" clId="{923F3D78-07D2-4BE3-8E79-69B3BDCEBFFA}" dt="2026-02-03T14:56:33.042" v="0" actId="47"/>
        <pc:sldMkLst>
          <pc:docMk/>
          <pc:sldMk cId="3542621043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6718" y="1976442"/>
            <a:ext cx="6655837" cy="1559864"/>
          </a:xfrm>
        </p:spPr>
        <p:txBody>
          <a:bodyPr>
            <a:noAutofit/>
          </a:bodyPr>
          <a:lstStyle/>
          <a:p>
            <a:r>
              <a:rPr lang="es-CO" sz="4400" b="1" dirty="0">
                <a:solidFill>
                  <a:schemeClr val="bg1"/>
                </a:solidFill>
              </a:rPr>
              <a:t>Academia e Investigación: Docencia – Servicio 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C6E11-6D0A-2D9F-7BFA-B235237E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EF514-0E5E-C634-AF4D-98CFBA2E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234" y="309707"/>
            <a:ext cx="9991531" cy="1325563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solidFill>
                  <a:srgbClr val="002060"/>
                </a:solidFill>
              </a:rPr>
              <a:t>Convenios docencia-servicio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2AB8A7-E16D-460F-BDC3-CDD353749735}"/>
              </a:ext>
            </a:extLst>
          </p:cNvPr>
          <p:cNvSpPr txBox="1"/>
          <p:nvPr/>
        </p:nvSpPr>
        <p:spPr>
          <a:xfrm>
            <a:off x="959223" y="1690790"/>
            <a:ext cx="9421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244C12-0035-4A57-BAC0-F32F9CA8CEC1}"/>
              </a:ext>
            </a:extLst>
          </p:cNvPr>
          <p:cNvSpPr txBox="1"/>
          <p:nvPr/>
        </p:nvSpPr>
        <p:spPr>
          <a:xfrm>
            <a:off x="753035" y="1890845"/>
            <a:ext cx="1092797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Universidad de Boyacá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Universidad Pedagógica y Tecnológica de Colombia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Industrial de Santander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EIA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de Pamplona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Santo Tomás</a:t>
            </a:r>
          </a:p>
          <a:p>
            <a:endParaRPr lang="es-MX" sz="16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6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6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Centro Hispanoamericano de Duitama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UTC Barbosa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IDEALTEC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Fundación Universitaria Internacional de la Rioja</a:t>
            </a: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7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C6E11-6D0A-2D9F-7BFA-B235237E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EF514-0E5E-C634-AF4D-98CFBA2E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234" y="309707"/>
            <a:ext cx="9991531" cy="1325563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solidFill>
                  <a:srgbClr val="002060"/>
                </a:solidFill>
              </a:rPr>
              <a:t>Puntos de mejora: comités docencia servicio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08C1D04-6926-4012-8D7A-4F71A1334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77" y="1427304"/>
            <a:ext cx="1136340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lang="es-CO" altLang="es-CO" sz="1400" b="1" dirty="0">
                <a:latin typeface="Arial" panose="020B0604020202020204" pitchFamily="34" charset="0"/>
              </a:rPr>
              <a:t>O</a:t>
            </a:r>
            <a:r>
              <a:rPr kumimoji="0" lang="es-CO" altLang="es-CO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rganización académica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 las revisiones de tema sean previamente consensuadas y organizadas de manera equilibrada, evitando la programación excesiva de presentaciones en un solo día (por ejemplo, </a:t>
            </a:r>
            <a:r>
              <a:rPr lang="es-CO" altLang="es-CO" sz="1400" dirty="0">
                <a:latin typeface="Arial" panose="020B0604020202020204" pitchFamily="34" charset="0"/>
              </a:rPr>
              <a:t>tres </a:t>
            </a: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exposiciones en una misma jornada), con el fin de garantizar su adecuada calidad y aprovechamiento académico.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O" altLang="es-CO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Revista médica interdisciplinaria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propone que el personal médico (hospitalarios) y de enfermería participe de manera activa en la revista médica conjunta con todas las especialidades, especialmente en aquellos servicios que no cuentan con un </a:t>
            </a:r>
            <a:r>
              <a:rPr lang="es-CO" altLang="es-CO" sz="1400" dirty="0">
                <a:latin typeface="Arial" panose="020B0604020202020204" pitchFamily="34" charset="0"/>
              </a:rPr>
              <a:t>médico </a:t>
            </a: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hospitalario de base. **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3839FA0-9D9F-4FD8-BD28-FEA3CE458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77" y="4091868"/>
            <a:ext cx="1111898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lang="es-CO" altLang="es-CO" sz="1400" b="1" dirty="0">
                <a:latin typeface="Arial" panose="020B0604020202020204" pitchFamily="34" charset="0"/>
              </a:rPr>
              <a:t>G</a:t>
            </a:r>
            <a:r>
              <a:rPr kumimoji="0" lang="es-CO" altLang="es-CO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arantía del permiso académico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solicita garantizar el respeto del permiso académico para la visualización y revisión de las temáticas programadas, así como para la participación en talleres educativos y prácticos previamente establecidos, reconociendo estas actividades como parte fundamental del proceso de 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Mejoramiento de las condiciones del comedor y servicio de alimentación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propone avanzar en el mejoramiento de las condiciones del comedor y del servicio de alimentación del personal en formación. </a:t>
            </a: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Este tema ya fue socializado con Nutrición**</a:t>
            </a:r>
          </a:p>
        </p:txBody>
      </p:sp>
    </p:spTree>
    <p:extLst>
      <p:ext uri="{BB962C8B-B14F-4D97-AF65-F5344CB8AC3E}">
        <p14:creationId xmlns:p14="http://schemas.microsoft.com/office/powerpoint/2010/main" val="151820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C6E11-6D0A-2D9F-7BFA-B235237E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0F29BE3F-072B-4C22-82D0-ED5CE4540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67" y="791060"/>
            <a:ext cx="9688277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1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C6E11-6D0A-2D9F-7BFA-B235237E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459CB1-4002-4F7E-9499-102C858F1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12" y="1762994"/>
            <a:ext cx="9669224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4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C6E11-6D0A-2D9F-7BFA-B235237E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EF514-0E5E-C634-AF4D-98CFBA2E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234" y="309707"/>
            <a:ext cx="9991531" cy="1325563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solidFill>
                  <a:srgbClr val="002060"/>
                </a:solidFill>
              </a:rPr>
              <a:t>Convenios docencia-servicio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2AB8A7-E16D-460F-BDC3-CDD353749735}"/>
              </a:ext>
            </a:extLst>
          </p:cNvPr>
          <p:cNvSpPr txBox="1"/>
          <p:nvPr/>
        </p:nvSpPr>
        <p:spPr>
          <a:xfrm>
            <a:off x="959223" y="1635270"/>
            <a:ext cx="9421906" cy="424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244C12-0035-4A57-BAC0-F32F9CA8CEC1}"/>
              </a:ext>
            </a:extLst>
          </p:cNvPr>
          <p:cNvSpPr txBox="1"/>
          <p:nvPr/>
        </p:nvSpPr>
        <p:spPr>
          <a:xfrm>
            <a:off x="959223" y="1635270"/>
            <a:ext cx="109279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META: Certificación escenario de práctica clínica</a:t>
            </a:r>
          </a:p>
          <a:p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Requisitos académicos mínimos del docente asistencial:</a:t>
            </a:r>
          </a:p>
          <a:p>
            <a:endParaRPr lang="es-MX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Título profesional en el área de la salud.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Especialización clínica cuando corresponda al servicio (ej. medicina interna, ginecología, cirugía).</a:t>
            </a:r>
          </a:p>
          <a:p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Maestría en educación, salud pública, epidemiología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Diplomado o curso en </a:t>
            </a:r>
            <a:r>
              <a:rPr lang="es-MX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docencia universitaria</a:t>
            </a:r>
            <a:endParaRPr lang="es-MX" sz="1600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47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C6E11-6D0A-2D9F-7BFA-B235237E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EF514-0E5E-C634-AF4D-98CFBA2E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234" y="309707"/>
            <a:ext cx="9991531" cy="1325563"/>
          </a:xfrm>
        </p:spPr>
        <p:txBody>
          <a:bodyPr>
            <a:normAutofit/>
          </a:bodyPr>
          <a:lstStyle/>
          <a:p>
            <a:pPr algn="ctr"/>
            <a:r>
              <a:rPr lang="es-CO" b="1" dirty="0">
                <a:solidFill>
                  <a:srgbClr val="002060"/>
                </a:solidFill>
              </a:rPr>
              <a:t>Convenios docencia-servicio</a:t>
            </a:r>
            <a:endParaRPr lang="es-CO" dirty="0">
              <a:solidFill>
                <a:srgbClr val="00206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2AB8A7-E16D-460F-BDC3-CDD353749735}"/>
              </a:ext>
            </a:extLst>
          </p:cNvPr>
          <p:cNvSpPr txBox="1"/>
          <p:nvPr/>
        </p:nvSpPr>
        <p:spPr>
          <a:xfrm>
            <a:off x="959223" y="1635270"/>
            <a:ext cx="9421906" cy="424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244C12-0035-4A57-BAC0-F32F9CA8CEC1}"/>
              </a:ext>
            </a:extLst>
          </p:cNvPr>
          <p:cNvSpPr txBox="1"/>
          <p:nvPr/>
        </p:nvSpPr>
        <p:spPr>
          <a:xfrm>
            <a:off x="959223" y="1635270"/>
            <a:ext cx="10927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Usuarios Médicos Internos – excepto EIA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Calificaciones **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Investigación</a:t>
            </a:r>
          </a:p>
          <a:p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667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306</Words>
  <Application>Microsoft Office PowerPoint</Application>
  <PresentationFormat>Panorámica</PresentationFormat>
  <Paragraphs>42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Academia e Investigación: Docencia – Servicio </vt:lpstr>
      <vt:lpstr>Convenios docencia-servicio</vt:lpstr>
      <vt:lpstr>Puntos de mejora: comités docencia servicio</vt:lpstr>
      <vt:lpstr>Presentación de PowerPoint</vt:lpstr>
      <vt:lpstr>Presentación de PowerPoint</vt:lpstr>
      <vt:lpstr>Convenios docencia-servicio</vt:lpstr>
      <vt:lpstr>Convenios docencia-servicio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LEIDY TOLEDO ROJAS</cp:lastModifiedBy>
  <cp:revision>34</cp:revision>
  <dcterms:created xsi:type="dcterms:W3CDTF">2024-08-26T14:52:25Z</dcterms:created>
  <dcterms:modified xsi:type="dcterms:W3CDTF">2026-02-03T20:23:53Z</dcterms:modified>
</cp:coreProperties>
</file>