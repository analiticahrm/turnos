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91" r:id="rId4"/>
    <p:sldId id="293" r:id="rId5"/>
    <p:sldId id="301" r:id="rId6"/>
    <p:sldId id="372" r:id="rId7"/>
    <p:sldId id="341" r:id="rId8"/>
    <p:sldId id="382" r:id="rId9"/>
    <p:sldId id="369" r:id="rId10"/>
    <p:sldId id="377" r:id="rId11"/>
    <p:sldId id="378" r:id="rId12"/>
    <p:sldId id="370" r:id="rId13"/>
    <p:sldId id="371" r:id="rId14"/>
    <p:sldId id="383" r:id="rId15"/>
    <p:sldId id="373" r:id="rId16"/>
    <p:sldId id="374" r:id="rId17"/>
    <p:sldId id="384" r:id="rId18"/>
    <p:sldId id="379" r:id="rId19"/>
    <p:sldId id="380" r:id="rId20"/>
    <p:sldId id="385" r:id="rId21"/>
    <p:sldId id="375" r:id="rId22"/>
    <p:sldId id="376" r:id="rId23"/>
    <p:sldId id="381" r:id="rId24"/>
    <p:sldId id="360" r:id="rId25"/>
    <p:sldId id="363" r:id="rId26"/>
    <p:sldId id="259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000" autoAdjust="0"/>
    <p:restoredTop sz="91753" autoAdjust="0"/>
  </p:normalViewPr>
  <p:slideViewPr>
    <p:cSldViewPr snapToGrid="0">
      <p:cViewPr varScale="1">
        <p:scale>
          <a:sx n="78" d="100"/>
          <a:sy n="78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DY TOLEDO ROJAS" userId="c10416f8c6a8dd15" providerId="LiveId" clId="{1B7C85DF-C6DF-4C8A-A7F0-6A26655CD861}"/>
    <pc:docChg chg="undo custSel addSld modSld sldOrd">
      <pc:chgData name="LEIDY TOLEDO ROJAS" userId="c10416f8c6a8dd15" providerId="LiveId" clId="{1B7C85DF-C6DF-4C8A-A7F0-6A26655CD861}" dt="2025-12-03T14:37:38.598" v="1881" actId="14100"/>
      <pc:docMkLst>
        <pc:docMk/>
      </pc:docMkLst>
      <pc:sldChg chg="modSp mod">
        <pc:chgData name="LEIDY TOLEDO ROJAS" userId="c10416f8c6a8dd15" providerId="LiveId" clId="{1B7C85DF-C6DF-4C8A-A7F0-6A26655CD861}" dt="2025-12-02T14:34:56.849" v="1061" actId="20577"/>
        <pc:sldMkLst>
          <pc:docMk/>
          <pc:sldMk cId="571115019" sldId="258"/>
        </pc:sldMkLst>
        <pc:spChg chg="mod">
          <ac:chgData name="LEIDY TOLEDO ROJAS" userId="c10416f8c6a8dd15" providerId="LiveId" clId="{1B7C85DF-C6DF-4C8A-A7F0-6A26655CD861}" dt="2025-12-02T14:34:56.849" v="1061" actId="20577"/>
          <ac:spMkLst>
            <pc:docMk/>
            <pc:sldMk cId="571115019" sldId="258"/>
            <ac:spMk id="3" creationId="{4F7559F5-0BE3-46D7-9CCE-7216A049AD23}"/>
          </ac:spMkLst>
        </pc:spChg>
      </pc:sldChg>
      <pc:sldChg chg="modSp mod">
        <pc:chgData name="LEIDY TOLEDO ROJAS" userId="c10416f8c6a8dd15" providerId="LiveId" clId="{1B7C85DF-C6DF-4C8A-A7F0-6A26655CD861}" dt="2025-12-02T14:36:26.163" v="1094" actId="20577"/>
        <pc:sldMkLst>
          <pc:docMk/>
          <pc:sldMk cId="1986252075" sldId="341"/>
        </pc:sldMkLst>
        <pc:spChg chg="mod">
          <ac:chgData name="LEIDY TOLEDO ROJAS" userId="c10416f8c6a8dd15" providerId="LiveId" clId="{1B7C85DF-C6DF-4C8A-A7F0-6A26655CD861}" dt="2025-12-02T04:28:28.927" v="837" actId="6549"/>
          <ac:spMkLst>
            <pc:docMk/>
            <pc:sldMk cId="1986252075" sldId="341"/>
            <ac:spMk id="6" creationId="{B77C2D3C-3365-487D-9EA7-9C52C559DF98}"/>
          </ac:spMkLst>
        </pc:spChg>
        <pc:spChg chg="mod">
          <ac:chgData name="LEIDY TOLEDO ROJAS" userId="c10416f8c6a8dd15" providerId="LiveId" clId="{1B7C85DF-C6DF-4C8A-A7F0-6A26655CD861}" dt="2025-12-02T14:36:26.163" v="1094" actId="20577"/>
          <ac:spMkLst>
            <pc:docMk/>
            <pc:sldMk cId="1986252075" sldId="341"/>
            <ac:spMk id="7" creationId="{95BA3522-DEC5-4F0E-9C3A-73F43DD5FF21}"/>
          </ac:spMkLst>
        </pc:spChg>
      </pc:sldChg>
      <pc:sldChg chg="modSp mod">
        <pc:chgData name="LEIDY TOLEDO ROJAS" userId="c10416f8c6a8dd15" providerId="LiveId" clId="{1B7C85DF-C6DF-4C8A-A7F0-6A26655CD861}" dt="2025-12-02T02:43:44.479" v="728" actId="207"/>
        <pc:sldMkLst>
          <pc:docMk/>
          <pc:sldMk cId="3550543332" sldId="360"/>
        </pc:sldMkLst>
        <pc:spChg chg="mod">
          <ac:chgData name="LEIDY TOLEDO ROJAS" userId="c10416f8c6a8dd15" providerId="LiveId" clId="{1B7C85DF-C6DF-4C8A-A7F0-6A26655CD861}" dt="2025-12-02T02:43:44.479" v="728" actId="207"/>
          <ac:spMkLst>
            <pc:docMk/>
            <pc:sldMk cId="3550543332" sldId="360"/>
            <ac:spMk id="4" creationId="{37F62C7E-6ACD-406A-A039-C71AEF9CBB8E}"/>
          </ac:spMkLst>
        </pc:spChg>
      </pc:sldChg>
      <pc:sldChg chg="modSp mod">
        <pc:chgData name="LEIDY TOLEDO ROJAS" userId="c10416f8c6a8dd15" providerId="LiveId" clId="{1B7C85DF-C6DF-4C8A-A7F0-6A26655CD861}" dt="2025-12-02T04:25:35.581" v="832" actId="20577"/>
        <pc:sldMkLst>
          <pc:docMk/>
          <pc:sldMk cId="2120285162" sldId="363"/>
        </pc:sldMkLst>
        <pc:spChg chg="mod">
          <ac:chgData name="LEIDY TOLEDO ROJAS" userId="c10416f8c6a8dd15" providerId="LiveId" clId="{1B7C85DF-C6DF-4C8A-A7F0-6A26655CD861}" dt="2025-12-02T04:25:35.581" v="832" actId="20577"/>
          <ac:spMkLst>
            <pc:docMk/>
            <pc:sldMk cId="2120285162" sldId="363"/>
            <ac:spMk id="4" creationId="{37F62C7E-6ACD-406A-A039-C71AEF9CBB8E}"/>
          </ac:spMkLst>
        </pc:spChg>
      </pc:sldChg>
      <pc:sldChg chg="modSp mod modShow">
        <pc:chgData name="LEIDY TOLEDO ROJAS" userId="c10416f8c6a8dd15" providerId="LiveId" clId="{1B7C85DF-C6DF-4C8A-A7F0-6A26655CD861}" dt="2025-12-02T16:49:53.673" v="1810" actId="20577"/>
        <pc:sldMkLst>
          <pc:docMk/>
          <pc:sldMk cId="2771475450" sldId="369"/>
        </pc:sldMkLst>
        <pc:spChg chg="mod">
          <ac:chgData name="LEIDY TOLEDO ROJAS" userId="c10416f8c6a8dd15" providerId="LiveId" clId="{1B7C85DF-C6DF-4C8A-A7F0-6A26655CD861}" dt="2025-12-01T17:04:03.187" v="527" actId="1036"/>
          <ac:spMkLst>
            <pc:docMk/>
            <pc:sldMk cId="2771475450" sldId="369"/>
            <ac:spMk id="2" creationId="{F93DC04A-55AE-4227-9F17-1755F6F4C8B9}"/>
          </ac:spMkLst>
        </pc:spChg>
        <pc:spChg chg="mod">
          <ac:chgData name="LEIDY TOLEDO ROJAS" userId="c10416f8c6a8dd15" providerId="LiveId" clId="{1B7C85DF-C6DF-4C8A-A7F0-6A26655CD861}" dt="2025-12-02T16:49:53.673" v="1810" actId="20577"/>
          <ac:spMkLst>
            <pc:docMk/>
            <pc:sldMk cId="2771475450" sldId="369"/>
            <ac:spMk id="13" creationId="{F0C006F2-4E19-4A34-9FDF-DD22D011EB0C}"/>
          </ac:spMkLst>
        </pc:spChg>
      </pc:sldChg>
      <pc:sldChg chg="addSp delSp modSp mod">
        <pc:chgData name="LEIDY TOLEDO ROJAS" userId="c10416f8c6a8dd15" providerId="LiveId" clId="{1B7C85DF-C6DF-4C8A-A7F0-6A26655CD861}" dt="2025-12-03T14:36:38.507" v="1860" actId="1076"/>
        <pc:sldMkLst>
          <pc:docMk/>
          <pc:sldMk cId="2197530608" sldId="370"/>
        </pc:sldMkLst>
        <pc:spChg chg="mod">
          <ac:chgData name="LEIDY TOLEDO ROJAS" userId="c10416f8c6a8dd15" providerId="LiveId" clId="{1B7C85DF-C6DF-4C8A-A7F0-6A26655CD861}" dt="2025-12-02T15:55:09.223" v="1574" actId="20577"/>
          <ac:spMkLst>
            <pc:docMk/>
            <pc:sldMk cId="2197530608" sldId="370"/>
            <ac:spMk id="7" creationId="{CE4EF4D5-CDBB-4E25-89BF-A03D7CB3AB28}"/>
          </ac:spMkLst>
        </pc:spChg>
        <pc:spChg chg="mod">
          <ac:chgData name="LEIDY TOLEDO ROJAS" userId="c10416f8c6a8dd15" providerId="LiveId" clId="{1B7C85DF-C6DF-4C8A-A7F0-6A26655CD861}" dt="2025-12-03T14:36:26.256" v="1854" actId="1076"/>
          <ac:spMkLst>
            <pc:docMk/>
            <pc:sldMk cId="2197530608" sldId="370"/>
            <ac:spMk id="9" creationId="{7BC085ED-D63A-4E3C-812F-2452E26905D0}"/>
          </ac:spMkLst>
        </pc:spChg>
        <pc:picChg chg="add del mod modCrop">
          <ac:chgData name="LEIDY TOLEDO ROJAS" userId="c10416f8c6a8dd15" providerId="LiveId" clId="{1B7C85DF-C6DF-4C8A-A7F0-6A26655CD861}" dt="2025-12-03T14:35:53.742" v="1841" actId="22"/>
          <ac:picMkLst>
            <pc:docMk/>
            <pc:sldMk cId="2197530608" sldId="370"/>
            <ac:picMk id="3" creationId="{08D650FB-5344-47EE-BD50-C18FC9967302}"/>
          </ac:picMkLst>
        </pc:picChg>
        <pc:picChg chg="add mod modCrop">
          <ac:chgData name="LEIDY TOLEDO ROJAS" userId="c10416f8c6a8dd15" providerId="LiveId" clId="{1B7C85DF-C6DF-4C8A-A7F0-6A26655CD861}" dt="2025-12-03T14:36:36.943" v="1859" actId="1076"/>
          <ac:picMkLst>
            <pc:docMk/>
            <pc:sldMk cId="2197530608" sldId="370"/>
            <ac:picMk id="6" creationId="{54083C58-CBFA-4E4D-920F-B17DBDA8FAFB}"/>
          </ac:picMkLst>
        </pc:picChg>
        <pc:picChg chg="add del mod">
          <ac:chgData name="LEIDY TOLEDO ROJAS" userId="c10416f8c6a8dd15" providerId="LiveId" clId="{1B7C85DF-C6DF-4C8A-A7F0-6A26655CD861}" dt="2025-12-03T14:36:38.507" v="1860" actId="1076"/>
          <ac:picMkLst>
            <pc:docMk/>
            <pc:sldMk cId="2197530608" sldId="370"/>
            <ac:picMk id="11" creationId="{E4A4B7C8-602D-45B5-80EE-A0A2DB7F0387}"/>
          </ac:picMkLst>
        </pc:picChg>
      </pc:sldChg>
      <pc:sldChg chg="modSp mod">
        <pc:chgData name="LEIDY TOLEDO ROJAS" userId="c10416f8c6a8dd15" providerId="LiveId" clId="{1B7C85DF-C6DF-4C8A-A7F0-6A26655CD861}" dt="2025-12-02T15:38:40.230" v="1427" actId="1076"/>
        <pc:sldMkLst>
          <pc:docMk/>
          <pc:sldMk cId="3216495585" sldId="371"/>
        </pc:sldMkLst>
        <pc:spChg chg="mod">
          <ac:chgData name="LEIDY TOLEDO ROJAS" userId="c10416f8c6a8dd15" providerId="LiveId" clId="{1B7C85DF-C6DF-4C8A-A7F0-6A26655CD861}" dt="2025-12-02T15:38:33.777" v="1422" actId="1076"/>
          <ac:spMkLst>
            <pc:docMk/>
            <pc:sldMk cId="3216495585" sldId="371"/>
            <ac:spMk id="2" creationId="{E3AA9535-F858-4BA4-AE16-10C17CB866EC}"/>
          </ac:spMkLst>
        </pc:spChg>
        <pc:picChg chg="mod">
          <ac:chgData name="LEIDY TOLEDO ROJAS" userId="c10416f8c6a8dd15" providerId="LiveId" clId="{1B7C85DF-C6DF-4C8A-A7F0-6A26655CD861}" dt="2025-12-02T15:38:38.954" v="1426" actId="14100"/>
          <ac:picMkLst>
            <pc:docMk/>
            <pc:sldMk cId="3216495585" sldId="371"/>
            <ac:picMk id="3" creationId="{E1F375AF-BF35-4F56-8792-2B89B9E6B8BE}"/>
          </ac:picMkLst>
        </pc:picChg>
        <pc:picChg chg="mod">
          <ac:chgData name="LEIDY TOLEDO ROJAS" userId="c10416f8c6a8dd15" providerId="LiveId" clId="{1B7C85DF-C6DF-4C8A-A7F0-6A26655CD861}" dt="2025-12-02T15:38:40.230" v="1427" actId="1076"/>
          <ac:picMkLst>
            <pc:docMk/>
            <pc:sldMk cId="3216495585" sldId="371"/>
            <ac:picMk id="15" creationId="{5E9E3F28-43CD-477A-B824-D50C98F335D6}"/>
          </ac:picMkLst>
        </pc:picChg>
      </pc:sldChg>
      <pc:sldChg chg="modSp mod ord">
        <pc:chgData name="LEIDY TOLEDO ROJAS" userId="c10416f8c6a8dd15" providerId="LiveId" clId="{1B7C85DF-C6DF-4C8A-A7F0-6A26655CD861}" dt="2025-12-02T15:50:23.218" v="1554" actId="1076"/>
        <pc:sldMkLst>
          <pc:docMk/>
          <pc:sldMk cId="1024722523" sldId="372"/>
        </pc:sldMkLst>
        <pc:spChg chg="mod">
          <ac:chgData name="LEIDY TOLEDO ROJAS" userId="c10416f8c6a8dd15" providerId="LiveId" clId="{1B7C85DF-C6DF-4C8A-A7F0-6A26655CD861}" dt="2025-12-02T15:50:07.448" v="1535" actId="404"/>
          <ac:spMkLst>
            <pc:docMk/>
            <pc:sldMk cId="1024722523" sldId="372"/>
            <ac:spMk id="5" creationId="{6DE98070-1D4E-482E-88B9-B10579D10416}"/>
          </ac:spMkLst>
        </pc:spChg>
        <pc:spChg chg="mod">
          <ac:chgData name="LEIDY TOLEDO ROJAS" userId="c10416f8c6a8dd15" providerId="LiveId" clId="{1B7C85DF-C6DF-4C8A-A7F0-6A26655CD861}" dt="2025-12-02T15:50:23.218" v="1554" actId="1076"/>
          <ac:spMkLst>
            <pc:docMk/>
            <pc:sldMk cId="1024722523" sldId="372"/>
            <ac:spMk id="6" creationId="{3DE042AA-BF33-4A5B-94FE-92F34884DC50}"/>
          </ac:spMkLst>
        </pc:spChg>
        <pc:picChg chg="mod">
          <ac:chgData name="LEIDY TOLEDO ROJAS" userId="c10416f8c6a8dd15" providerId="LiveId" clId="{1B7C85DF-C6DF-4C8A-A7F0-6A26655CD861}" dt="2025-12-02T15:50:09.024" v="1536" actId="1076"/>
          <ac:picMkLst>
            <pc:docMk/>
            <pc:sldMk cId="1024722523" sldId="372"/>
            <ac:picMk id="3" creationId="{224617A0-A0A4-4EE2-A38E-65F9FD1F4FCA}"/>
          </ac:picMkLst>
        </pc:picChg>
      </pc:sldChg>
      <pc:sldChg chg="addSp modSp mod">
        <pc:chgData name="LEIDY TOLEDO ROJAS" userId="c10416f8c6a8dd15" providerId="LiveId" clId="{1B7C85DF-C6DF-4C8A-A7F0-6A26655CD861}" dt="2025-12-03T14:37:01.737" v="1869" actId="1076"/>
        <pc:sldMkLst>
          <pc:docMk/>
          <pc:sldMk cId="3926097301" sldId="373"/>
        </pc:sldMkLst>
        <pc:spChg chg="mod">
          <ac:chgData name="LEIDY TOLEDO ROJAS" userId="c10416f8c6a8dd15" providerId="LiveId" clId="{1B7C85DF-C6DF-4C8A-A7F0-6A26655CD861}" dt="2025-12-02T02:41:26.809" v="682" actId="20577"/>
          <ac:spMkLst>
            <pc:docMk/>
            <pc:sldMk cId="3926097301" sldId="373"/>
            <ac:spMk id="5" creationId="{D95CD314-20C1-4AC4-BE43-B143069FB229}"/>
          </ac:spMkLst>
        </pc:spChg>
        <pc:spChg chg="mod">
          <ac:chgData name="LEIDY TOLEDO ROJAS" userId="c10416f8c6a8dd15" providerId="LiveId" clId="{1B7C85DF-C6DF-4C8A-A7F0-6A26655CD861}" dt="2025-12-02T15:55:36.963" v="1580" actId="20577"/>
          <ac:spMkLst>
            <pc:docMk/>
            <pc:sldMk cId="3926097301" sldId="373"/>
            <ac:spMk id="6" creationId="{D161724C-544C-4A1D-9C52-9C1F9022D071}"/>
          </ac:spMkLst>
        </pc:spChg>
        <pc:spChg chg="mod">
          <ac:chgData name="LEIDY TOLEDO ROJAS" userId="c10416f8c6a8dd15" providerId="LiveId" clId="{1B7C85DF-C6DF-4C8A-A7F0-6A26655CD861}" dt="2025-12-03T14:36:56.674" v="1865" actId="1076"/>
          <ac:spMkLst>
            <pc:docMk/>
            <pc:sldMk cId="3926097301" sldId="373"/>
            <ac:spMk id="7" creationId="{1885E948-CB5E-4AAE-902E-9FD47EDF365C}"/>
          </ac:spMkLst>
        </pc:spChg>
        <pc:picChg chg="add mod">
          <ac:chgData name="LEIDY TOLEDO ROJAS" userId="c10416f8c6a8dd15" providerId="LiveId" clId="{1B7C85DF-C6DF-4C8A-A7F0-6A26655CD861}" dt="2025-12-03T14:37:01.737" v="1869" actId="1076"/>
          <ac:picMkLst>
            <pc:docMk/>
            <pc:sldMk cId="3926097301" sldId="373"/>
            <ac:picMk id="8" creationId="{5943C6F9-0E5E-4DD9-BE30-3DE8210CCED8}"/>
          </ac:picMkLst>
        </pc:picChg>
      </pc:sldChg>
      <pc:sldChg chg="modSp mod ord">
        <pc:chgData name="LEIDY TOLEDO ROJAS" userId="c10416f8c6a8dd15" providerId="LiveId" clId="{1B7C85DF-C6DF-4C8A-A7F0-6A26655CD861}" dt="2025-12-02T15:42:36.240" v="1465" actId="1035"/>
        <pc:sldMkLst>
          <pc:docMk/>
          <pc:sldMk cId="3367846665" sldId="374"/>
        </pc:sldMkLst>
        <pc:spChg chg="mod">
          <ac:chgData name="LEIDY TOLEDO ROJAS" userId="c10416f8c6a8dd15" providerId="LiveId" clId="{1B7C85DF-C6DF-4C8A-A7F0-6A26655CD861}" dt="2025-12-02T15:42:36.240" v="1465" actId="1035"/>
          <ac:spMkLst>
            <pc:docMk/>
            <pc:sldMk cId="3367846665" sldId="374"/>
            <ac:spMk id="10" creationId="{0976A955-917C-4AE7-B306-DD18330CF21D}"/>
          </ac:spMkLst>
        </pc:spChg>
      </pc:sldChg>
      <pc:sldChg chg="modSp mod">
        <pc:chgData name="LEIDY TOLEDO ROJAS" userId="c10416f8c6a8dd15" providerId="LiveId" clId="{1B7C85DF-C6DF-4C8A-A7F0-6A26655CD861}" dt="2025-12-01T17:03:32.270" v="525" actId="113"/>
        <pc:sldMkLst>
          <pc:docMk/>
          <pc:sldMk cId="1219504131" sldId="375"/>
        </pc:sldMkLst>
        <pc:spChg chg="mod">
          <ac:chgData name="LEIDY TOLEDO ROJAS" userId="c10416f8c6a8dd15" providerId="LiveId" clId="{1B7C85DF-C6DF-4C8A-A7F0-6A26655CD861}" dt="2025-12-01T17:03:32.270" v="525" actId="113"/>
          <ac:spMkLst>
            <pc:docMk/>
            <pc:sldMk cId="1219504131" sldId="375"/>
            <ac:spMk id="4" creationId="{74B8CC86-FE67-40DF-8FF4-FE021016ADF1}"/>
          </ac:spMkLst>
        </pc:spChg>
      </pc:sldChg>
      <pc:sldChg chg="modSp mod">
        <pc:chgData name="LEIDY TOLEDO ROJAS" userId="c10416f8c6a8dd15" providerId="LiveId" clId="{1B7C85DF-C6DF-4C8A-A7F0-6A26655CD861}" dt="2025-12-02T16:47:17.960" v="1601" actId="20577"/>
        <pc:sldMkLst>
          <pc:docMk/>
          <pc:sldMk cId="4189777080" sldId="376"/>
        </pc:sldMkLst>
        <pc:spChg chg="mod">
          <ac:chgData name="LEIDY TOLEDO ROJAS" userId="c10416f8c6a8dd15" providerId="LiveId" clId="{1B7C85DF-C6DF-4C8A-A7F0-6A26655CD861}" dt="2025-12-02T04:25:18.234" v="828" actId="14100"/>
          <ac:spMkLst>
            <pc:docMk/>
            <pc:sldMk cId="4189777080" sldId="376"/>
            <ac:spMk id="3" creationId="{EB2AB518-DFA9-AEBD-0444-BEF3B3902C5A}"/>
          </ac:spMkLst>
        </pc:spChg>
        <pc:spChg chg="mod">
          <ac:chgData name="LEIDY TOLEDO ROJAS" userId="c10416f8c6a8dd15" providerId="LiveId" clId="{1B7C85DF-C6DF-4C8A-A7F0-6A26655CD861}" dt="2025-12-02T16:47:17.960" v="1601" actId="20577"/>
          <ac:spMkLst>
            <pc:docMk/>
            <pc:sldMk cId="4189777080" sldId="376"/>
            <ac:spMk id="4" creationId="{37F62C7E-6ACD-406A-A039-C71AEF9CBB8E}"/>
          </ac:spMkLst>
        </pc:spChg>
      </pc:sldChg>
      <pc:sldChg chg="addSp delSp modSp add mod ord modNotesTx">
        <pc:chgData name="LEIDY TOLEDO ROJAS" userId="c10416f8c6a8dd15" providerId="LiveId" clId="{1B7C85DF-C6DF-4C8A-A7F0-6A26655CD861}" dt="2025-12-02T14:46:43.490" v="1110" actId="20577"/>
        <pc:sldMkLst>
          <pc:docMk/>
          <pc:sldMk cId="3239368325" sldId="377"/>
        </pc:sldMkLst>
        <pc:spChg chg="del">
          <ac:chgData name="LEIDY TOLEDO ROJAS" userId="c10416f8c6a8dd15" providerId="LiveId" clId="{1B7C85DF-C6DF-4C8A-A7F0-6A26655CD861}" dt="2025-12-01T16:56:33.223" v="3" actId="478"/>
          <ac:spMkLst>
            <pc:docMk/>
            <pc:sldMk cId="3239368325" sldId="377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1T16:56:34.952" v="4" actId="478"/>
          <ac:spMkLst>
            <pc:docMk/>
            <pc:sldMk cId="3239368325" sldId="377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1T16:57:11.425" v="19" actId="207"/>
          <ac:spMkLst>
            <pc:docMk/>
            <pc:sldMk cId="3239368325" sldId="377"/>
            <ac:spMk id="5" creationId="{A014D75A-0D3D-49B2-851B-9DDE42038741}"/>
          </ac:spMkLst>
        </pc:spChg>
        <pc:spChg chg="add mod">
          <ac:chgData name="LEIDY TOLEDO ROJAS" userId="c10416f8c6a8dd15" providerId="LiveId" clId="{1B7C85DF-C6DF-4C8A-A7F0-6A26655CD861}" dt="2025-12-02T04:23:06.128" v="810" actId="20577"/>
          <ac:spMkLst>
            <pc:docMk/>
            <pc:sldMk cId="3239368325" sldId="377"/>
            <ac:spMk id="6" creationId="{D0483439-186C-42F7-A5F2-BA88717F8597}"/>
          </ac:spMkLst>
        </pc:spChg>
        <pc:spChg chg="add mod">
          <ac:chgData name="LEIDY TOLEDO ROJAS" userId="c10416f8c6a8dd15" providerId="LiveId" clId="{1B7C85DF-C6DF-4C8A-A7F0-6A26655CD861}" dt="2025-12-02T14:46:43.490" v="1110" actId="20577"/>
          <ac:spMkLst>
            <pc:docMk/>
            <pc:sldMk cId="3239368325" sldId="377"/>
            <ac:spMk id="7" creationId="{FAA7EF11-8FBA-4799-B38C-3F330F53BB8F}"/>
          </ac:spMkLst>
        </pc:spChg>
      </pc:sldChg>
      <pc:sldChg chg="addSp delSp modSp add mod ord">
        <pc:chgData name="LEIDY TOLEDO ROJAS" userId="c10416f8c6a8dd15" providerId="LiveId" clId="{1B7C85DF-C6DF-4C8A-A7F0-6A26655CD861}" dt="2025-12-02T15:53:09.093" v="1558" actId="1076"/>
        <pc:sldMkLst>
          <pc:docMk/>
          <pc:sldMk cId="171014289" sldId="378"/>
        </pc:sldMkLst>
        <pc:spChg chg="add mod">
          <ac:chgData name="LEIDY TOLEDO ROJAS" userId="c10416f8c6a8dd15" providerId="LiveId" clId="{1B7C85DF-C6DF-4C8A-A7F0-6A26655CD861}" dt="2025-12-02T15:53:06.856" v="1557" actId="1076"/>
          <ac:spMkLst>
            <pc:docMk/>
            <pc:sldMk cId="171014289" sldId="378"/>
            <ac:spMk id="2" creationId="{EF929556-794C-4283-97FB-CC0765B7F669}"/>
          </ac:spMkLst>
        </pc:spChg>
        <pc:spChg chg="del">
          <ac:chgData name="LEIDY TOLEDO ROJAS" userId="c10416f8c6a8dd15" providerId="LiveId" clId="{1B7C85DF-C6DF-4C8A-A7F0-6A26655CD861}" dt="2025-12-01T17:03:19.104" v="523" actId="478"/>
          <ac:spMkLst>
            <pc:docMk/>
            <pc:sldMk cId="171014289" sldId="378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1T17:03:21.676" v="524" actId="478"/>
          <ac:spMkLst>
            <pc:docMk/>
            <pc:sldMk cId="171014289" sldId="378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2T15:53:09.093" v="1558" actId="1076"/>
          <ac:spMkLst>
            <pc:docMk/>
            <pc:sldMk cId="171014289" sldId="378"/>
            <ac:spMk id="5" creationId="{95AB9E3B-14E4-419A-B50A-D45B844D1AB8}"/>
          </ac:spMkLst>
        </pc:spChg>
        <pc:picChg chg="add mod">
          <ac:chgData name="LEIDY TOLEDO ROJAS" userId="c10416f8c6a8dd15" providerId="LiveId" clId="{1B7C85DF-C6DF-4C8A-A7F0-6A26655CD861}" dt="2025-12-02T15:53:03.997" v="1556" actId="1076"/>
          <ac:picMkLst>
            <pc:docMk/>
            <pc:sldMk cId="171014289" sldId="378"/>
            <ac:picMk id="7" creationId="{CD820674-F8FB-4E4F-BE9F-26D3742508C4}"/>
          </ac:picMkLst>
        </pc:picChg>
      </pc:sldChg>
      <pc:sldChg chg="addSp delSp modSp add mod ord">
        <pc:chgData name="LEIDY TOLEDO ROJAS" userId="c10416f8c6a8dd15" providerId="LiveId" clId="{1B7C85DF-C6DF-4C8A-A7F0-6A26655CD861}" dt="2025-12-03T14:37:38.598" v="1881" actId="14100"/>
        <pc:sldMkLst>
          <pc:docMk/>
          <pc:sldMk cId="1665025565" sldId="379"/>
        </pc:sldMkLst>
        <pc:spChg chg="del">
          <ac:chgData name="LEIDY TOLEDO ROJAS" userId="c10416f8c6a8dd15" providerId="LiveId" clId="{1B7C85DF-C6DF-4C8A-A7F0-6A26655CD861}" dt="2025-12-02T02:40:32.490" v="618" actId="478"/>
          <ac:spMkLst>
            <pc:docMk/>
            <pc:sldMk cId="1665025565" sldId="379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2T02:40:34.536" v="619" actId="478"/>
          <ac:spMkLst>
            <pc:docMk/>
            <pc:sldMk cId="1665025565" sldId="379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3T14:37:20.838" v="1874" actId="1076"/>
          <ac:spMkLst>
            <pc:docMk/>
            <pc:sldMk cId="1665025565" sldId="379"/>
            <ac:spMk id="7" creationId="{69D1AF68-2837-4E82-850A-5B9E4B6D37DF}"/>
          </ac:spMkLst>
        </pc:spChg>
        <pc:spChg chg="add mod">
          <ac:chgData name="LEIDY TOLEDO ROJAS" userId="c10416f8c6a8dd15" providerId="LiveId" clId="{1B7C85DF-C6DF-4C8A-A7F0-6A26655CD861}" dt="2025-12-03T14:37:22.618" v="1875" actId="1076"/>
          <ac:spMkLst>
            <pc:docMk/>
            <pc:sldMk cId="1665025565" sldId="379"/>
            <ac:spMk id="8" creationId="{04706CEF-06FA-457D-8EB8-06C3D4446DB9}"/>
          </ac:spMkLst>
        </pc:spChg>
        <pc:spChg chg="add mod">
          <ac:chgData name="LEIDY TOLEDO ROJAS" userId="c10416f8c6a8dd15" providerId="LiveId" clId="{1B7C85DF-C6DF-4C8A-A7F0-6A26655CD861}" dt="2025-12-03T14:37:24.512" v="1876" actId="1076"/>
          <ac:spMkLst>
            <pc:docMk/>
            <pc:sldMk cId="1665025565" sldId="379"/>
            <ac:spMk id="9" creationId="{10C27C79-01E3-4F6E-B976-EC1F5A4B3B00}"/>
          </ac:spMkLst>
        </pc:spChg>
        <pc:picChg chg="add del mod">
          <ac:chgData name="LEIDY TOLEDO ROJAS" userId="c10416f8c6a8dd15" providerId="LiveId" clId="{1B7C85DF-C6DF-4C8A-A7F0-6A26655CD861}" dt="2025-12-02T02:41:39.067" v="686" actId="478"/>
          <ac:picMkLst>
            <pc:docMk/>
            <pc:sldMk cId="1665025565" sldId="379"/>
            <ac:picMk id="5" creationId="{23579337-5F91-4CED-BE8F-4146B86E3957}"/>
          </ac:picMkLst>
        </pc:picChg>
        <pc:picChg chg="add mod">
          <ac:chgData name="LEIDY TOLEDO ROJAS" userId="c10416f8c6a8dd15" providerId="LiveId" clId="{1B7C85DF-C6DF-4C8A-A7F0-6A26655CD861}" dt="2025-12-03T14:37:38.598" v="1881" actId="14100"/>
          <ac:picMkLst>
            <pc:docMk/>
            <pc:sldMk cId="1665025565" sldId="379"/>
            <ac:picMk id="5" creationId="{9DF9F122-4194-4780-878B-6380ACB62023}"/>
          </ac:picMkLst>
        </pc:picChg>
      </pc:sldChg>
      <pc:sldChg chg="addSp delSp modSp add mod">
        <pc:chgData name="LEIDY TOLEDO ROJAS" userId="c10416f8c6a8dd15" providerId="LiveId" clId="{1B7C85DF-C6DF-4C8A-A7F0-6A26655CD861}" dt="2025-12-02T02:43:31.033" v="727" actId="20577"/>
        <pc:sldMkLst>
          <pc:docMk/>
          <pc:sldMk cId="2147134503" sldId="380"/>
        </pc:sldMkLst>
        <pc:spChg chg="add mod">
          <ac:chgData name="LEIDY TOLEDO ROJAS" userId="c10416f8c6a8dd15" providerId="LiveId" clId="{1B7C85DF-C6DF-4C8A-A7F0-6A26655CD861}" dt="2025-12-02T02:43:31.033" v="727" actId="20577"/>
          <ac:spMkLst>
            <pc:docMk/>
            <pc:sldMk cId="2147134503" sldId="380"/>
            <ac:spMk id="6" creationId="{4D170EE2-89E6-4F39-8672-91E37DA969C9}"/>
          </ac:spMkLst>
        </pc:spChg>
        <pc:spChg chg="del">
          <ac:chgData name="LEIDY TOLEDO ROJAS" userId="c10416f8c6a8dd15" providerId="LiveId" clId="{1B7C85DF-C6DF-4C8A-A7F0-6A26655CD861}" dt="2025-12-02T02:42:28.484" v="694" actId="478"/>
          <ac:spMkLst>
            <pc:docMk/>
            <pc:sldMk cId="2147134503" sldId="380"/>
            <ac:spMk id="7" creationId="{69D1AF68-2837-4E82-850A-5B9E4B6D37DF}"/>
          </ac:spMkLst>
        </pc:spChg>
        <pc:picChg chg="mod">
          <ac:chgData name="LEIDY TOLEDO ROJAS" userId="c10416f8c6a8dd15" providerId="LiveId" clId="{1B7C85DF-C6DF-4C8A-A7F0-6A26655CD861}" dt="2025-12-02T02:42:51.901" v="702" actId="1076"/>
          <ac:picMkLst>
            <pc:docMk/>
            <pc:sldMk cId="2147134503" sldId="380"/>
            <ac:picMk id="5" creationId="{23579337-5F91-4CED-BE8F-4146B86E3957}"/>
          </ac:picMkLst>
        </pc:picChg>
      </pc:sldChg>
      <pc:sldChg chg="modSp add mod">
        <pc:chgData name="LEIDY TOLEDO ROJAS" userId="c10416f8c6a8dd15" providerId="LiveId" clId="{1B7C85DF-C6DF-4C8A-A7F0-6A26655CD861}" dt="2025-12-02T04:25:28.735" v="830" actId="20577"/>
        <pc:sldMkLst>
          <pc:docMk/>
          <pc:sldMk cId="1952213885" sldId="381"/>
        </pc:sldMkLst>
        <pc:spChg chg="mod">
          <ac:chgData name="LEIDY TOLEDO ROJAS" userId="c10416f8c6a8dd15" providerId="LiveId" clId="{1B7C85DF-C6DF-4C8A-A7F0-6A26655CD861}" dt="2025-12-02T04:25:28.735" v="830" actId="20577"/>
          <ac:spMkLst>
            <pc:docMk/>
            <pc:sldMk cId="1952213885" sldId="381"/>
            <ac:spMk id="4" creationId="{37F62C7E-6ACD-406A-A039-C71AEF9CBB8E}"/>
          </ac:spMkLst>
        </pc:spChg>
      </pc:sldChg>
      <pc:sldChg chg="addSp delSp modSp add mod ord">
        <pc:chgData name="LEIDY TOLEDO ROJAS" userId="c10416f8c6a8dd15" providerId="LiveId" clId="{1B7C85DF-C6DF-4C8A-A7F0-6A26655CD861}" dt="2025-12-02T14:59:31.325" v="1352" actId="1076"/>
        <pc:sldMkLst>
          <pc:docMk/>
          <pc:sldMk cId="3172624139" sldId="382"/>
        </pc:sldMkLst>
        <pc:spChg chg="mod">
          <ac:chgData name="LEIDY TOLEDO ROJAS" userId="c10416f8c6a8dd15" providerId="LiveId" clId="{1B7C85DF-C6DF-4C8A-A7F0-6A26655CD861}" dt="2025-12-02T14:56:40.474" v="1302" actId="20577"/>
          <ac:spMkLst>
            <pc:docMk/>
            <pc:sldMk cId="3172624139" sldId="382"/>
            <ac:spMk id="2" creationId="{F93DC04A-55AE-4227-9F17-1755F6F4C8B9}"/>
          </ac:spMkLst>
        </pc:spChg>
        <pc:spChg chg="add mod">
          <ac:chgData name="LEIDY TOLEDO ROJAS" userId="c10416f8c6a8dd15" providerId="LiveId" clId="{1B7C85DF-C6DF-4C8A-A7F0-6A26655CD861}" dt="2025-12-02T14:57:43.086" v="1345" actId="1076"/>
          <ac:spMkLst>
            <pc:docMk/>
            <pc:sldMk cId="3172624139" sldId="382"/>
            <ac:spMk id="5" creationId="{9CAE8A14-ADC5-4EF7-A491-A75CC06A98F6}"/>
          </ac:spMkLst>
        </pc:spChg>
        <pc:spChg chg="del">
          <ac:chgData name="LEIDY TOLEDO ROJAS" userId="c10416f8c6a8dd15" providerId="LiveId" clId="{1B7C85DF-C6DF-4C8A-A7F0-6A26655CD861}" dt="2025-12-02T14:47:07.629" v="1112" actId="478"/>
          <ac:spMkLst>
            <pc:docMk/>
            <pc:sldMk cId="3172624139" sldId="382"/>
            <ac:spMk id="8" creationId="{8036FAC6-5096-4C66-BF9F-180FFD03EC93}"/>
          </ac:spMkLst>
        </pc:spChg>
        <pc:spChg chg="del">
          <ac:chgData name="LEIDY TOLEDO ROJAS" userId="c10416f8c6a8dd15" providerId="LiveId" clId="{1B7C85DF-C6DF-4C8A-A7F0-6A26655CD861}" dt="2025-12-02T14:47:21.718" v="1117" actId="478"/>
          <ac:spMkLst>
            <pc:docMk/>
            <pc:sldMk cId="3172624139" sldId="382"/>
            <ac:spMk id="10" creationId="{A459243C-FF7D-4DC6-A809-4A10F4213AF3}"/>
          </ac:spMkLst>
        </pc:spChg>
        <pc:spChg chg="del">
          <ac:chgData name="LEIDY TOLEDO ROJAS" userId="c10416f8c6a8dd15" providerId="LiveId" clId="{1B7C85DF-C6DF-4C8A-A7F0-6A26655CD861}" dt="2025-12-02T14:47:09.844" v="1113" actId="478"/>
          <ac:spMkLst>
            <pc:docMk/>
            <pc:sldMk cId="3172624139" sldId="382"/>
            <ac:spMk id="11" creationId="{9CF1D3B5-DF0F-4822-BCC5-7EA9B247470F}"/>
          </ac:spMkLst>
        </pc:spChg>
        <pc:spChg chg="del">
          <ac:chgData name="LEIDY TOLEDO ROJAS" userId="c10416f8c6a8dd15" providerId="LiveId" clId="{1B7C85DF-C6DF-4C8A-A7F0-6A26655CD861}" dt="2025-12-02T14:47:19.248" v="1116" actId="478"/>
          <ac:spMkLst>
            <pc:docMk/>
            <pc:sldMk cId="3172624139" sldId="382"/>
            <ac:spMk id="12" creationId="{52EEB3F8-6796-490F-82BB-99844C03A01B}"/>
          </ac:spMkLst>
        </pc:spChg>
        <pc:spChg chg="del mod">
          <ac:chgData name="LEIDY TOLEDO ROJAS" userId="c10416f8c6a8dd15" providerId="LiveId" clId="{1B7C85DF-C6DF-4C8A-A7F0-6A26655CD861}" dt="2025-12-02T14:47:15.808" v="1115" actId="478"/>
          <ac:spMkLst>
            <pc:docMk/>
            <pc:sldMk cId="3172624139" sldId="382"/>
            <ac:spMk id="13" creationId="{F0C006F2-4E19-4A34-9FDF-DD22D011EB0C}"/>
          </ac:spMkLst>
        </pc:spChg>
        <pc:spChg chg="add del mod">
          <ac:chgData name="LEIDY TOLEDO ROJAS" userId="c10416f8c6a8dd15" providerId="LiveId" clId="{1B7C85DF-C6DF-4C8A-A7F0-6A26655CD861}" dt="2025-12-02T14:54:21.237" v="1245" actId="478"/>
          <ac:spMkLst>
            <pc:docMk/>
            <pc:sldMk cId="3172624139" sldId="382"/>
            <ac:spMk id="14" creationId="{0664C0B6-2680-43E0-9562-30A454DC18C6}"/>
          </ac:spMkLst>
        </pc:spChg>
        <pc:spChg chg="add mod">
          <ac:chgData name="LEIDY TOLEDO ROJAS" userId="c10416f8c6a8dd15" providerId="LiveId" clId="{1B7C85DF-C6DF-4C8A-A7F0-6A26655CD861}" dt="2025-12-02T14:57:40.782" v="1344" actId="1076"/>
          <ac:spMkLst>
            <pc:docMk/>
            <pc:sldMk cId="3172624139" sldId="382"/>
            <ac:spMk id="15" creationId="{833DC03F-94E1-4D92-B085-929D7ACE9A06}"/>
          </ac:spMkLst>
        </pc:spChg>
        <pc:spChg chg="add del mod">
          <ac:chgData name="LEIDY TOLEDO ROJAS" userId="c10416f8c6a8dd15" providerId="LiveId" clId="{1B7C85DF-C6DF-4C8A-A7F0-6A26655CD861}" dt="2025-12-02T14:54:19.081" v="1244" actId="478"/>
          <ac:spMkLst>
            <pc:docMk/>
            <pc:sldMk cId="3172624139" sldId="382"/>
            <ac:spMk id="16" creationId="{1FF7B048-24E3-4D8C-99D9-C7E519E4D2EC}"/>
          </ac:spMkLst>
        </pc:spChg>
        <pc:spChg chg="add mod">
          <ac:chgData name="LEIDY TOLEDO ROJAS" userId="c10416f8c6a8dd15" providerId="LiveId" clId="{1B7C85DF-C6DF-4C8A-A7F0-6A26655CD861}" dt="2025-12-02T14:58:18.263" v="1347" actId="1076"/>
          <ac:spMkLst>
            <pc:docMk/>
            <pc:sldMk cId="3172624139" sldId="382"/>
            <ac:spMk id="17" creationId="{DF556AED-049A-461C-9CC8-85A3AF1138D0}"/>
          </ac:spMkLst>
        </pc:spChg>
        <pc:spChg chg="add mod">
          <ac:chgData name="LEIDY TOLEDO ROJAS" userId="c10416f8c6a8dd15" providerId="LiveId" clId="{1B7C85DF-C6DF-4C8A-A7F0-6A26655CD861}" dt="2025-12-02T14:58:33.954" v="1350" actId="1076"/>
          <ac:spMkLst>
            <pc:docMk/>
            <pc:sldMk cId="3172624139" sldId="382"/>
            <ac:spMk id="18" creationId="{9008EFCB-D224-4B95-A9EC-D2D6E831EA6A}"/>
          </ac:spMkLst>
        </pc:spChg>
        <pc:spChg chg="add mod">
          <ac:chgData name="LEIDY TOLEDO ROJAS" userId="c10416f8c6a8dd15" providerId="LiveId" clId="{1B7C85DF-C6DF-4C8A-A7F0-6A26655CD861}" dt="2025-12-02T14:59:31.325" v="1352" actId="1076"/>
          <ac:spMkLst>
            <pc:docMk/>
            <pc:sldMk cId="3172624139" sldId="382"/>
            <ac:spMk id="19" creationId="{F8E9E9D9-4C91-44AC-8064-E30D5566D33E}"/>
          </ac:spMkLst>
        </pc:spChg>
        <pc:graphicFrameChg chg="add del mod modGraphic">
          <ac:chgData name="LEIDY TOLEDO ROJAS" userId="c10416f8c6a8dd15" providerId="LiveId" clId="{1B7C85DF-C6DF-4C8A-A7F0-6A26655CD861}" dt="2025-12-02T14:47:56.122" v="1123" actId="478"/>
          <ac:graphicFrameMkLst>
            <pc:docMk/>
            <pc:sldMk cId="3172624139" sldId="382"/>
            <ac:graphicFrameMk id="3" creationId="{E8BF35B3-8FE6-434E-85CC-E8CBA19F3808}"/>
          </ac:graphicFrameMkLst>
        </pc:graphicFrameChg>
        <pc:graphicFrameChg chg="add mod modGraphic">
          <ac:chgData name="LEIDY TOLEDO ROJAS" userId="c10416f8c6a8dd15" providerId="LiveId" clId="{1B7C85DF-C6DF-4C8A-A7F0-6A26655CD861}" dt="2025-12-02T14:57:32.553" v="1343" actId="403"/>
          <ac:graphicFrameMkLst>
            <pc:docMk/>
            <pc:sldMk cId="3172624139" sldId="382"/>
            <ac:graphicFrameMk id="4" creationId="{7D699F77-B800-4C00-9F59-37810CC7D03C}"/>
          </ac:graphicFrameMkLst>
        </pc:graphicFrameChg>
      </pc:sldChg>
      <pc:sldChg chg="addSp delSp modSp add mod">
        <pc:chgData name="LEIDY TOLEDO ROJAS" userId="c10416f8c6a8dd15" providerId="LiveId" clId="{1B7C85DF-C6DF-4C8A-A7F0-6A26655CD861}" dt="2025-12-02T15:48:16.836" v="1518" actId="1076"/>
        <pc:sldMkLst>
          <pc:docMk/>
          <pc:sldMk cId="3602423997" sldId="383"/>
        </pc:sldMkLst>
        <pc:spChg chg="del">
          <ac:chgData name="LEIDY TOLEDO ROJAS" userId="c10416f8c6a8dd15" providerId="LiveId" clId="{1B7C85DF-C6DF-4C8A-A7F0-6A26655CD861}" dt="2025-12-02T15:38:50.338" v="1433" actId="478"/>
          <ac:spMkLst>
            <pc:docMk/>
            <pc:sldMk cId="3602423997" sldId="383"/>
            <ac:spMk id="2" creationId="{E3AA9535-F858-4BA4-AE16-10C17CB866EC}"/>
          </ac:spMkLst>
        </pc:spChg>
        <pc:spChg chg="del">
          <ac:chgData name="LEIDY TOLEDO ROJAS" userId="c10416f8c6a8dd15" providerId="LiveId" clId="{1B7C85DF-C6DF-4C8A-A7F0-6A26655CD861}" dt="2025-12-02T15:38:46.614" v="1429" actId="478"/>
          <ac:spMkLst>
            <pc:docMk/>
            <pc:sldMk cId="3602423997" sldId="383"/>
            <ac:spMk id="5" creationId="{50A6E195-37BA-4823-9285-37C55A18CDC0}"/>
          </ac:spMkLst>
        </pc:spChg>
        <pc:spChg chg="del">
          <ac:chgData name="LEIDY TOLEDO ROJAS" userId="c10416f8c6a8dd15" providerId="LiveId" clId="{1B7C85DF-C6DF-4C8A-A7F0-6A26655CD861}" dt="2025-12-02T15:38:52.018" v="1434" actId="478"/>
          <ac:spMkLst>
            <pc:docMk/>
            <pc:sldMk cId="3602423997" sldId="383"/>
            <ac:spMk id="6" creationId="{9529C9BF-80D4-48FA-96EB-114FABF94B3D}"/>
          </ac:spMkLst>
        </pc:spChg>
        <pc:spChg chg="del">
          <ac:chgData name="LEIDY TOLEDO ROJAS" userId="c10416f8c6a8dd15" providerId="LiveId" clId="{1B7C85DF-C6DF-4C8A-A7F0-6A26655CD861}" dt="2025-12-02T15:38:47.773" v="1430" actId="478"/>
          <ac:spMkLst>
            <pc:docMk/>
            <pc:sldMk cId="3602423997" sldId="383"/>
            <ac:spMk id="7" creationId="{ED6DB0B0-49E7-4959-ADB4-CBB748BFC3CC}"/>
          </ac:spMkLst>
        </pc:spChg>
        <pc:spChg chg="add del mod">
          <ac:chgData name="LEIDY TOLEDO ROJAS" userId="c10416f8c6a8dd15" providerId="LiveId" clId="{1B7C85DF-C6DF-4C8A-A7F0-6A26655CD861}" dt="2025-12-02T15:48:02.240" v="1510" actId="478"/>
          <ac:spMkLst>
            <pc:docMk/>
            <pc:sldMk cId="3602423997" sldId="383"/>
            <ac:spMk id="10" creationId="{0A783B8F-0E01-4B32-91F4-BF0282F1AB7A}"/>
          </ac:spMkLst>
        </pc:spChg>
        <pc:spChg chg="del">
          <ac:chgData name="LEIDY TOLEDO ROJAS" userId="c10416f8c6a8dd15" providerId="LiveId" clId="{1B7C85DF-C6DF-4C8A-A7F0-6A26655CD861}" dt="2025-12-02T15:38:49.116" v="1432" actId="478"/>
          <ac:spMkLst>
            <pc:docMk/>
            <pc:sldMk cId="3602423997" sldId="383"/>
            <ac:spMk id="11" creationId="{F7357901-B5FC-4BA2-B54F-FC3142013182}"/>
          </ac:spMkLst>
        </pc:spChg>
        <pc:spChg chg="add del mod">
          <ac:chgData name="LEIDY TOLEDO ROJAS" userId="c10416f8c6a8dd15" providerId="LiveId" clId="{1B7C85DF-C6DF-4C8A-A7F0-6A26655CD861}" dt="2025-12-02T15:48:02.995" v="1511" actId="478"/>
          <ac:spMkLst>
            <pc:docMk/>
            <pc:sldMk cId="3602423997" sldId="383"/>
            <ac:spMk id="13" creationId="{A938DDDA-C360-4DAF-9EE8-E240CFE992C9}"/>
          </ac:spMkLst>
        </pc:spChg>
        <pc:spChg chg="add mod">
          <ac:chgData name="LEIDY TOLEDO ROJAS" userId="c10416f8c6a8dd15" providerId="LiveId" clId="{1B7C85DF-C6DF-4C8A-A7F0-6A26655CD861}" dt="2025-12-02T15:48:10.588" v="1516" actId="1076"/>
          <ac:spMkLst>
            <pc:docMk/>
            <pc:sldMk cId="3602423997" sldId="383"/>
            <ac:spMk id="16" creationId="{95D406A5-D076-4855-917C-31B7B4AB8E64}"/>
          </ac:spMkLst>
        </pc:spChg>
        <pc:spChg chg="add mod">
          <ac:chgData name="LEIDY TOLEDO ROJAS" userId="c10416f8c6a8dd15" providerId="LiveId" clId="{1B7C85DF-C6DF-4C8A-A7F0-6A26655CD861}" dt="2025-12-02T15:48:16.836" v="1518" actId="1076"/>
          <ac:spMkLst>
            <pc:docMk/>
            <pc:sldMk cId="3602423997" sldId="383"/>
            <ac:spMk id="17" creationId="{7AA6C536-E071-4FE3-8682-918D2BC3E357}"/>
          </ac:spMkLst>
        </pc:spChg>
        <pc:picChg chg="del">
          <ac:chgData name="LEIDY TOLEDO ROJAS" userId="c10416f8c6a8dd15" providerId="LiveId" clId="{1B7C85DF-C6DF-4C8A-A7F0-6A26655CD861}" dt="2025-12-02T15:38:45.571" v="1428" actId="478"/>
          <ac:picMkLst>
            <pc:docMk/>
            <pc:sldMk cId="3602423997" sldId="383"/>
            <ac:picMk id="3" creationId="{E1F375AF-BF35-4F56-8792-2B89B9E6B8BE}"/>
          </ac:picMkLst>
        </pc:picChg>
        <pc:picChg chg="add del mod">
          <ac:chgData name="LEIDY TOLEDO ROJAS" userId="c10416f8c6a8dd15" providerId="LiveId" clId="{1B7C85DF-C6DF-4C8A-A7F0-6A26655CD861}" dt="2025-12-02T15:46:11.872" v="1483" actId="478"/>
          <ac:picMkLst>
            <pc:docMk/>
            <pc:sldMk cId="3602423997" sldId="383"/>
            <ac:picMk id="9" creationId="{C4649805-E24E-48F4-AB95-59919FA06FF4}"/>
          </ac:picMkLst>
        </pc:picChg>
        <pc:picChg chg="add">
          <ac:chgData name="LEIDY TOLEDO ROJAS" userId="c10416f8c6a8dd15" providerId="LiveId" clId="{1B7C85DF-C6DF-4C8A-A7F0-6A26655CD861}" dt="2025-12-02T15:46:31.153" v="1484" actId="22"/>
          <ac:picMkLst>
            <pc:docMk/>
            <pc:sldMk cId="3602423997" sldId="383"/>
            <ac:picMk id="14" creationId="{A2087F67-1959-4B2B-8FC1-00B8555D02EB}"/>
          </ac:picMkLst>
        </pc:picChg>
        <pc:picChg chg="del">
          <ac:chgData name="LEIDY TOLEDO ROJAS" userId="c10416f8c6a8dd15" providerId="LiveId" clId="{1B7C85DF-C6DF-4C8A-A7F0-6A26655CD861}" dt="2025-12-02T15:38:48.141" v="1431" actId="478"/>
          <ac:picMkLst>
            <pc:docMk/>
            <pc:sldMk cId="3602423997" sldId="383"/>
            <ac:picMk id="15" creationId="{5E9E3F28-43CD-477A-B824-D50C98F335D6}"/>
          </ac:picMkLst>
        </pc:picChg>
      </pc:sldChg>
      <pc:sldChg chg="addSp delSp modSp add mod ord">
        <pc:chgData name="LEIDY TOLEDO ROJAS" userId="c10416f8c6a8dd15" providerId="LiveId" clId="{1B7C85DF-C6DF-4C8A-A7F0-6A26655CD861}" dt="2025-12-02T15:47:56.975" v="1509" actId="1076"/>
        <pc:sldMkLst>
          <pc:docMk/>
          <pc:sldMk cId="18345696" sldId="384"/>
        </pc:sldMkLst>
        <pc:spChg chg="add del mod">
          <ac:chgData name="LEIDY TOLEDO ROJAS" userId="c10416f8c6a8dd15" providerId="LiveId" clId="{1B7C85DF-C6DF-4C8A-A7F0-6A26655CD861}" dt="2025-12-02T15:47:47.299" v="1504" actId="478"/>
          <ac:spMkLst>
            <pc:docMk/>
            <pc:sldMk cId="18345696" sldId="384"/>
            <ac:spMk id="8" creationId="{27CB2129-99A3-4122-A53B-77FA9DCF7E87}"/>
          </ac:spMkLst>
        </pc:spChg>
        <pc:spChg chg="del">
          <ac:chgData name="LEIDY TOLEDO ROJAS" userId="c10416f8c6a8dd15" providerId="LiveId" clId="{1B7C85DF-C6DF-4C8A-A7F0-6A26655CD861}" dt="2025-12-02T15:44:16.841" v="1476" actId="478"/>
          <ac:spMkLst>
            <pc:docMk/>
            <pc:sldMk cId="18345696" sldId="384"/>
            <ac:spMk id="10" creationId="{0A783B8F-0E01-4B32-91F4-BF0282F1AB7A}"/>
          </ac:spMkLst>
        </pc:spChg>
        <pc:spChg chg="add mod">
          <ac:chgData name="LEIDY TOLEDO ROJAS" userId="c10416f8c6a8dd15" providerId="LiveId" clId="{1B7C85DF-C6DF-4C8A-A7F0-6A26655CD861}" dt="2025-12-02T15:47:39.778" v="1500" actId="14100"/>
          <ac:spMkLst>
            <pc:docMk/>
            <pc:sldMk cId="18345696" sldId="384"/>
            <ac:spMk id="11" creationId="{F822CD70-7B5F-4F96-8B11-44F22283E723}"/>
          </ac:spMkLst>
        </pc:spChg>
        <pc:spChg chg="add del mod">
          <ac:chgData name="LEIDY TOLEDO ROJAS" userId="c10416f8c6a8dd15" providerId="LiveId" clId="{1B7C85DF-C6DF-4C8A-A7F0-6A26655CD861}" dt="2025-12-02T15:47:41.121" v="1501" actId="478"/>
          <ac:spMkLst>
            <pc:docMk/>
            <pc:sldMk cId="18345696" sldId="384"/>
            <ac:spMk id="12" creationId="{C2B21672-BA3A-4DB7-9617-AA2BA09359F7}"/>
          </ac:spMkLst>
        </pc:spChg>
        <pc:spChg chg="del">
          <ac:chgData name="LEIDY TOLEDO ROJAS" userId="c10416f8c6a8dd15" providerId="LiveId" clId="{1B7C85DF-C6DF-4C8A-A7F0-6A26655CD861}" dt="2025-12-02T15:44:19.163" v="1478" actId="478"/>
          <ac:spMkLst>
            <pc:docMk/>
            <pc:sldMk cId="18345696" sldId="384"/>
            <ac:spMk id="13" creationId="{A938DDDA-C360-4DAF-9EE8-E240CFE992C9}"/>
          </ac:spMkLst>
        </pc:spChg>
        <pc:spChg chg="add del mod">
          <ac:chgData name="LEIDY TOLEDO ROJAS" userId="c10416f8c6a8dd15" providerId="LiveId" clId="{1B7C85DF-C6DF-4C8A-A7F0-6A26655CD861}" dt="2025-12-02T15:47:49.150" v="1505" actId="478"/>
          <ac:spMkLst>
            <pc:docMk/>
            <pc:sldMk cId="18345696" sldId="384"/>
            <ac:spMk id="14" creationId="{1074E808-7B8A-4CE3-8A5A-2A7695DAC54F}"/>
          </ac:spMkLst>
        </pc:spChg>
        <pc:spChg chg="add mod">
          <ac:chgData name="LEIDY TOLEDO ROJAS" userId="c10416f8c6a8dd15" providerId="LiveId" clId="{1B7C85DF-C6DF-4C8A-A7F0-6A26655CD861}" dt="2025-12-02T15:47:45.625" v="1503" actId="1076"/>
          <ac:spMkLst>
            <pc:docMk/>
            <pc:sldMk cId="18345696" sldId="384"/>
            <ac:spMk id="15" creationId="{C983CCBD-8656-433A-8CCA-94CEDC70C15E}"/>
          </ac:spMkLst>
        </pc:spChg>
        <pc:spChg chg="add mod">
          <ac:chgData name="LEIDY TOLEDO ROJAS" userId="c10416f8c6a8dd15" providerId="LiveId" clId="{1B7C85DF-C6DF-4C8A-A7F0-6A26655CD861}" dt="2025-12-02T15:47:53.763" v="1507" actId="1076"/>
          <ac:spMkLst>
            <pc:docMk/>
            <pc:sldMk cId="18345696" sldId="384"/>
            <ac:spMk id="16" creationId="{659B6D37-2A44-4A2D-91DD-A9D706E96CE7}"/>
          </ac:spMkLst>
        </pc:spChg>
        <pc:spChg chg="add mod">
          <ac:chgData name="LEIDY TOLEDO ROJAS" userId="c10416f8c6a8dd15" providerId="LiveId" clId="{1B7C85DF-C6DF-4C8A-A7F0-6A26655CD861}" dt="2025-12-02T15:47:56.975" v="1509" actId="1076"/>
          <ac:spMkLst>
            <pc:docMk/>
            <pc:sldMk cId="18345696" sldId="384"/>
            <ac:spMk id="17" creationId="{E18C3530-BF58-4134-B595-E67E3491D10C}"/>
          </ac:spMkLst>
        </pc:spChg>
        <pc:picChg chg="add mod">
          <ac:chgData name="LEIDY TOLEDO ROJAS" userId="c10416f8c6a8dd15" providerId="LiveId" clId="{1B7C85DF-C6DF-4C8A-A7F0-6A26655CD861}" dt="2025-12-02T15:46:05.819" v="1481" actId="1076"/>
          <ac:picMkLst>
            <pc:docMk/>
            <pc:sldMk cId="18345696" sldId="384"/>
            <ac:picMk id="3" creationId="{EE1AB82A-FF9D-47F7-AD0A-195FEE746811}"/>
          </ac:picMkLst>
        </pc:picChg>
        <pc:picChg chg="del">
          <ac:chgData name="LEIDY TOLEDO ROJAS" userId="c10416f8c6a8dd15" providerId="LiveId" clId="{1B7C85DF-C6DF-4C8A-A7F0-6A26655CD861}" dt="2025-12-02T15:44:17.594" v="1477" actId="478"/>
          <ac:picMkLst>
            <pc:docMk/>
            <pc:sldMk cId="18345696" sldId="384"/>
            <ac:picMk id="9" creationId="{C4649805-E24E-48F4-AB95-59919FA06FF4}"/>
          </ac:picMkLst>
        </pc:picChg>
      </pc:sldChg>
      <pc:sldChg chg="addSp delSp modSp add mod ord">
        <pc:chgData name="LEIDY TOLEDO ROJAS" userId="c10416f8c6a8dd15" providerId="LiveId" clId="{1B7C85DF-C6DF-4C8A-A7F0-6A26655CD861}" dt="2025-12-02T15:49:22.649" v="1528" actId="1076"/>
        <pc:sldMkLst>
          <pc:docMk/>
          <pc:sldMk cId="2877346804" sldId="385"/>
        </pc:sldMkLst>
        <pc:spChg chg="mod">
          <ac:chgData name="LEIDY TOLEDO ROJAS" userId="c10416f8c6a8dd15" providerId="LiveId" clId="{1B7C85DF-C6DF-4C8A-A7F0-6A26655CD861}" dt="2025-12-02T15:49:22.649" v="1528" actId="1076"/>
          <ac:spMkLst>
            <pc:docMk/>
            <pc:sldMk cId="2877346804" sldId="385"/>
            <ac:spMk id="11" creationId="{F822CD70-7B5F-4F96-8B11-44F22283E723}"/>
          </ac:spMkLst>
        </pc:spChg>
        <pc:spChg chg="del">
          <ac:chgData name="LEIDY TOLEDO ROJAS" userId="c10416f8c6a8dd15" providerId="LiveId" clId="{1B7C85DF-C6DF-4C8A-A7F0-6A26655CD861}" dt="2025-12-02T15:49:12.230" v="1525" actId="478"/>
          <ac:spMkLst>
            <pc:docMk/>
            <pc:sldMk cId="2877346804" sldId="385"/>
            <ac:spMk id="15" creationId="{C983CCBD-8656-433A-8CCA-94CEDC70C15E}"/>
          </ac:spMkLst>
        </pc:spChg>
        <pc:spChg chg="mod">
          <ac:chgData name="LEIDY TOLEDO ROJAS" userId="c10416f8c6a8dd15" providerId="LiveId" clId="{1B7C85DF-C6DF-4C8A-A7F0-6A26655CD861}" dt="2025-12-02T15:49:18.899" v="1526" actId="1076"/>
          <ac:spMkLst>
            <pc:docMk/>
            <pc:sldMk cId="2877346804" sldId="385"/>
            <ac:spMk id="16" creationId="{659B6D37-2A44-4A2D-91DD-A9D706E96CE7}"/>
          </ac:spMkLst>
        </pc:spChg>
        <pc:spChg chg="mod">
          <ac:chgData name="LEIDY TOLEDO ROJAS" userId="c10416f8c6a8dd15" providerId="LiveId" clId="{1B7C85DF-C6DF-4C8A-A7F0-6A26655CD861}" dt="2025-12-02T15:49:20.927" v="1527" actId="1076"/>
          <ac:spMkLst>
            <pc:docMk/>
            <pc:sldMk cId="2877346804" sldId="385"/>
            <ac:spMk id="17" creationId="{E18C3530-BF58-4134-B595-E67E3491D10C}"/>
          </ac:spMkLst>
        </pc:spChg>
        <pc:picChg chg="del">
          <ac:chgData name="LEIDY TOLEDO ROJAS" userId="c10416f8c6a8dd15" providerId="LiveId" clId="{1B7C85DF-C6DF-4C8A-A7F0-6A26655CD861}" dt="2025-12-02T15:48:43.343" v="1522" actId="478"/>
          <ac:picMkLst>
            <pc:docMk/>
            <pc:sldMk cId="2877346804" sldId="385"/>
            <ac:picMk id="3" creationId="{EE1AB82A-FF9D-47F7-AD0A-195FEE746811}"/>
          </ac:picMkLst>
        </pc:picChg>
        <pc:picChg chg="add mod">
          <ac:chgData name="LEIDY TOLEDO ROJAS" userId="c10416f8c6a8dd15" providerId="LiveId" clId="{1B7C85DF-C6DF-4C8A-A7F0-6A26655CD861}" dt="2025-12-02T15:49:09.627" v="1524" actId="1076"/>
          <ac:picMkLst>
            <pc:docMk/>
            <pc:sldMk cId="2877346804" sldId="385"/>
            <ac:picMk id="5" creationId="{6D7C3CC1-6818-41B0-AADE-3F11843E72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12829-F6B4-433E-A0AC-E1E0757E0B14}" type="datetimeFigureOut">
              <a:rPr lang="es-419" smtClean="0"/>
              <a:t>3/12/2025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F7FA9-FA71-49BA-B377-1EF8F4A0B0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968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10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34315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9147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21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458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88" y="2181642"/>
            <a:ext cx="6655837" cy="1559864"/>
          </a:xfrm>
        </p:spPr>
        <p:txBody>
          <a:bodyPr>
            <a:noAutofit/>
          </a:bodyPr>
          <a:lstStyle/>
          <a:p>
            <a:r>
              <a:rPr lang="es-CO" sz="4400" dirty="0">
                <a:latin typeface="Arial" panose="020B0604020202020204" pitchFamily="34" charset="0"/>
                <a:cs typeface="Arial" panose="020B0604020202020204" pitchFamily="34" charset="0"/>
              </a:rPr>
              <a:t>COMITÉ DE HISTORIAS CLÍNICAS 5 - 2025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268" y="365125"/>
            <a:ext cx="9991531" cy="1325563"/>
          </a:xfrm>
        </p:spPr>
        <p:txBody>
          <a:bodyPr/>
          <a:lstStyle/>
          <a:p>
            <a:pPr algn="ctr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ORDEN DEL DÍA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7559F5-0BE3-46D7-9CCE-7216A049AD23}"/>
              </a:ext>
            </a:extLst>
          </p:cNvPr>
          <p:cNvSpPr txBox="1"/>
          <p:nvPr/>
        </p:nvSpPr>
        <p:spPr>
          <a:xfrm>
            <a:off x="1612490" y="2094731"/>
            <a:ext cx="90653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Verificación de quorum 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Aprobación orden del día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Indicadores Resolución 408 del 2018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Revisión de solicitudes inclusión de historia clínica: Gineco, urgencias, psicología, anestesia, odontología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Revisión de compromisos adquiridos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Proposiciones y varios.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7111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234" y="2350043"/>
            <a:ext cx="9991531" cy="1325563"/>
          </a:xfrm>
          <a:ln w="28575">
            <a:solidFill>
              <a:schemeClr val="accent2"/>
            </a:solidFill>
          </a:ln>
        </p:spPr>
        <p:txBody>
          <a:bodyPr/>
          <a:lstStyle/>
          <a:p>
            <a:pPr algn="ctr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1. VERIFICACIÓN DE QUORUM</a:t>
            </a:r>
          </a:p>
        </p:txBody>
      </p:sp>
    </p:spTree>
    <p:extLst>
      <p:ext uri="{BB962C8B-B14F-4D97-AF65-F5344CB8AC3E}">
        <p14:creationId xmlns:p14="http://schemas.microsoft.com/office/powerpoint/2010/main" val="28989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329299"/>
            <a:ext cx="9991531" cy="1325563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2. APROBACIÓN ORDEN DEL DÍA</a:t>
            </a:r>
          </a:p>
        </p:txBody>
      </p:sp>
    </p:spTree>
    <p:extLst>
      <p:ext uri="{BB962C8B-B14F-4D97-AF65-F5344CB8AC3E}">
        <p14:creationId xmlns:p14="http://schemas.microsoft.com/office/powerpoint/2010/main" val="91731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057400"/>
            <a:ext cx="9991531" cy="1236406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 3. INDICADORES RESOLUCIÓN 408 DE 2018</a:t>
            </a:r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3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170812" y="2143432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4617A0-A0A4-4EE2-A38E-65F9FD1F4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530" y="2774446"/>
            <a:ext cx="5286715" cy="152857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E98070-1D4E-482E-88B9-B10579D10416}"/>
              </a:ext>
            </a:extLst>
          </p:cNvPr>
          <p:cNvSpPr txBox="1"/>
          <p:nvPr/>
        </p:nvSpPr>
        <p:spPr>
          <a:xfrm>
            <a:off x="1083289" y="1171315"/>
            <a:ext cx="10601291" cy="160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s-419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La institución establece que, para determinar los criterios de calidad superior en la adherencia a las GPC y protocolos clínicos en el proceso de acreditación, se considerará una </a:t>
            </a:r>
            <a:r>
              <a:rPr lang="es-419" sz="1600" b="1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adherencia estricta con un puntaje promedio igual o superior a 4.5.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s-CO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La clasificación de cumplimiento se define de la siguiente manera:</a:t>
            </a: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SzPts val="11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s-CO" sz="1600" dirty="0">
              <a:effectLst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E042AA-BF33-4A5B-94FE-92F34884DC50}"/>
              </a:ext>
            </a:extLst>
          </p:cNvPr>
          <p:cNvSpPr txBox="1"/>
          <p:nvPr/>
        </p:nvSpPr>
        <p:spPr>
          <a:xfrm>
            <a:off x="3911122" y="27926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2060"/>
                </a:solidFill>
              </a:rPr>
              <a:t>Criterios de adherencia ESTRICTA a GPC </a:t>
            </a:r>
            <a:endParaRPr lang="es-CO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2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210141" y="2340077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C19D8EE-4D0E-41B7-B075-96620B5A692B}"/>
              </a:ext>
            </a:extLst>
          </p:cNvPr>
          <p:cNvSpPr txBox="1"/>
          <p:nvPr/>
        </p:nvSpPr>
        <p:spPr>
          <a:xfrm>
            <a:off x="3136491" y="331766"/>
            <a:ext cx="7128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2060"/>
                </a:solidFill>
              </a:rPr>
              <a:t>Oportunidad en la realización de apendicectomía</a:t>
            </a:r>
            <a:r>
              <a:rPr lang="es-MX" sz="2400" dirty="0">
                <a:solidFill>
                  <a:srgbClr val="002060"/>
                </a:solidFill>
              </a:rPr>
              <a:t> </a:t>
            </a:r>
            <a:endParaRPr lang="es-CO" sz="2400" dirty="0">
              <a:solidFill>
                <a:srgbClr val="00206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77C2D3C-3365-487D-9EA7-9C52C559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921" y="989040"/>
            <a:ext cx="10927156" cy="18158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Numerador: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Número de pacientes con diagnóstico de apendicitis al egreso a quienes se les realizó la apendicectomía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dentro de las 6 horas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desde la confirmación del diagnóstico, durante el periodo de reporte.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Denominador: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Total de pacientes con diagnóstico de apendicitis al egreso durante el mismo periodo.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6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Estándar / meta según la norma: ≥ 0,90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5BA3522-DEC5-4F0E-9C3A-73F43DD5F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25" y="3180680"/>
            <a:ext cx="1110765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600" b="1" dirty="0"/>
              <a:t>Denominador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todas los egresos en el periodo 1 de enero 2025 a 31 de octubre del 2025 con diagnóstico de </a:t>
            </a:r>
            <a:r>
              <a:rPr kumimoji="0" lang="es-CO" altLang="es-CO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apendicitis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 egreso.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Por cada historia se extrae: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Fecha y hora de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confirmación del diagnóstico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1600" dirty="0"/>
              <a:t>       - 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egistro por cirugía general CIE-10 – Que es el mismo momento en que solicita la cx al confirmar el dx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1600" dirty="0"/>
              <a:t>       - También entre la solicitud de IC por medicina general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Fecha y hora de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</a:t>
            </a:r>
            <a:r>
              <a:rPr lang="es-CO" altLang="es-CO" sz="1600" b="1" dirty="0"/>
              <a:t>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cirugía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(hora </a:t>
            </a:r>
            <a:r>
              <a:rPr lang="es-CO" altLang="es-CO" sz="1600" dirty="0"/>
              <a:t>en 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informe quirúrgico de inicio de cirugía)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 calcula el tiempo transcurrido: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tiempo horas = (fecha/hora intervención – fecha</a:t>
            </a:r>
            <a:r>
              <a:rPr lang="es-CO" altLang="es-CO" sz="1600" dirty="0"/>
              <a:t>/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hora confirmación) en horas.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6252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93DC04A-55AE-4227-9F17-1755F6F4C8B9}"/>
              </a:ext>
            </a:extLst>
          </p:cNvPr>
          <p:cNvSpPr txBox="1"/>
          <p:nvPr/>
        </p:nvSpPr>
        <p:spPr>
          <a:xfrm>
            <a:off x="3215146" y="167148"/>
            <a:ext cx="767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002060"/>
                </a:solidFill>
              </a:rPr>
              <a:t>Denominador: 160 egresos con dx de apendicectomía del 01/01/25 a 31/10/25</a:t>
            </a:r>
          </a:p>
          <a:p>
            <a:endParaRPr lang="es-CO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7D699F77-B800-4C00-9F59-37810CC7D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282638"/>
              </p:ext>
            </p:extLst>
          </p:nvPr>
        </p:nvGraphicFramePr>
        <p:xfrm>
          <a:off x="1727200" y="1487594"/>
          <a:ext cx="8127999" cy="2108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07381">
                  <a:extLst>
                    <a:ext uri="{9D8B030D-6E8A-4147-A177-3AD203B41FA5}">
                      <a16:colId xmlns:a16="http://schemas.microsoft.com/office/drawing/2014/main" val="3178825332"/>
                    </a:ext>
                  </a:extLst>
                </a:gridCol>
                <a:gridCol w="3195483">
                  <a:extLst>
                    <a:ext uri="{9D8B030D-6E8A-4147-A177-3AD203B41FA5}">
                      <a16:colId xmlns:a16="http://schemas.microsoft.com/office/drawing/2014/main" val="3616812499"/>
                    </a:ext>
                  </a:extLst>
                </a:gridCol>
                <a:gridCol w="2825135">
                  <a:extLst>
                    <a:ext uri="{9D8B030D-6E8A-4147-A177-3AD203B41FA5}">
                      <a16:colId xmlns:a16="http://schemas.microsoft.com/office/drawing/2014/main" val="133678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 Médico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Médico especialista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91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/>
                        <a:t>Casos &lt; 6 horas entre dx hasta 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4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/>
                        <a:t>Casos &gt; 6 horas entre dx hasta 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074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/>
                        <a:t>Total egresos con dx apendicectomía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883204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833DC03F-94E1-4D92-B085-929D7ACE9A06}"/>
              </a:ext>
            </a:extLst>
          </p:cNvPr>
          <p:cNvSpPr txBox="1"/>
          <p:nvPr/>
        </p:nvSpPr>
        <p:spPr>
          <a:xfrm>
            <a:off x="3937819" y="3900577"/>
            <a:ext cx="2861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 Indicador=0.4375= 43,75%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9CAE8A14-ADC5-4EF7-A491-A75CC06A98F6}"/>
              </a:ext>
            </a:extLst>
          </p:cNvPr>
          <p:cNvSpPr/>
          <p:nvPr/>
        </p:nvSpPr>
        <p:spPr>
          <a:xfrm>
            <a:off x="5368412" y="3636471"/>
            <a:ext cx="88490" cy="22342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DF556AED-049A-461C-9CC8-85A3AF1138D0}"/>
              </a:ext>
            </a:extLst>
          </p:cNvPr>
          <p:cNvSpPr/>
          <p:nvPr/>
        </p:nvSpPr>
        <p:spPr>
          <a:xfrm>
            <a:off x="8480321" y="3636470"/>
            <a:ext cx="88490" cy="223429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008EFCB-D224-4B95-A9EC-D2D6E831EA6A}"/>
              </a:ext>
            </a:extLst>
          </p:cNvPr>
          <p:cNvSpPr txBox="1"/>
          <p:nvPr/>
        </p:nvSpPr>
        <p:spPr>
          <a:xfrm>
            <a:off x="7138217" y="3934928"/>
            <a:ext cx="2861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 Indicador=0.925=92.5%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8E9E9D9-4C91-44AC-8064-E30D5566D33E}"/>
              </a:ext>
            </a:extLst>
          </p:cNvPr>
          <p:cNvSpPr txBox="1"/>
          <p:nvPr/>
        </p:nvSpPr>
        <p:spPr>
          <a:xfrm>
            <a:off x="417868" y="4980742"/>
            <a:ext cx="103779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 los 160 casos, a 67 se les solicitó imagenología tipo Tomografía de Abdomen con contraste. El 41,8 %</a:t>
            </a:r>
          </a:p>
          <a:p>
            <a:endParaRPr lang="es-MX" b="1" dirty="0"/>
          </a:p>
          <a:p>
            <a:r>
              <a:rPr lang="es-MX" dirty="0"/>
              <a:t>Entre los 67 casos que se les solicitó imagenología:</a:t>
            </a:r>
          </a:p>
          <a:p>
            <a:r>
              <a:rPr lang="es-MX" dirty="0"/>
              <a:t> - Tiempo mínimo entre solicitud e inicio de </a:t>
            </a:r>
            <a:r>
              <a:rPr lang="es-MX" dirty="0" err="1"/>
              <a:t>cx</a:t>
            </a:r>
            <a:r>
              <a:rPr lang="es-MX" dirty="0"/>
              <a:t>: 3:08 horas</a:t>
            </a:r>
          </a:p>
          <a:p>
            <a:r>
              <a:rPr lang="es-MX" dirty="0"/>
              <a:t> - Tiempo máximo entre solicitud e inicio de </a:t>
            </a:r>
            <a:r>
              <a:rPr lang="es-MX" dirty="0" err="1"/>
              <a:t>cx</a:t>
            </a:r>
            <a:r>
              <a:rPr lang="es-MX" dirty="0"/>
              <a:t>:  23 horas</a:t>
            </a:r>
          </a:p>
        </p:txBody>
      </p:sp>
    </p:spTree>
    <p:extLst>
      <p:ext uri="{BB962C8B-B14F-4D97-AF65-F5344CB8AC3E}">
        <p14:creationId xmlns:p14="http://schemas.microsoft.com/office/powerpoint/2010/main" val="317262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93DC04A-55AE-4227-9F17-1755F6F4C8B9}"/>
              </a:ext>
            </a:extLst>
          </p:cNvPr>
          <p:cNvSpPr txBox="1"/>
          <p:nvPr/>
        </p:nvSpPr>
        <p:spPr>
          <a:xfrm>
            <a:off x="3215146" y="167148"/>
            <a:ext cx="767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002060"/>
                </a:solidFill>
              </a:rPr>
              <a:t>Denominador: 160 egresos con apendicectomía del 01/01/25 a 31/10/25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36FAC6-5096-4C66-BF9F-180FFD03EC93}"/>
              </a:ext>
            </a:extLst>
          </p:cNvPr>
          <p:cNvSpPr txBox="1"/>
          <p:nvPr/>
        </p:nvSpPr>
        <p:spPr>
          <a:xfrm>
            <a:off x="1096295" y="855606"/>
            <a:ext cx="103779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Denominador: </a:t>
            </a:r>
            <a:r>
              <a:rPr lang="es-MX" dirty="0"/>
              <a:t>160 casos con diagnóstico de apendicitis al egreso.</a:t>
            </a:r>
          </a:p>
          <a:p>
            <a:r>
              <a:rPr lang="es-MX" b="1" dirty="0"/>
              <a:t>Numerador: </a:t>
            </a:r>
            <a:r>
              <a:rPr lang="es-MX" dirty="0"/>
              <a:t>148 casos intervenidos dentro de las ≤ 6 horas entre la confirmación del diagnóstico por </a:t>
            </a:r>
            <a:r>
              <a:rPr lang="es-MX" u="sng" dirty="0"/>
              <a:t>cirugía general y el inicio de la cirugía</a:t>
            </a:r>
            <a:r>
              <a:rPr lang="es-MX" dirty="0"/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59243C-FF7D-4DC6-A809-4A10F4213AF3}"/>
              </a:ext>
            </a:extLst>
          </p:cNvPr>
          <p:cNvSpPr txBox="1"/>
          <p:nvPr/>
        </p:nvSpPr>
        <p:spPr>
          <a:xfrm>
            <a:off x="1194618" y="1977132"/>
            <a:ext cx="2861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 Indicador=0.925=92.5%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F1D3B5-DF0F-4822-BCC5-7EA9B247470F}"/>
              </a:ext>
            </a:extLst>
          </p:cNvPr>
          <p:cNvSpPr txBox="1"/>
          <p:nvPr/>
        </p:nvSpPr>
        <p:spPr>
          <a:xfrm>
            <a:off x="1096295" y="2787752"/>
            <a:ext cx="103779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Denominador: </a:t>
            </a:r>
            <a:r>
              <a:rPr lang="es-MX" dirty="0"/>
              <a:t>160 casos con diagnóstico de apendicitis al egreso.</a:t>
            </a:r>
          </a:p>
          <a:p>
            <a:r>
              <a:rPr lang="es-MX" b="1" dirty="0"/>
              <a:t>Numerador: </a:t>
            </a:r>
            <a:r>
              <a:rPr lang="es-MX" dirty="0"/>
              <a:t>70 casos intervenidos dentro de las ≤ 6 horas entre la confirmación del diagnóstico por </a:t>
            </a:r>
            <a:r>
              <a:rPr lang="es-MX" u="sng" dirty="0"/>
              <a:t>medicina general y el inicio de la cirugía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EEB3F8-6796-490F-82BB-99844C03A01B}"/>
              </a:ext>
            </a:extLst>
          </p:cNvPr>
          <p:cNvSpPr txBox="1"/>
          <p:nvPr/>
        </p:nvSpPr>
        <p:spPr>
          <a:xfrm>
            <a:off x="1194617" y="4028513"/>
            <a:ext cx="2861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 Indicador=0.4375= 43,75%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0C006F2-4E19-4A34-9FDF-DD22D011EB0C}"/>
              </a:ext>
            </a:extLst>
          </p:cNvPr>
          <p:cNvSpPr txBox="1"/>
          <p:nvPr/>
        </p:nvSpPr>
        <p:spPr>
          <a:xfrm>
            <a:off x="1096294" y="5079065"/>
            <a:ext cx="10377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 los 160 casos, a 67 se les solicitó imagenología tipo Tomografía de Abdomen con contraste. El 41,8 %</a:t>
            </a:r>
          </a:p>
          <a:p>
            <a:endParaRPr lang="es-MX" b="1" dirty="0"/>
          </a:p>
          <a:p>
            <a:r>
              <a:rPr lang="es-MX" dirty="0"/>
              <a:t>Entre los 67 casos que se les solicitó imagenología:</a:t>
            </a:r>
          </a:p>
          <a:p>
            <a:r>
              <a:rPr lang="es-MX" dirty="0"/>
              <a:t> - Tiempo promedio entre solicitud de imagenología y realización de </a:t>
            </a:r>
            <a:r>
              <a:rPr lang="es-MX" dirty="0" err="1"/>
              <a:t>cx</a:t>
            </a:r>
            <a:r>
              <a:rPr lang="es-MX" dirty="0"/>
              <a:t>: 8,6 horas</a:t>
            </a:r>
          </a:p>
        </p:txBody>
      </p:sp>
    </p:spTree>
    <p:extLst>
      <p:ext uri="{BB962C8B-B14F-4D97-AF65-F5344CB8AC3E}">
        <p14:creationId xmlns:p14="http://schemas.microsoft.com/office/powerpoint/2010/main" val="2771475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014D75A-0D3D-49B2-851B-9DDE42038741}"/>
              </a:ext>
            </a:extLst>
          </p:cNvPr>
          <p:cNvSpPr txBox="1"/>
          <p:nvPr/>
        </p:nvSpPr>
        <p:spPr>
          <a:xfrm>
            <a:off x="1189702" y="365093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2060"/>
                </a:solidFill>
              </a:rPr>
              <a:t>“Oportunidad en la atención específica de pacientes con diagnóstico al egreso de Infarto Agudo de Miocardio (IAM)”</a:t>
            </a:r>
            <a:endParaRPr lang="es-CO" b="1" dirty="0">
              <a:solidFill>
                <a:srgbClr val="00206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0483439-186C-42F7-A5F2-BA88717F8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00" y="1264377"/>
            <a:ext cx="11436883" cy="15696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Numerador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número de pacientes con diagnóstico de egreso de IAM a quienes se inició la terapia específica (según la guía de manejo) dentro de la primera hora posterior al diagnóstico.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Denominador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total de pacientes con diagnóstico de egreso de IAM en la vigencia objeto de evaluación.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O" altLang="es-CO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Estándar / meta según la norma: ≥ 0,90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AA7EF11-8FBA-4799-B38C-3F330F53B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00" y="3309152"/>
            <a:ext cx="11107652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600" b="1" dirty="0"/>
              <a:t>Denominador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todas los egresos en el periodo 1 de enero 2025 a 30 de </a:t>
            </a:r>
            <a:r>
              <a:rPr lang="es-CO" altLang="es-CO" sz="1600" dirty="0"/>
              <a:t>septiembre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2025 con diagnóstico de </a:t>
            </a:r>
            <a:r>
              <a:rPr lang="es-CO" altLang="es-CO" sz="1600" i="1" dirty="0"/>
              <a:t>IAM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 egreso.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 cada </a:t>
            </a:r>
            <a:r>
              <a:rPr lang="es-CO" altLang="es-CO" sz="1600" b="1" dirty="0"/>
              <a:t>historia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extrae: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Fecha y hora de </a:t>
            </a:r>
            <a:r>
              <a:rPr lang="es-CO" altLang="es-CO" sz="1600" dirty="0"/>
              <a:t>código CIE -10 de IAM realizado por médico primer respondiente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Fecha y hora de ingreso en el que </a:t>
            </a:r>
            <a:r>
              <a:rPr lang="es-CO" altLang="es-CO" sz="1600" dirty="0"/>
              <a:t>el jefe de enfermería coloca la nota de administración de 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tratamiento</a:t>
            </a:r>
            <a:endParaRPr lang="es-MX" sz="1600" dirty="0"/>
          </a:p>
          <a:p>
            <a:pPr lvl="3"/>
            <a:r>
              <a:rPr lang="es-MX" sz="1600" b="1" dirty="0"/>
              <a:t>STEMI</a:t>
            </a:r>
          </a:p>
          <a:p>
            <a:pPr lvl="3"/>
            <a:r>
              <a:rPr lang="es-MX" sz="1600" dirty="0"/>
              <a:t>✔️ Angioplastia primaria iniciada (proceso activado y paciente trasladado a hemodinamia)</a:t>
            </a:r>
            <a:br>
              <a:rPr lang="es-MX" sz="1600" dirty="0"/>
            </a:br>
            <a:r>
              <a:rPr lang="es-MX" sz="1600" dirty="0"/>
              <a:t>✔️ Fibrinolítico administrado</a:t>
            </a:r>
          </a:p>
          <a:p>
            <a:pPr lvl="3"/>
            <a:r>
              <a:rPr lang="es-MX" sz="1600" b="1" dirty="0"/>
              <a:t>NSTEMI</a:t>
            </a:r>
          </a:p>
          <a:p>
            <a:pPr lvl="3"/>
            <a:r>
              <a:rPr lang="es-MX" sz="1600" dirty="0"/>
              <a:t>✔️ Antiagregación dual + anticoagulación + manejo anti isquémico temprano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 calcula el tiempo transcurrido: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tiempo </a:t>
            </a:r>
            <a:r>
              <a:rPr lang="es-CO" altLang="es-CO" sz="1600" dirty="0"/>
              <a:t>mins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 (fecha/hora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tto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fecha</a:t>
            </a:r>
            <a:r>
              <a:rPr lang="es-CO" altLang="es-CO" sz="1600" dirty="0"/>
              <a:t>/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hora </a:t>
            </a:r>
            <a:r>
              <a:rPr lang="es-CO" altLang="es-CO" sz="1600" dirty="0"/>
              <a:t>de ingreso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en </a:t>
            </a:r>
            <a:r>
              <a:rPr lang="es-CO" altLang="es-CO" sz="1600" dirty="0"/>
              <a:t>mins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39368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5AB9E3B-14E4-419A-B50A-D45B844D1AB8}"/>
              </a:ext>
            </a:extLst>
          </p:cNvPr>
          <p:cNvSpPr txBox="1"/>
          <p:nvPr/>
        </p:nvSpPr>
        <p:spPr>
          <a:xfrm>
            <a:off x="3097159" y="414510"/>
            <a:ext cx="767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002060"/>
                </a:solidFill>
              </a:rPr>
              <a:t>Denominador: 52 egresos con IAM del 01/01/25 a 30/09/25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F929556-794C-4283-97FB-CC0765B7F669}"/>
              </a:ext>
            </a:extLst>
          </p:cNvPr>
          <p:cNvSpPr txBox="1"/>
          <p:nvPr/>
        </p:nvSpPr>
        <p:spPr>
          <a:xfrm>
            <a:off x="3755920" y="1772853"/>
            <a:ext cx="6764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highlight>
                  <a:srgbClr val="FFFF00"/>
                </a:highlight>
              </a:rPr>
              <a:t>49 (que cumplen el criterio)/52= 0,94=94%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D820674-F8FB-4E4F-BE9F-26D374250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458" y="3429000"/>
            <a:ext cx="8377084" cy="26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259302" y="45228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de Guía de manejo específica: HTA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4EF4D5-CDBB-4E25-89BF-A03D7CB3AB28}"/>
              </a:ext>
            </a:extLst>
          </p:cNvPr>
          <p:cNvSpPr txBox="1"/>
          <p:nvPr/>
        </p:nvSpPr>
        <p:spPr>
          <a:xfrm>
            <a:off x="1248695" y="1079624"/>
            <a:ext cx="10294375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Numerador</a:t>
            </a:r>
            <a:r>
              <a:rPr lang="es-CO" dirty="0"/>
              <a:t>=Número de historias clínicas auditadas con aplicación estricta de la guía </a:t>
            </a:r>
            <a:r>
              <a:rPr lang="es-CO" b="1" dirty="0"/>
              <a:t>Denominado</a:t>
            </a:r>
            <a:r>
              <a:rPr lang="es-CO" dirty="0"/>
              <a:t>r=Total de historias clínicas auditadas de pacientes hipertensos de la muestra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≥ 0,80  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C085ED-D63A-4E3C-812F-2452E26905D0}"/>
              </a:ext>
            </a:extLst>
          </p:cNvPr>
          <p:cNvSpPr txBox="1"/>
          <p:nvPr/>
        </p:nvSpPr>
        <p:spPr>
          <a:xfrm>
            <a:off x="57758" y="2234706"/>
            <a:ext cx="55158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Para el cálculo de la muestra se tomó como base la cantidad de atenciones por diagnóstico de hipertensión arterial registradas el mes anterior. A partir de este dato, se aplicó la fórmula estadística de estimación de proporciones con un nivel de confianza del </a:t>
            </a:r>
            <a:r>
              <a:rPr lang="es-MX" sz="1600" b="1" dirty="0"/>
              <a:t>95%</a:t>
            </a:r>
            <a:r>
              <a:rPr lang="es-MX" sz="1600" dirty="0"/>
              <a:t>, donde: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Z (alfa medios)</a:t>
            </a:r>
            <a:r>
              <a:rPr lang="es-MX" sz="1600" dirty="0"/>
              <a:t> corresponde al valor estadístico que garantiza el nivel de confianza; para 95% equivale a </a:t>
            </a:r>
            <a:r>
              <a:rPr lang="es-MX" sz="1600" b="1" dirty="0"/>
              <a:t>1.96</a:t>
            </a:r>
            <a:r>
              <a:rPr lang="es-MX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p</a:t>
            </a:r>
            <a:r>
              <a:rPr lang="es-MX" sz="1600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q</a:t>
            </a:r>
            <a:r>
              <a:rPr lang="es-MX" sz="1600" dirty="0"/>
              <a:t> es el complemento de p (</a:t>
            </a:r>
            <a:r>
              <a:rPr lang="es-MX" sz="1600" b="1" dirty="0"/>
              <a:t>1–p</a:t>
            </a:r>
            <a:r>
              <a:rPr lang="es-MX" sz="1600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</a:t>
            </a:r>
            <a:r>
              <a:rPr lang="es-MX" sz="1600" dirty="0"/>
              <a:t> corresponde al margen de error aceptado para el cálculo (usado </a:t>
            </a:r>
            <a:r>
              <a:rPr lang="es-MX" sz="1600" b="1" dirty="0"/>
              <a:t>5%</a:t>
            </a:r>
            <a:r>
              <a:rPr lang="es-MX" sz="1600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algn="just"/>
            <a:r>
              <a:rPr lang="es-MX" sz="1600" dirty="0"/>
              <a:t>Con estos parámetros se estimó el tamaño de muestra requerido para la auditoría, garantizando que el resultado fuera representativo y estadísticamente válido para evaluar la adherencia del programa de hipertensión arterial.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4A4B7C8-602D-45B5-80EE-A0A2DB7F0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46" y="4882089"/>
            <a:ext cx="3894978" cy="14453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4083C58-CBFA-4E4D-920F-B17DBDA8FA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810" t="10217" r="7815" b="1193"/>
          <a:stretch/>
        </p:blipFill>
        <p:spPr>
          <a:xfrm>
            <a:off x="6395882" y="2384488"/>
            <a:ext cx="4726192" cy="21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30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354823" y="2003966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F375AF-BF35-4F56-8792-2B89B9E6B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87" y="837339"/>
            <a:ext cx="5263068" cy="176831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0A6E195-37BA-4823-9285-37C55A18C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5824" y="1062215"/>
            <a:ext cx="48596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689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264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0,383=38,3%</a:t>
            </a: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29C9BF-80D4-48FA-96EB-114FABF94B3D}"/>
              </a:ext>
            </a:extLst>
          </p:cNvPr>
          <p:cNvSpPr txBox="1"/>
          <p:nvPr/>
        </p:nvSpPr>
        <p:spPr>
          <a:xfrm>
            <a:off x="1307690" y="255036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Desde software: 01/07/2025- 31/10/25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D6DB0B0-49E7-4959-ADB4-CBB748BFC3CC}"/>
              </a:ext>
            </a:extLst>
          </p:cNvPr>
          <p:cNvSpPr txBox="1"/>
          <p:nvPr/>
        </p:nvSpPr>
        <p:spPr>
          <a:xfrm>
            <a:off x="1307689" y="3122697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Antes software: 01/01/2025- 30/06/25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7357901-B5FC-4BA2-B54F-FC3142013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0749" y="4263500"/>
            <a:ext cx="480125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342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115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0,336=33,6%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dirty="0"/>
              <a:t>Evaluaciones con (&gt;4.0): 216- 63,15%</a:t>
            </a: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E9E3F28-43CD-477A-B824-D50C98F33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689" y="3504377"/>
            <a:ext cx="5452507" cy="251628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3AA9535-F858-4BA4-AE16-10C17CB866EC}"/>
              </a:ext>
            </a:extLst>
          </p:cNvPr>
          <p:cNvSpPr txBox="1"/>
          <p:nvPr/>
        </p:nvSpPr>
        <p:spPr>
          <a:xfrm>
            <a:off x="4127800" y="6341354"/>
            <a:ext cx="6236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C00000"/>
                </a:solidFill>
              </a:rPr>
              <a:t>Adherencia total: 379/1031: 0,36</a:t>
            </a:r>
          </a:p>
        </p:txBody>
      </p:sp>
    </p:spTree>
    <p:extLst>
      <p:ext uri="{BB962C8B-B14F-4D97-AF65-F5344CB8AC3E}">
        <p14:creationId xmlns:p14="http://schemas.microsoft.com/office/powerpoint/2010/main" val="3216495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354823" y="2003966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2087F67-1959-4B2B-8FC1-00B8555D0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862" y="166232"/>
            <a:ext cx="8602275" cy="6525536"/>
          </a:xfrm>
          <a:prstGeom prst="rect">
            <a:avLst/>
          </a:prstGeom>
        </p:spPr>
      </p:pic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95D406A5-D076-4855-917C-31B7B4AB8E64}"/>
              </a:ext>
            </a:extLst>
          </p:cNvPr>
          <p:cNvSpPr/>
          <p:nvPr/>
        </p:nvSpPr>
        <p:spPr>
          <a:xfrm>
            <a:off x="1132959" y="3665561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7AA6C536-E071-4FE3-8682-918D2BC3E357}"/>
              </a:ext>
            </a:extLst>
          </p:cNvPr>
          <p:cNvSpPr/>
          <p:nvPr/>
        </p:nvSpPr>
        <p:spPr>
          <a:xfrm>
            <a:off x="1132959" y="5223974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02423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170812" y="2143432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5CD314-20C1-4AC4-BE43-B143069FB229}"/>
              </a:ext>
            </a:extLst>
          </p:cNvPr>
          <p:cNvSpPr txBox="1"/>
          <p:nvPr/>
        </p:nvSpPr>
        <p:spPr>
          <a:xfrm>
            <a:off x="2170812" y="140216"/>
            <a:ext cx="90920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de guía de manejo de la primera causa de egreso hospitalario o de morbilidad atendida: Dolor abdominal (urgencias)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61724C-544C-4A1D-9C52-9C1F9022D071}"/>
              </a:ext>
            </a:extLst>
          </p:cNvPr>
          <p:cNvSpPr txBox="1"/>
          <p:nvPr/>
        </p:nvSpPr>
        <p:spPr>
          <a:xfrm>
            <a:off x="776748" y="1321645"/>
            <a:ext cx="10638503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Numerador</a:t>
            </a:r>
            <a:r>
              <a:rPr lang="es-MX" dirty="0"/>
              <a:t>=Número de historias clínicas auditadas (muestra) con aplicación estricta de la guía de manejo para   la primera causa de egreso u morbilidad</a:t>
            </a:r>
          </a:p>
          <a:p>
            <a:r>
              <a:rPr lang="es-MX" b="1" dirty="0"/>
              <a:t>Denominador</a:t>
            </a:r>
            <a:r>
              <a:rPr lang="es-MX" dirty="0"/>
              <a:t>=Total de historias clínicas auditadas (muestra) con diagnóstico de la primera causa de egreso u     morbilidad en esa vigencia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≥ 0,80 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885E948-CB5E-4AAE-902E-9FD47EDF365C}"/>
              </a:ext>
            </a:extLst>
          </p:cNvPr>
          <p:cNvSpPr txBox="1"/>
          <p:nvPr/>
        </p:nvSpPr>
        <p:spPr>
          <a:xfrm>
            <a:off x="216306" y="3041189"/>
            <a:ext cx="63614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Para el cálculo de la muestra se tomó como base la cantidad de atenciones por diagnóstico de dolor abdominal registradas el mes anterior. A partir de este dato, se aplicó la fórmula estadística de estimación de proporciones con un nivel de confianza del </a:t>
            </a:r>
            <a:r>
              <a:rPr lang="es-MX" sz="1600" b="1" dirty="0"/>
              <a:t>95%</a:t>
            </a:r>
            <a:r>
              <a:rPr lang="es-MX" sz="1600" dirty="0"/>
              <a:t>, donde: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Z (alfa medios)</a:t>
            </a:r>
            <a:r>
              <a:rPr lang="es-MX" sz="1600" dirty="0"/>
              <a:t> corresponde al valor estadístico que garantiza el nivel de confianza; para 95% equivale a </a:t>
            </a:r>
            <a:r>
              <a:rPr lang="es-MX" sz="1600" b="1" dirty="0"/>
              <a:t>1.96</a:t>
            </a:r>
            <a:r>
              <a:rPr lang="es-MX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p</a:t>
            </a:r>
            <a:r>
              <a:rPr lang="es-MX" sz="1600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q</a:t>
            </a:r>
            <a:r>
              <a:rPr lang="es-MX" sz="1600" dirty="0"/>
              <a:t> es el complemento de p (</a:t>
            </a:r>
            <a:r>
              <a:rPr lang="es-MX" sz="1600" b="1" dirty="0"/>
              <a:t>1–p</a:t>
            </a:r>
            <a:r>
              <a:rPr lang="es-MX" sz="1600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</a:t>
            </a:r>
            <a:r>
              <a:rPr lang="es-MX" sz="1600" dirty="0"/>
              <a:t> corresponde al margen de error aceptado para el cálculo (usado </a:t>
            </a:r>
            <a:r>
              <a:rPr lang="es-MX" sz="1600" b="1" dirty="0"/>
              <a:t>5%</a:t>
            </a:r>
            <a:r>
              <a:rPr lang="es-MX" sz="1600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algn="just"/>
            <a:r>
              <a:rPr lang="es-MX" sz="1600" dirty="0"/>
              <a:t>Con estos parámetros se estimó el tamaño de muestra requerido para la auditoría, garantizando que el resultado fuera representativo y estadísticamente válido para evaluar la adherencia del programa de hipertensión arterial.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43C6F9-0E5E-4DD9-BE30-3DE8210CCE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10" t="10217" r="7815" b="1193"/>
          <a:stretch/>
        </p:blipFill>
        <p:spPr>
          <a:xfrm>
            <a:off x="6689059" y="3091628"/>
            <a:ext cx="4321336" cy="193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97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59E84C-3475-4D12-B9D4-2F97BB5DF6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3382"/>
          <a:stretch/>
        </p:blipFill>
        <p:spPr>
          <a:xfrm>
            <a:off x="1307689" y="781728"/>
            <a:ext cx="5495683" cy="169930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D2F8019-3BFD-4C08-A769-6EE16D48C8DC}"/>
              </a:ext>
            </a:extLst>
          </p:cNvPr>
          <p:cNvSpPr txBox="1"/>
          <p:nvPr/>
        </p:nvSpPr>
        <p:spPr>
          <a:xfrm>
            <a:off x="1307690" y="255036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Desde software: 01/07/2025- 31/10/25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4C46510-2DC3-4484-AC35-CDA7DC1E5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372" y="1032719"/>
            <a:ext cx="480125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391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135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0,34=34,52%</a:t>
            </a: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8F188D-024A-45BC-B781-B5392B173502}"/>
              </a:ext>
            </a:extLst>
          </p:cNvPr>
          <p:cNvSpPr txBox="1"/>
          <p:nvPr/>
        </p:nvSpPr>
        <p:spPr>
          <a:xfrm>
            <a:off x="1219198" y="2886722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Antes software: 01/01/2025- 30/06/25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873D036-AB80-43DC-B3A3-6B9E72FFD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098" y="3716395"/>
            <a:ext cx="5702864" cy="190278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131D430-168B-4742-BE2D-AAA92D0B6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667" y="3864849"/>
            <a:ext cx="468423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223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94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0,421= 42,1 %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/>
              <a:t>Evaluaciones con &gt;4.0: 139: 62,3%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76A955-917C-4AE7-B306-DD18330CF21D}"/>
              </a:ext>
            </a:extLst>
          </p:cNvPr>
          <p:cNvSpPr txBox="1"/>
          <p:nvPr/>
        </p:nvSpPr>
        <p:spPr>
          <a:xfrm>
            <a:off x="3940341" y="6331320"/>
            <a:ext cx="5174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C00000"/>
                </a:solidFill>
              </a:rPr>
              <a:t>Adherencia total: 229/614: 0,37</a:t>
            </a:r>
          </a:p>
        </p:txBody>
      </p:sp>
    </p:spTree>
    <p:extLst>
      <p:ext uri="{BB962C8B-B14F-4D97-AF65-F5344CB8AC3E}">
        <p14:creationId xmlns:p14="http://schemas.microsoft.com/office/powerpoint/2010/main" val="336784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354823" y="2003966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1AB82A-FF9D-47F7-AD0A-195FEE746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939" y="294837"/>
            <a:ext cx="8478433" cy="6268325"/>
          </a:xfrm>
          <a:prstGeom prst="rect">
            <a:avLst/>
          </a:prstGeom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F822CD70-7B5F-4F96-8B11-44F22283E723}"/>
              </a:ext>
            </a:extLst>
          </p:cNvPr>
          <p:cNvSpPr/>
          <p:nvPr/>
        </p:nvSpPr>
        <p:spPr>
          <a:xfrm>
            <a:off x="1337187" y="1192162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C983CCBD-8656-433A-8CCA-94CEDC70C15E}"/>
              </a:ext>
            </a:extLst>
          </p:cNvPr>
          <p:cNvSpPr/>
          <p:nvPr/>
        </p:nvSpPr>
        <p:spPr>
          <a:xfrm>
            <a:off x="1332900" y="1870001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659B6D37-2A44-4A2D-91DD-A9D706E96CE7}"/>
              </a:ext>
            </a:extLst>
          </p:cNvPr>
          <p:cNvSpPr/>
          <p:nvPr/>
        </p:nvSpPr>
        <p:spPr>
          <a:xfrm>
            <a:off x="1332900" y="3684053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E18C3530-BF58-4134-B595-E67E3491D10C}"/>
              </a:ext>
            </a:extLst>
          </p:cNvPr>
          <p:cNvSpPr/>
          <p:nvPr/>
        </p:nvSpPr>
        <p:spPr>
          <a:xfrm>
            <a:off x="1346765" y="4452142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345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9D1AF68-2837-4E82-850A-5B9E4B6D37DF}"/>
              </a:ext>
            </a:extLst>
          </p:cNvPr>
          <p:cNvSpPr txBox="1"/>
          <p:nvPr/>
        </p:nvSpPr>
        <p:spPr>
          <a:xfrm>
            <a:off x="1573162" y="177544"/>
            <a:ext cx="102943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de guía de manejo de la primera causa de egreso hospitalario o de morbilidad atendida: IVU (hospitalización)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4706CEF-06FA-457D-8EB8-06C3D4446DB9}"/>
              </a:ext>
            </a:extLst>
          </p:cNvPr>
          <p:cNvSpPr txBox="1"/>
          <p:nvPr/>
        </p:nvSpPr>
        <p:spPr>
          <a:xfrm>
            <a:off x="776748" y="1225861"/>
            <a:ext cx="10638503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Numerador</a:t>
            </a:r>
            <a:r>
              <a:rPr lang="es-MX" dirty="0"/>
              <a:t>=Número de historias clínicas auditadas (muestra) con aplicación estricta de la guía de manejo para   la primera causa de egreso u morbilidad</a:t>
            </a:r>
          </a:p>
          <a:p>
            <a:r>
              <a:rPr lang="es-MX" b="1" dirty="0"/>
              <a:t>Denominador</a:t>
            </a:r>
            <a:r>
              <a:rPr lang="es-MX" dirty="0"/>
              <a:t>=Total de historias clínicas auditadas (muestra) con diagnóstico de la primera causa de egreso u     morbilidad en esa vigencia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≥ 0,80  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C27C79-01E3-4F6E-B976-EC1F5A4B3B00}"/>
              </a:ext>
            </a:extLst>
          </p:cNvPr>
          <p:cNvSpPr txBox="1"/>
          <p:nvPr/>
        </p:nvSpPr>
        <p:spPr>
          <a:xfrm>
            <a:off x="98321" y="2920509"/>
            <a:ext cx="66957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Para el cálculo de la muestra se tomó como base la cantidad de atenciones por diagnóstico de IVU registradas el mes anterior. A partir de este dato, se aplicó la fórmula estadística de estimación de proporciones con un nivel de confianza del </a:t>
            </a:r>
            <a:r>
              <a:rPr lang="es-MX" sz="1600" b="1" dirty="0"/>
              <a:t>95%</a:t>
            </a:r>
            <a:r>
              <a:rPr lang="es-MX" sz="1600" dirty="0"/>
              <a:t>, donde: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Z (alfa medios)</a:t>
            </a:r>
            <a:r>
              <a:rPr lang="es-MX" sz="1600" dirty="0"/>
              <a:t> corresponde al valor estadístico que garantiza el nivel de confianza; para 95% equivale a </a:t>
            </a:r>
            <a:r>
              <a:rPr lang="es-MX" sz="1600" b="1" dirty="0"/>
              <a:t>1.96</a:t>
            </a:r>
            <a:r>
              <a:rPr lang="es-MX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p</a:t>
            </a:r>
            <a:r>
              <a:rPr lang="es-MX" sz="1600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q</a:t>
            </a:r>
            <a:r>
              <a:rPr lang="es-MX" sz="1600" dirty="0"/>
              <a:t> es el complemento de p (</a:t>
            </a:r>
            <a:r>
              <a:rPr lang="es-MX" sz="1600" b="1" dirty="0"/>
              <a:t>1–p</a:t>
            </a:r>
            <a:r>
              <a:rPr lang="es-MX" sz="1600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</a:t>
            </a:r>
            <a:r>
              <a:rPr lang="es-MX" sz="1600" dirty="0"/>
              <a:t> corresponde al margen de error aceptado para el cálculo (usado </a:t>
            </a:r>
            <a:r>
              <a:rPr lang="es-MX" sz="1600" b="1" dirty="0"/>
              <a:t>5%</a:t>
            </a:r>
            <a:r>
              <a:rPr lang="es-MX" sz="1600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algn="just"/>
            <a:r>
              <a:rPr lang="es-MX" sz="1600" dirty="0"/>
              <a:t>Con estos parámetros se estimó el tamaño de muestra requerido para la auditoría, garantizando que el resultado fuera representativo y estadísticamente válido para evaluar la adherencia del programa de hipertensión arterial.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F9F122-4194-4780-878B-6380ACB620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10" t="10217" r="7815" b="1193"/>
          <a:stretch/>
        </p:blipFill>
        <p:spPr>
          <a:xfrm>
            <a:off x="7043022" y="3096779"/>
            <a:ext cx="3924570" cy="161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25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3579337-5F91-4CED-BE8F-4146B86E3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53" y="1064342"/>
            <a:ext cx="6884034" cy="491367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D170EE2-89E6-4F39-8672-91E37DA969C9}"/>
              </a:ext>
            </a:extLst>
          </p:cNvPr>
          <p:cNvSpPr txBox="1"/>
          <p:nvPr/>
        </p:nvSpPr>
        <p:spPr>
          <a:xfrm>
            <a:off x="7454595" y="121182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</a:t>
            </a:r>
            <a:r>
              <a:rPr lang="es-CO" altLang="es-CO" dirty="0"/>
              <a:t>82</a:t>
            </a: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0,12=12,19%</a:t>
            </a: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7134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354823" y="2003966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F822CD70-7B5F-4F96-8B11-44F22283E723}"/>
              </a:ext>
            </a:extLst>
          </p:cNvPr>
          <p:cNvSpPr/>
          <p:nvPr/>
        </p:nvSpPr>
        <p:spPr>
          <a:xfrm>
            <a:off x="1615158" y="1252969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659B6D37-2A44-4A2D-91DD-A9D706E96CE7}"/>
              </a:ext>
            </a:extLst>
          </p:cNvPr>
          <p:cNvSpPr/>
          <p:nvPr/>
        </p:nvSpPr>
        <p:spPr>
          <a:xfrm>
            <a:off x="1615158" y="5296544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E18C3530-BF58-4134-B595-E67E3491D10C}"/>
              </a:ext>
            </a:extLst>
          </p:cNvPr>
          <p:cNvSpPr/>
          <p:nvPr/>
        </p:nvSpPr>
        <p:spPr>
          <a:xfrm>
            <a:off x="1615158" y="4442310"/>
            <a:ext cx="555942" cy="26792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7C3CC1-6818-41B0-AADE-3F11843E7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50" y="494890"/>
            <a:ext cx="8716591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46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83998" y="78658"/>
            <a:ext cx="8929807" cy="1229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b="1" dirty="0">
                <a:solidFill>
                  <a:srgbClr val="002060"/>
                </a:solidFill>
              </a:rPr>
              <a:t>Evaluación de Aplicación de guía de manejo específica: hemorragias del III trimestre y trastornos hipertensivos en la gestación</a:t>
            </a:r>
            <a:endParaRPr lang="es-CO" sz="2000" b="1" dirty="0">
              <a:solidFill>
                <a:srgbClr val="00206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42C77-7399-4114-93C7-DDA6B52EE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75" y="1455820"/>
            <a:ext cx="10919050" cy="132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Estándar/meta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≥ 0,80 (80 %)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Numerador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Número de historias clínicas auditadas (muestra) con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aplicación estricta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guía de manejo para esas complicaciones (hemorragia del III trimestre y los trastornos hipertensivos).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Denominador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Total de historias clínicas auditadas (muestra) de pacientes gestantes que tuvieron diagnóstico de hemorragia del III trimestre o trastorno hipertensivo en la gestación.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DD71E8-C0CE-4B7F-AC0F-E49F6602E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3706096"/>
            <a:ext cx="5015318" cy="213623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9DCA79D-A58B-45EB-BB18-87DA65F5B974}"/>
              </a:ext>
            </a:extLst>
          </p:cNvPr>
          <p:cNvSpPr txBox="1"/>
          <p:nvPr/>
        </p:nvSpPr>
        <p:spPr>
          <a:xfrm>
            <a:off x="114305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Hemorragia del III trimestre: 0% 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9E62AE-2E7B-4A27-9151-1818C8D39F7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348"/>
          <a:stretch/>
        </p:blipFill>
        <p:spPr>
          <a:xfrm>
            <a:off x="5555227" y="3706096"/>
            <a:ext cx="5260258" cy="213623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53F6537-B798-43A2-8F69-94A2B222A3AC}"/>
              </a:ext>
            </a:extLst>
          </p:cNvPr>
          <p:cNvSpPr txBox="1"/>
          <p:nvPr/>
        </p:nvSpPr>
        <p:spPr>
          <a:xfrm>
            <a:off x="5459525" y="32686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THE: 0,55 – 55%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9504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136058"/>
            <a:ext cx="10118372" cy="1531374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418011"/>
            <a:ext cx="99915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  <a:t>4. Revisión de solicitudes de historia clínica: Gineco, urgencias, psicología, anestesia, odontología</a:t>
            </a:r>
          </a:p>
          <a:p>
            <a:pPr algn="ctr"/>
            <a:endParaRPr lang="es-CO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777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136058"/>
            <a:ext cx="9991531" cy="106925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418011"/>
            <a:ext cx="999153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  <a:t>5. REVISIÓN DE COMPROMISOS ADQUIRIDOS</a:t>
            </a:r>
          </a:p>
          <a:p>
            <a:pPr algn="ctr"/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213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599042"/>
            <a:ext cx="99915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0" i="0" dirty="0">
                <a:solidFill>
                  <a:srgbClr val="002060"/>
                </a:solidFill>
                <a:effectLst/>
              </a:rPr>
              <a:t>Dra. Acuña, líder de servicio de ginecoobstetricia propone realización  de historia clínica de colposcopia, para control prenatal, folio de egreso seguro (estrategia ISABEL) y folio para lactancia materna (esto en consideración de estrategia IAMII)</a:t>
            </a:r>
            <a:endParaRPr lang="es-CO" sz="3200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543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720150" y="2670585"/>
            <a:ext cx="8751691" cy="996847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798640"/>
            <a:ext cx="99915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6. PROPOSICIONES Y VARIOS</a:t>
            </a:r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85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14339</TotalTime>
  <Words>1731</Words>
  <Application>Microsoft Office PowerPoint</Application>
  <PresentationFormat>Panorámica</PresentationFormat>
  <Paragraphs>150</Paragraphs>
  <Slides>26</Slides>
  <Notes>3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Tema de Office</vt:lpstr>
      <vt:lpstr>COMITÉ DE HISTORIAS CLÍNICAS 5 - 2025</vt:lpstr>
      <vt:lpstr>ORDEN DEL DÍA</vt:lpstr>
      <vt:lpstr>1. VERIFICACIÓN DE QUORUM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LEIDY TOLEDO ROJAS</cp:lastModifiedBy>
  <cp:revision>95</cp:revision>
  <dcterms:created xsi:type="dcterms:W3CDTF">2024-08-26T14:52:25Z</dcterms:created>
  <dcterms:modified xsi:type="dcterms:W3CDTF">2025-12-03T14:37:40Z</dcterms:modified>
</cp:coreProperties>
</file>