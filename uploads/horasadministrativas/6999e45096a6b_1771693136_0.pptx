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87" r:id="rId3"/>
    <p:sldId id="288" r:id="rId4"/>
    <p:sldId id="257" r:id="rId5"/>
    <p:sldId id="261" r:id="rId6"/>
    <p:sldId id="275" r:id="rId7"/>
    <p:sldId id="271" r:id="rId8"/>
    <p:sldId id="276" r:id="rId9"/>
    <p:sldId id="282" r:id="rId10"/>
    <p:sldId id="277" r:id="rId11"/>
    <p:sldId id="278" r:id="rId12"/>
    <p:sldId id="284" r:id="rId13"/>
    <p:sldId id="281" r:id="rId14"/>
    <p:sldId id="286" r:id="rId15"/>
    <p:sldId id="279" r:id="rId16"/>
    <p:sldId id="285" r:id="rId17"/>
    <p:sldId id="259" r:id="rId1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0" d="100"/>
          <a:sy n="80" d="100"/>
        </p:scale>
        <p:origin x="739" y="58"/>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IDY TOLEDO ROJAS" userId="c10416f8c6a8dd15" providerId="LiveId" clId="{C8DB66A6-C594-48B8-ACBB-BD11216D2FE3}"/>
    <pc:docChg chg="undo custSel addSld delSld modSld sldOrd">
      <pc:chgData name="LEIDY TOLEDO ROJAS" userId="c10416f8c6a8dd15" providerId="LiveId" clId="{C8DB66A6-C594-48B8-ACBB-BD11216D2FE3}" dt="2026-02-09T15:33:22.964" v="1209" actId="1076"/>
      <pc:docMkLst>
        <pc:docMk/>
      </pc:docMkLst>
      <pc:sldChg chg="modSp mod">
        <pc:chgData name="LEIDY TOLEDO ROJAS" userId="c10416f8c6a8dd15" providerId="LiveId" clId="{C8DB66A6-C594-48B8-ACBB-BD11216D2FE3}" dt="2026-02-09T14:16:50.837" v="837" actId="403"/>
        <pc:sldMkLst>
          <pc:docMk/>
          <pc:sldMk cId="2910541876" sldId="257"/>
        </pc:sldMkLst>
        <pc:spChg chg="mod">
          <ac:chgData name="LEIDY TOLEDO ROJAS" userId="c10416f8c6a8dd15" providerId="LiveId" clId="{C8DB66A6-C594-48B8-ACBB-BD11216D2FE3}" dt="2026-02-09T14:16:50.837" v="837" actId="403"/>
          <ac:spMkLst>
            <pc:docMk/>
            <pc:sldMk cId="2910541876" sldId="257"/>
            <ac:spMk id="3" creationId="{D64D2AA8-87C2-4C59-95E8-68296A897C21}"/>
          </ac:spMkLst>
        </pc:spChg>
      </pc:sldChg>
      <pc:sldChg chg="addSp modSp mod">
        <pc:chgData name="LEIDY TOLEDO ROJAS" userId="c10416f8c6a8dd15" providerId="LiveId" clId="{C8DB66A6-C594-48B8-ACBB-BD11216D2FE3}" dt="2026-02-09T15:33:22.964" v="1209" actId="1076"/>
        <pc:sldMkLst>
          <pc:docMk/>
          <pc:sldMk cId="3415125426" sldId="259"/>
        </pc:sldMkLst>
        <pc:spChg chg="add mod">
          <ac:chgData name="LEIDY TOLEDO ROJAS" userId="c10416f8c6a8dd15" providerId="LiveId" clId="{C8DB66A6-C594-48B8-ACBB-BD11216D2FE3}" dt="2026-02-09T15:33:22.964" v="1209" actId="1076"/>
          <ac:spMkLst>
            <pc:docMk/>
            <pc:sldMk cId="3415125426" sldId="259"/>
            <ac:spMk id="3" creationId="{D0400B5B-6AC7-42A6-9139-87856C8DC191}"/>
          </ac:spMkLst>
        </pc:spChg>
        <pc:picChg chg="add mod">
          <ac:chgData name="LEIDY TOLEDO ROJAS" userId="c10416f8c6a8dd15" providerId="LiveId" clId="{C8DB66A6-C594-48B8-ACBB-BD11216D2FE3}" dt="2026-02-09T15:33:07.254" v="1205" actId="1076"/>
          <ac:picMkLst>
            <pc:docMk/>
            <pc:sldMk cId="3415125426" sldId="259"/>
            <ac:picMk id="2" creationId="{CC85C2D1-BF46-486D-819C-7699BB8414AF}"/>
          </ac:picMkLst>
        </pc:picChg>
      </pc:sldChg>
      <pc:sldChg chg="addSp delSp modSp mod">
        <pc:chgData name="LEIDY TOLEDO ROJAS" userId="c10416f8c6a8dd15" providerId="LiveId" clId="{C8DB66A6-C594-48B8-ACBB-BD11216D2FE3}" dt="2026-02-09T14:16:42.441" v="836" actId="403"/>
        <pc:sldMkLst>
          <pc:docMk/>
          <pc:sldMk cId="162055833" sldId="261"/>
        </pc:sldMkLst>
        <pc:spChg chg="add del mod">
          <ac:chgData name="LEIDY TOLEDO ROJAS" userId="c10416f8c6a8dd15" providerId="LiveId" clId="{C8DB66A6-C594-48B8-ACBB-BD11216D2FE3}" dt="2026-02-09T11:24:02.825" v="191" actId="478"/>
          <ac:spMkLst>
            <pc:docMk/>
            <pc:sldMk cId="162055833" sldId="261"/>
            <ac:spMk id="3" creationId="{736EF67A-9939-40F7-A9C8-31C582AA7C08}"/>
          </ac:spMkLst>
        </pc:spChg>
        <pc:spChg chg="add mod">
          <ac:chgData name="LEIDY TOLEDO ROJAS" userId="c10416f8c6a8dd15" providerId="LiveId" clId="{C8DB66A6-C594-48B8-ACBB-BD11216D2FE3}" dt="2026-02-09T11:38:11.545" v="494" actId="1076"/>
          <ac:spMkLst>
            <pc:docMk/>
            <pc:sldMk cId="162055833" sldId="261"/>
            <ac:spMk id="4" creationId="{D98AE4C4-BCD9-42B9-854C-74122DF6D3EB}"/>
          </ac:spMkLst>
        </pc:spChg>
        <pc:spChg chg="mod">
          <ac:chgData name="LEIDY TOLEDO ROJAS" userId="c10416f8c6a8dd15" providerId="LiveId" clId="{C8DB66A6-C594-48B8-ACBB-BD11216D2FE3}" dt="2026-02-09T14:16:42.441" v="836" actId="403"/>
          <ac:spMkLst>
            <pc:docMk/>
            <pc:sldMk cId="162055833" sldId="261"/>
            <ac:spMk id="5" creationId="{0011F9AB-FACA-47C0-8948-0521D1278CC5}"/>
          </ac:spMkLst>
        </pc:spChg>
        <pc:spChg chg="mod">
          <ac:chgData name="LEIDY TOLEDO ROJAS" userId="c10416f8c6a8dd15" providerId="LiveId" clId="{C8DB66A6-C594-48B8-ACBB-BD11216D2FE3}" dt="2026-02-09T10:51:26.088" v="143" actId="1076"/>
          <ac:spMkLst>
            <pc:docMk/>
            <pc:sldMk cId="162055833" sldId="261"/>
            <ac:spMk id="7" creationId="{5EB57AD6-AC4E-4936-8C61-A4E2DFB3EDBE}"/>
          </ac:spMkLst>
        </pc:spChg>
        <pc:spChg chg="del mod">
          <ac:chgData name="LEIDY TOLEDO ROJAS" userId="c10416f8c6a8dd15" providerId="LiveId" clId="{C8DB66A6-C594-48B8-ACBB-BD11216D2FE3}" dt="2026-02-09T10:42:02.365" v="43" actId="478"/>
          <ac:spMkLst>
            <pc:docMk/>
            <pc:sldMk cId="162055833" sldId="261"/>
            <ac:spMk id="9" creationId="{BDBD4CAB-1B6E-4919-AB2C-D13536879D82}"/>
          </ac:spMkLst>
        </pc:spChg>
        <pc:spChg chg="add del mod">
          <ac:chgData name="LEIDY TOLEDO ROJAS" userId="c10416f8c6a8dd15" providerId="LiveId" clId="{C8DB66A6-C594-48B8-ACBB-BD11216D2FE3}" dt="2026-02-09T11:33:26.065" v="401" actId="478"/>
          <ac:spMkLst>
            <pc:docMk/>
            <pc:sldMk cId="162055833" sldId="261"/>
            <ac:spMk id="10" creationId="{69148ABE-FA19-4EB8-A7B6-1A467BAB284F}"/>
          </ac:spMkLst>
        </pc:spChg>
        <pc:spChg chg="mod">
          <ac:chgData name="LEIDY TOLEDO ROJAS" userId="c10416f8c6a8dd15" providerId="LiveId" clId="{C8DB66A6-C594-48B8-ACBB-BD11216D2FE3}" dt="2026-02-09T11:37:25.398" v="430" actId="1076"/>
          <ac:spMkLst>
            <pc:docMk/>
            <pc:sldMk cId="162055833" sldId="261"/>
            <ac:spMk id="11" creationId="{5CA70AB5-21C0-4D87-9127-2EE5101C1D31}"/>
          </ac:spMkLst>
        </pc:spChg>
        <pc:spChg chg="mod">
          <ac:chgData name="LEIDY TOLEDO ROJAS" userId="c10416f8c6a8dd15" providerId="LiveId" clId="{C8DB66A6-C594-48B8-ACBB-BD11216D2FE3}" dt="2026-02-09T13:11:56.709" v="579" actId="1076"/>
          <ac:spMkLst>
            <pc:docMk/>
            <pc:sldMk cId="162055833" sldId="261"/>
            <ac:spMk id="13" creationId="{65542EF3-7D69-4A43-8DBC-74B043511FB8}"/>
          </ac:spMkLst>
        </pc:spChg>
        <pc:picChg chg="add mod">
          <ac:chgData name="LEIDY TOLEDO ROJAS" userId="c10416f8c6a8dd15" providerId="LiveId" clId="{C8DB66A6-C594-48B8-ACBB-BD11216D2FE3}" dt="2026-02-09T11:38:17.255" v="496"/>
          <ac:picMkLst>
            <pc:docMk/>
            <pc:sldMk cId="162055833" sldId="261"/>
            <ac:picMk id="1026" creationId="{8CF67FDB-A372-4014-BFAD-84D96E60C948}"/>
          </ac:picMkLst>
        </pc:picChg>
        <pc:picChg chg="add del mod">
          <ac:chgData name="LEIDY TOLEDO ROJAS" userId="c10416f8c6a8dd15" providerId="LiveId" clId="{C8DB66A6-C594-48B8-ACBB-BD11216D2FE3}" dt="2026-02-09T11:36:30.272" v="411" actId="478"/>
          <ac:picMkLst>
            <pc:docMk/>
            <pc:sldMk cId="162055833" sldId="261"/>
            <ac:picMk id="1028" creationId="{7222F435-CB6D-4ABD-8E19-3A37C9EB53F0}"/>
          </ac:picMkLst>
        </pc:picChg>
        <pc:picChg chg="mod">
          <ac:chgData name="LEIDY TOLEDO ROJAS" userId="c10416f8c6a8dd15" providerId="LiveId" clId="{C8DB66A6-C594-48B8-ACBB-BD11216D2FE3}" dt="2026-02-09T11:38:26.131" v="498" actId="1076"/>
          <ac:picMkLst>
            <pc:docMk/>
            <pc:sldMk cId="162055833" sldId="261"/>
            <ac:picMk id="3074" creationId="{723D1FE6-57A7-4005-A2D7-14BC7FDB106A}"/>
          </ac:picMkLst>
        </pc:picChg>
      </pc:sldChg>
      <pc:sldChg chg="addSp delSp modSp mod ord">
        <pc:chgData name="LEIDY TOLEDO ROJAS" userId="c10416f8c6a8dd15" providerId="LiveId" clId="{C8DB66A6-C594-48B8-ACBB-BD11216D2FE3}" dt="2026-02-09T14:16:37.176" v="835" actId="1076"/>
        <pc:sldMkLst>
          <pc:docMk/>
          <pc:sldMk cId="2537278175" sldId="271"/>
        </pc:sldMkLst>
        <pc:spChg chg="mod">
          <ac:chgData name="LEIDY TOLEDO ROJAS" userId="c10416f8c6a8dd15" providerId="LiveId" clId="{C8DB66A6-C594-48B8-ACBB-BD11216D2FE3}" dt="2026-02-09T14:16:37.176" v="835" actId="1076"/>
          <ac:spMkLst>
            <pc:docMk/>
            <pc:sldMk cId="2537278175" sldId="271"/>
            <ac:spMk id="2" creationId="{53370804-4D30-419E-832E-825E5B930C91}"/>
          </ac:spMkLst>
        </pc:spChg>
        <pc:spChg chg="add del mod">
          <ac:chgData name="LEIDY TOLEDO ROJAS" userId="c10416f8c6a8dd15" providerId="LiveId" clId="{C8DB66A6-C594-48B8-ACBB-BD11216D2FE3}" dt="2026-02-09T11:28:08.660" v="248" actId="1076"/>
          <ac:spMkLst>
            <pc:docMk/>
            <pc:sldMk cId="2537278175" sldId="271"/>
            <ac:spMk id="3" creationId="{C4C7E370-D327-4127-B01A-262FE1C78C51}"/>
          </ac:spMkLst>
        </pc:spChg>
        <pc:spChg chg="add del mod">
          <ac:chgData name="LEIDY TOLEDO ROJAS" userId="c10416f8c6a8dd15" providerId="LiveId" clId="{C8DB66A6-C594-48B8-ACBB-BD11216D2FE3}" dt="2026-02-09T11:27:57.494" v="244" actId="478"/>
          <ac:spMkLst>
            <pc:docMk/>
            <pc:sldMk cId="2537278175" sldId="271"/>
            <ac:spMk id="6" creationId="{8299173B-022C-4ADC-8F40-9F8FD2D8F00E}"/>
          </ac:spMkLst>
        </pc:spChg>
        <pc:picChg chg="add del mod modCrop">
          <ac:chgData name="LEIDY TOLEDO ROJAS" userId="c10416f8c6a8dd15" providerId="LiveId" clId="{C8DB66A6-C594-48B8-ACBB-BD11216D2FE3}" dt="2026-02-09T11:27:56.297" v="241" actId="22"/>
          <ac:picMkLst>
            <pc:docMk/>
            <pc:sldMk cId="2537278175" sldId="271"/>
            <ac:picMk id="8" creationId="{8790C608-49E7-43ED-8944-B84305228486}"/>
          </ac:picMkLst>
        </pc:picChg>
      </pc:sldChg>
      <pc:sldChg chg="del">
        <pc:chgData name="LEIDY TOLEDO ROJAS" userId="c10416f8c6a8dd15" providerId="LiveId" clId="{C8DB66A6-C594-48B8-ACBB-BD11216D2FE3}" dt="2026-02-09T10:41:16.870" v="40" actId="47"/>
        <pc:sldMkLst>
          <pc:docMk/>
          <pc:sldMk cId="1279206474" sldId="272"/>
        </pc:sldMkLst>
      </pc:sldChg>
      <pc:sldChg chg="del">
        <pc:chgData name="LEIDY TOLEDO ROJAS" userId="c10416f8c6a8dd15" providerId="LiveId" clId="{C8DB66A6-C594-48B8-ACBB-BD11216D2FE3}" dt="2026-02-09T10:43:39.915" v="57" actId="47"/>
        <pc:sldMkLst>
          <pc:docMk/>
          <pc:sldMk cId="195092070" sldId="273"/>
        </pc:sldMkLst>
      </pc:sldChg>
      <pc:sldChg chg="addSp delSp modSp mod">
        <pc:chgData name="LEIDY TOLEDO ROJAS" userId="c10416f8c6a8dd15" providerId="LiveId" clId="{C8DB66A6-C594-48B8-ACBB-BD11216D2FE3}" dt="2026-02-09T13:12:03.774" v="582" actId="1076"/>
        <pc:sldMkLst>
          <pc:docMk/>
          <pc:sldMk cId="2045474191" sldId="275"/>
        </pc:sldMkLst>
        <pc:spChg chg="mod">
          <ac:chgData name="LEIDY TOLEDO ROJAS" userId="c10416f8c6a8dd15" providerId="LiveId" clId="{C8DB66A6-C594-48B8-ACBB-BD11216D2FE3}" dt="2026-02-09T11:26:03.219" v="212" actId="1076"/>
          <ac:spMkLst>
            <pc:docMk/>
            <pc:sldMk cId="2045474191" sldId="275"/>
            <ac:spMk id="2" creationId="{630BEBDB-1956-48F0-9A78-B6F6BFA3B3EA}"/>
          </ac:spMkLst>
        </pc:spChg>
        <pc:spChg chg="mod">
          <ac:chgData name="LEIDY TOLEDO ROJAS" userId="c10416f8c6a8dd15" providerId="LiveId" clId="{C8DB66A6-C594-48B8-ACBB-BD11216D2FE3}" dt="2026-02-09T11:40:06.824" v="566" actId="1076"/>
          <ac:spMkLst>
            <pc:docMk/>
            <pc:sldMk cId="2045474191" sldId="275"/>
            <ac:spMk id="6" creationId="{531A500E-E583-4A5C-AE34-18B4E9A1BAF2}"/>
          </ac:spMkLst>
        </pc:spChg>
        <pc:spChg chg="mod">
          <ac:chgData name="LEIDY TOLEDO ROJAS" userId="c10416f8c6a8dd15" providerId="LiveId" clId="{C8DB66A6-C594-48B8-ACBB-BD11216D2FE3}" dt="2026-02-09T11:40:14" v="569" actId="1076"/>
          <ac:spMkLst>
            <pc:docMk/>
            <pc:sldMk cId="2045474191" sldId="275"/>
            <ac:spMk id="8" creationId="{0FD7DDB2-2019-401F-B612-E6E36EBE7440}"/>
          </ac:spMkLst>
        </pc:spChg>
        <pc:spChg chg="add mod">
          <ac:chgData name="LEIDY TOLEDO ROJAS" userId="c10416f8c6a8dd15" providerId="LiveId" clId="{C8DB66A6-C594-48B8-ACBB-BD11216D2FE3}" dt="2026-02-09T11:40:16.866" v="570" actId="1076"/>
          <ac:spMkLst>
            <pc:docMk/>
            <pc:sldMk cId="2045474191" sldId="275"/>
            <ac:spMk id="9" creationId="{05B0B3DB-CB7C-452E-9887-8C22F0E64A0B}"/>
          </ac:spMkLst>
        </pc:spChg>
        <pc:spChg chg="del">
          <ac:chgData name="LEIDY TOLEDO ROJAS" userId="c10416f8c6a8dd15" providerId="LiveId" clId="{C8DB66A6-C594-48B8-ACBB-BD11216D2FE3}" dt="2026-02-09T11:24:39.119" v="199" actId="478"/>
          <ac:spMkLst>
            <pc:docMk/>
            <pc:sldMk cId="2045474191" sldId="275"/>
            <ac:spMk id="10" creationId="{8D27B383-B1A7-4DB9-9A3A-890F92928656}"/>
          </ac:spMkLst>
        </pc:spChg>
        <pc:spChg chg="mod">
          <ac:chgData name="LEIDY TOLEDO ROJAS" userId="c10416f8c6a8dd15" providerId="LiveId" clId="{C8DB66A6-C594-48B8-ACBB-BD11216D2FE3}" dt="2026-02-09T11:40:19.305" v="571" actId="1076"/>
          <ac:spMkLst>
            <pc:docMk/>
            <pc:sldMk cId="2045474191" sldId="275"/>
            <ac:spMk id="11" creationId="{A967FE8E-222D-4B68-9A07-91003AC32B24}"/>
          </ac:spMkLst>
        </pc:spChg>
        <pc:spChg chg="del">
          <ac:chgData name="LEIDY TOLEDO ROJAS" userId="c10416f8c6a8dd15" providerId="LiveId" clId="{C8DB66A6-C594-48B8-ACBB-BD11216D2FE3}" dt="2026-02-09T13:12:00.876" v="580" actId="478"/>
          <ac:spMkLst>
            <pc:docMk/>
            <pc:sldMk cId="2045474191" sldId="275"/>
            <ac:spMk id="12" creationId="{77DD92AE-5ADB-469B-894A-771B260997F5}"/>
          </ac:spMkLst>
        </pc:spChg>
        <pc:spChg chg="add mod">
          <ac:chgData name="LEIDY TOLEDO ROJAS" userId="c10416f8c6a8dd15" providerId="LiveId" clId="{C8DB66A6-C594-48B8-ACBB-BD11216D2FE3}" dt="2026-02-09T13:12:03.774" v="582" actId="1076"/>
          <ac:spMkLst>
            <pc:docMk/>
            <pc:sldMk cId="2045474191" sldId="275"/>
            <ac:spMk id="13" creationId="{D58544B4-2835-40D7-95A5-FEAB2AE9534D}"/>
          </ac:spMkLst>
        </pc:spChg>
      </pc:sldChg>
      <pc:sldChg chg="addSp delSp modSp mod">
        <pc:chgData name="LEIDY TOLEDO ROJAS" userId="c10416f8c6a8dd15" providerId="LiveId" clId="{C8DB66A6-C594-48B8-ACBB-BD11216D2FE3}" dt="2026-02-09T13:12:32.541" v="595"/>
        <pc:sldMkLst>
          <pc:docMk/>
          <pc:sldMk cId="2653249429" sldId="276"/>
        </pc:sldMkLst>
        <pc:spChg chg="mod">
          <ac:chgData name="LEIDY TOLEDO ROJAS" userId="c10416f8c6a8dd15" providerId="LiveId" clId="{C8DB66A6-C594-48B8-ACBB-BD11216D2FE3}" dt="2026-02-09T11:28:49.479" v="269" actId="1076"/>
          <ac:spMkLst>
            <pc:docMk/>
            <pc:sldMk cId="2653249429" sldId="276"/>
            <ac:spMk id="2" creationId="{63D63637-32B1-4088-AB9E-E1B4E1B8B89B}"/>
          </ac:spMkLst>
        </pc:spChg>
        <pc:spChg chg="mod">
          <ac:chgData name="LEIDY TOLEDO ROJAS" userId="c10416f8c6a8dd15" providerId="LiveId" clId="{C8DB66A6-C594-48B8-ACBB-BD11216D2FE3}" dt="2026-02-09T11:32:15.703" v="387" actId="20577"/>
          <ac:spMkLst>
            <pc:docMk/>
            <pc:sldMk cId="2653249429" sldId="276"/>
            <ac:spMk id="4" creationId="{C1E62FA6-990E-4D96-A9B3-FCBF86854899}"/>
          </ac:spMkLst>
        </pc:spChg>
        <pc:spChg chg="add mod">
          <ac:chgData name="LEIDY TOLEDO ROJAS" userId="c10416f8c6a8dd15" providerId="LiveId" clId="{C8DB66A6-C594-48B8-ACBB-BD11216D2FE3}" dt="2026-02-09T13:12:29.877" v="593" actId="1076"/>
          <ac:spMkLst>
            <pc:docMk/>
            <pc:sldMk cId="2653249429" sldId="276"/>
            <ac:spMk id="5" creationId="{6F68EEDC-7C86-41E4-952F-8618778F4145}"/>
          </ac:spMkLst>
        </pc:spChg>
        <pc:spChg chg="mod">
          <ac:chgData name="LEIDY TOLEDO ROJAS" userId="c10416f8c6a8dd15" providerId="LiveId" clId="{C8DB66A6-C594-48B8-ACBB-BD11216D2FE3}" dt="2026-02-09T11:30:15.353" v="308" actId="14100"/>
          <ac:spMkLst>
            <pc:docMk/>
            <pc:sldMk cId="2653249429" sldId="276"/>
            <ac:spMk id="6" creationId="{96D4ADDA-F380-4E4D-B1B2-CD2E1CE54D54}"/>
          </ac:spMkLst>
        </pc:spChg>
        <pc:spChg chg="add del mod">
          <ac:chgData name="LEIDY TOLEDO ROJAS" userId="c10416f8c6a8dd15" providerId="LiveId" clId="{C8DB66A6-C594-48B8-ACBB-BD11216D2FE3}" dt="2026-02-09T13:12:32.541" v="595"/>
          <ac:spMkLst>
            <pc:docMk/>
            <pc:sldMk cId="2653249429" sldId="276"/>
            <ac:spMk id="7" creationId="{1BA58083-3D49-4007-B842-DF474F5C7827}"/>
          </ac:spMkLst>
        </pc:spChg>
      </pc:sldChg>
      <pc:sldChg chg="addSp delSp modSp mod ord">
        <pc:chgData name="LEIDY TOLEDO ROJAS" userId="c10416f8c6a8dd15" providerId="LiveId" clId="{C8DB66A6-C594-48B8-ACBB-BD11216D2FE3}" dt="2026-02-09T14:46:21.790" v="902" actId="20577"/>
        <pc:sldMkLst>
          <pc:docMk/>
          <pc:sldMk cId="959190934" sldId="277"/>
        </pc:sldMkLst>
        <pc:spChg chg="mod">
          <ac:chgData name="LEIDY TOLEDO ROJAS" userId="c10416f8c6a8dd15" providerId="LiveId" clId="{C8DB66A6-C594-48B8-ACBB-BD11216D2FE3}" dt="2026-02-09T14:07:12.435" v="649" actId="1076"/>
          <ac:spMkLst>
            <pc:docMk/>
            <pc:sldMk cId="959190934" sldId="277"/>
            <ac:spMk id="2" creationId="{63D63637-32B1-4088-AB9E-E1B4E1B8B89B}"/>
          </ac:spMkLst>
        </pc:spChg>
        <pc:spChg chg="del mod">
          <ac:chgData name="LEIDY TOLEDO ROJAS" userId="c10416f8c6a8dd15" providerId="LiveId" clId="{C8DB66A6-C594-48B8-ACBB-BD11216D2FE3}" dt="2026-02-09T14:09:39.220" v="794" actId="12084"/>
          <ac:spMkLst>
            <pc:docMk/>
            <pc:sldMk cId="959190934" sldId="277"/>
            <ac:spMk id="5" creationId="{ADFA85A5-6FE5-4B59-89DA-B1F6FF200118}"/>
          </ac:spMkLst>
        </pc:spChg>
        <pc:spChg chg="add mod">
          <ac:chgData name="LEIDY TOLEDO ROJAS" userId="c10416f8c6a8dd15" providerId="LiveId" clId="{C8DB66A6-C594-48B8-ACBB-BD11216D2FE3}" dt="2026-02-09T13:12:39.955" v="596"/>
          <ac:spMkLst>
            <pc:docMk/>
            <pc:sldMk cId="959190934" sldId="277"/>
            <ac:spMk id="6" creationId="{8851FA25-F60C-4ADB-95BA-9BF8ED29E9DC}"/>
          </ac:spMkLst>
        </pc:spChg>
        <pc:spChg chg="mod">
          <ac:chgData name="LEIDY TOLEDO ROJAS" userId="c10416f8c6a8dd15" providerId="LiveId" clId="{C8DB66A6-C594-48B8-ACBB-BD11216D2FE3}" dt="2026-02-09T14:46:21.790" v="902" actId="20577"/>
          <ac:spMkLst>
            <pc:docMk/>
            <pc:sldMk cId="959190934" sldId="277"/>
            <ac:spMk id="7" creationId="{82D9E36C-D375-417E-AA1F-68A171567900}"/>
          </ac:spMkLst>
        </pc:spChg>
        <pc:graphicFrameChg chg="add mod">
          <ac:chgData name="LEIDY TOLEDO ROJAS" userId="c10416f8c6a8dd15" providerId="LiveId" clId="{C8DB66A6-C594-48B8-ACBB-BD11216D2FE3}" dt="2026-02-09T14:10:37.526" v="811" actId="12100"/>
          <ac:graphicFrameMkLst>
            <pc:docMk/>
            <pc:sldMk cId="959190934" sldId="277"/>
            <ac:graphicFrameMk id="3" creationId="{7D544B03-A0E8-445A-BD1E-3F297B847D9A}"/>
          </ac:graphicFrameMkLst>
        </pc:graphicFrameChg>
      </pc:sldChg>
      <pc:sldChg chg="addSp delSp modSp mod">
        <pc:chgData name="LEIDY TOLEDO ROJAS" userId="c10416f8c6a8dd15" providerId="LiveId" clId="{C8DB66A6-C594-48B8-ACBB-BD11216D2FE3}" dt="2026-02-09T15:04:20.023" v="1066" actId="1076"/>
        <pc:sldMkLst>
          <pc:docMk/>
          <pc:sldMk cId="640623677" sldId="278"/>
        </pc:sldMkLst>
        <pc:spChg chg="mod">
          <ac:chgData name="LEIDY TOLEDO ROJAS" userId="c10416f8c6a8dd15" providerId="LiveId" clId="{C8DB66A6-C594-48B8-ACBB-BD11216D2FE3}" dt="2026-02-09T15:03:34.316" v="1043" actId="1076"/>
          <ac:spMkLst>
            <pc:docMk/>
            <pc:sldMk cId="640623677" sldId="278"/>
            <ac:spMk id="2" creationId="{63D63637-32B1-4088-AB9E-E1B4E1B8B89B}"/>
          </ac:spMkLst>
        </pc:spChg>
        <pc:spChg chg="del">
          <ac:chgData name="LEIDY TOLEDO ROJAS" userId="c10416f8c6a8dd15" providerId="LiveId" clId="{C8DB66A6-C594-48B8-ACBB-BD11216D2FE3}" dt="2026-02-09T14:27:55.093" v="838" actId="12084"/>
          <ac:spMkLst>
            <pc:docMk/>
            <pc:sldMk cId="640623677" sldId="278"/>
            <ac:spMk id="3" creationId="{D2C1A7AB-2DC7-4FDE-A566-7F9EE797B1E5}"/>
          </ac:spMkLst>
        </pc:spChg>
        <pc:spChg chg="del">
          <ac:chgData name="LEIDY TOLEDO ROJAS" userId="c10416f8c6a8dd15" providerId="LiveId" clId="{C8DB66A6-C594-48B8-ACBB-BD11216D2FE3}" dt="2026-02-09T14:12:31.438" v="812" actId="478"/>
          <ac:spMkLst>
            <pc:docMk/>
            <pc:sldMk cId="640623677" sldId="278"/>
            <ac:spMk id="5" creationId="{B22F9A37-B3C3-4B7D-9679-B8FA9779E890}"/>
          </ac:spMkLst>
        </pc:spChg>
        <pc:spChg chg="add mod">
          <ac:chgData name="LEIDY TOLEDO ROJAS" userId="c10416f8c6a8dd15" providerId="LiveId" clId="{C8DB66A6-C594-48B8-ACBB-BD11216D2FE3}" dt="2026-02-09T14:54:15.340" v="952" actId="122"/>
          <ac:spMkLst>
            <pc:docMk/>
            <pc:sldMk cId="640623677" sldId="278"/>
            <ac:spMk id="7" creationId="{CAA8E7B8-1A1A-4D8B-83AB-F9EE52303081}"/>
          </ac:spMkLst>
        </pc:spChg>
        <pc:spChg chg="add mod">
          <ac:chgData name="LEIDY TOLEDO ROJAS" userId="c10416f8c6a8dd15" providerId="LiveId" clId="{C8DB66A6-C594-48B8-ACBB-BD11216D2FE3}" dt="2026-02-09T15:00:21.528" v="987"/>
          <ac:spMkLst>
            <pc:docMk/>
            <pc:sldMk cId="640623677" sldId="278"/>
            <ac:spMk id="8" creationId="{70731DDE-31D8-4597-862B-9ADC2A698E5F}"/>
          </ac:spMkLst>
        </pc:spChg>
        <pc:spChg chg="add del mod">
          <ac:chgData name="LEIDY TOLEDO ROJAS" userId="c10416f8c6a8dd15" providerId="LiveId" clId="{C8DB66A6-C594-48B8-ACBB-BD11216D2FE3}" dt="2026-02-09T15:04:04.463" v="1059" actId="12084"/>
          <ac:spMkLst>
            <pc:docMk/>
            <pc:sldMk cId="640623677" sldId="278"/>
            <ac:spMk id="9" creationId="{7B9C5E66-868F-4D8D-919C-681A81A5A056}"/>
          </ac:spMkLst>
        </pc:spChg>
        <pc:graphicFrameChg chg="add del mod modGraphic">
          <ac:chgData name="LEIDY TOLEDO ROJAS" userId="c10416f8c6a8dd15" providerId="LiveId" clId="{C8DB66A6-C594-48B8-ACBB-BD11216D2FE3}" dt="2026-02-09T15:03:43.235" v="1044" actId="11529"/>
          <ac:graphicFrameMkLst>
            <pc:docMk/>
            <pc:sldMk cId="640623677" sldId="278"/>
            <ac:graphicFrameMk id="4" creationId="{56762E3C-035F-43B3-A15D-B8316299FC1E}"/>
          </ac:graphicFrameMkLst>
        </pc:graphicFrameChg>
        <pc:graphicFrameChg chg="add mod">
          <ac:chgData name="LEIDY TOLEDO ROJAS" userId="c10416f8c6a8dd15" providerId="LiveId" clId="{C8DB66A6-C594-48B8-ACBB-BD11216D2FE3}" dt="2026-02-09T15:04:20.023" v="1066" actId="1076"/>
          <ac:graphicFrameMkLst>
            <pc:docMk/>
            <pc:sldMk cId="640623677" sldId="278"/>
            <ac:graphicFrameMk id="10" creationId="{F3E988B4-1BBB-474F-8584-B8DF483FD51F}"/>
          </ac:graphicFrameMkLst>
        </pc:graphicFrameChg>
        <pc:picChg chg="add mod">
          <ac:chgData name="LEIDY TOLEDO ROJAS" userId="c10416f8c6a8dd15" providerId="LiveId" clId="{C8DB66A6-C594-48B8-ACBB-BD11216D2FE3}" dt="2026-02-09T14:28:09.556" v="845" actId="1076"/>
          <ac:picMkLst>
            <pc:docMk/>
            <pc:sldMk cId="640623677" sldId="278"/>
            <ac:picMk id="6" creationId="{2BB31F20-5B5F-4395-866F-2CF3F3B31D75}"/>
          </ac:picMkLst>
        </pc:picChg>
      </pc:sldChg>
      <pc:sldChg chg="addSp delSp modSp mod">
        <pc:chgData name="LEIDY TOLEDO ROJAS" userId="c10416f8c6a8dd15" providerId="LiveId" clId="{C8DB66A6-C594-48B8-ACBB-BD11216D2FE3}" dt="2026-02-09T15:25:32.639" v="1201" actId="1076"/>
        <pc:sldMkLst>
          <pc:docMk/>
          <pc:sldMk cId="1997131318" sldId="279"/>
        </pc:sldMkLst>
        <pc:spChg chg="mod">
          <ac:chgData name="LEIDY TOLEDO ROJAS" userId="c10416f8c6a8dd15" providerId="LiveId" clId="{C8DB66A6-C594-48B8-ACBB-BD11216D2FE3}" dt="2026-02-09T15:23:16.226" v="1165" actId="1076"/>
          <ac:spMkLst>
            <pc:docMk/>
            <pc:sldMk cId="1997131318" sldId="279"/>
            <ac:spMk id="2" creationId="{63D63637-32B1-4088-AB9E-E1B4E1B8B89B}"/>
          </ac:spMkLst>
        </pc:spChg>
        <pc:spChg chg="del">
          <ac:chgData name="LEIDY TOLEDO ROJAS" userId="c10416f8c6a8dd15" providerId="LiveId" clId="{C8DB66A6-C594-48B8-ACBB-BD11216D2FE3}" dt="2026-02-09T14:28:53.098" v="849" actId="12084"/>
          <ac:spMkLst>
            <pc:docMk/>
            <pc:sldMk cId="1997131318" sldId="279"/>
            <ac:spMk id="3" creationId="{70DD953A-781A-46E5-BF85-7D3D637A2743}"/>
          </ac:spMkLst>
        </pc:spChg>
        <pc:spChg chg="add mod">
          <ac:chgData name="LEIDY TOLEDO ROJAS" userId="c10416f8c6a8dd15" providerId="LiveId" clId="{C8DB66A6-C594-48B8-ACBB-BD11216D2FE3}" dt="2026-02-09T15:25:32.639" v="1201" actId="1076"/>
          <ac:spMkLst>
            <pc:docMk/>
            <pc:sldMk cId="1997131318" sldId="279"/>
            <ac:spMk id="5" creationId="{856DBCEB-13A3-4BE6-9535-73AD384B2796}"/>
          </ac:spMkLst>
        </pc:spChg>
        <pc:graphicFrameChg chg="add mod modGraphic">
          <ac:chgData name="LEIDY TOLEDO ROJAS" userId="c10416f8c6a8dd15" providerId="LiveId" clId="{C8DB66A6-C594-48B8-ACBB-BD11216D2FE3}" dt="2026-02-09T15:01:34.644" v="993" actId="12269"/>
          <ac:graphicFrameMkLst>
            <pc:docMk/>
            <pc:sldMk cId="1997131318" sldId="279"/>
            <ac:graphicFrameMk id="4" creationId="{6AB03BBC-C207-4239-9734-E1EEA5781257}"/>
          </ac:graphicFrameMkLst>
        </pc:graphicFrameChg>
      </pc:sldChg>
      <pc:sldChg chg="addSp delSp modSp mod">
        <pc:chgData name="LEIDY TOLEDO ROJAS" userId="c10416f8c6a8dd15" providerId="LiveId" clId="{C8DB66A6-C594-48B8-ACBB-BD11216D2FE3}" dt="2026-02-09T15:16:56.313" v="1145" actId="1076"/>
        <pc:sldMkLst>
          <pc:docMk/>
          <pc:sldMk cId="3750929085" sldId="281"/>
        </pc:sldMkLst>
        <pc:spChg chg="add mod">
          <ac:chgData name="LEIDY TOLEDO ROJAS" userId="c10416f8c6a8dd15" providerId="LiveId" clId="{C8DB66A6-C594-48B8-ACBB-BD11216D2FE3}" dt="2026-02-09T15:16:32.758" v="1138" actId="2085"/>
          <ac:spMkLst>
            <pc:docMk/>
            <pc:sldMk cId="3750929085" sldId="281"/>
            <ac:spMk id="2" creationId="{E54C5328-3A21-47BC-B610-749B01E2CE89}"/>
          </ac:spMkLst>
        </pc:spChg>
        <pc:spChg chg="add del mod">
          <ac:chgData name="LEIDY TOLEDO ROJAS" userId="c10416f8c6a8dd15" providerId="LiveId" clId="{C8DB66A6-C594-48B8-ACBB-BD11216D2FE3}" dt="2026-02-09T15:16:41.100" v="1139" actId="478"/>
          <ac:spMkLst>
            <pc:docMk/>
            <pc:sldMk cId="3750929085" sldId="281"/>
            <ac:spMk id="6" creationId="{2F16F7F2-2729-42A2-822E-5F34991B2412}"/>
          </ac:spMkLst>
        </pc:spChg>
        <pc:spChg chg="add mod">
          <ac:chgData name="LEIDY TOLEDO ROJAS" userId="c10416f8c6a8dd15" providerId="LiveId" clId="{C8DB66A6-C594-48B8-ACBB-BD11216D2FE3}" dt="2026-02-09T15:16:56.313" v="1145" actId="1076"/>
          <ac:spMkLst>
            <pc:docMk/>
            <pc:sldMk cId="3750929085" sldId="281"/>
            <ac:spMk id="8" creationId="{FAF5F09F-EE36-4173-A343-EBA72113268E}"/>
          </ac:spMkLst>
        </pc:spChg>
        <pc:picChg chg="mod">
          <ac:chgData name="LEIDY TOLEDO ROJAS" userId="c10416f8c6a8dd15" providerId="LiveId" clId="{C8DB66A6-C594-48B8-ACBB-BD11216D2FE3}" dt="2026-02-09T15:07:03.967" v="1093" actId="1076"/>
          <ac:picMkLst>
            <pc:docMk/>
            <pc:sldMk cId="3750929085" sldId="281"/>
            <ac:picMk id="4098" creationId="{CE8742F5-9F16-4A03-AEB4-AC1E5748720B}"/>
          </ac:picMkLst>
        </pc:picChg>
      </pc:sldChg>
      <pc:sldChg chg="addSp delSp modSp mod">
        <pc:chgData name="LEIDY TOLEDO ROJAS" userId="c10416f8c6a8dd15" providerId="LiveId" clId="{C8DB66A6-C594-48B8-ACBB-BD11216D2FE3}" dt="2026-02-09T14:53:55.992" v="914" actId="122"/>
        <pc:sldMkLst>
          <pc:docMk/>
          <pc:sldMk cId="1347506755" sldId="282"/>
        </pc:sldMkLst>
        <pc:spChg chg="mod">
          <ac:chgData name="LEIDY TOLEDO ROJAS" userId="c10416f8c6a8dd15" providerId="LiveId" clId="{C8DB66A6-C594-48B8-ACBB-BD11216D2FE3}" dt="2026-02-09T14:16:32.318" v="833" actId="1076"/>
          <ac:spMkLst>
            <pc:docMk/>
            <pc:sldMk cId="1347506755" sldId="282"/>
            <ac:spMk id="2" creationId="{53370804-4D30-419E-832E-825E5B930C91}"/>
          </ac:spMkLst>
        </pc:spChg>
        <pc:spChg chg="mod">
          <ac:chgData name="LEIDY TOLEDO ROJAS" userId="c10416f8c6a8dd15" providerId="LiveId" clId="{C8DB66A6-C594-48B8-ACBB-BD11216D2FE3}" dt="2026-02-09T11:18:29.722" v="156" actId="113"/>
          <ac:spMkLst>
            <pc:docMk/>
            <pc:sldMk cId="1347506755" sldId="282"/>
            <ac:spMk id="10" creationId="{4AC9FE29-C487-4C16-BD5F-9C2831A068D3}"/>
          </ac:spMkLst>
        </pc:spChg>
        <pc:spChg chg="mod">
          <ac:chgData name="LEIDY TOLEDO ROJAS" userId="c10416f8c6a8dd15" providerId="LiveId" clId="{C8DB66A6-C594-48B8-ACBB-BD11216D2FE3}" dt="2026-02-09T14:06:22.447" v="621" actId="1076"/>
          <ac:spMkLst>
            <pc:docMk/>
            <pc:sldMk cId="1347506755" sldId="282"/>
            <ac:spMk id="11" creationId="{53D65C82-9CE5-4015-A74F-48B1D55406E9}"/>
          </ac:spMkLst>
        </pc:spChg>
        <pc:spChg chg="add mod">
          <ac:chgData name="LEIDY TOLEDO ROJAS" userId="c10416f8c6a8dd15" providerId="LiveId" clId="{C8DB66A6-C594-48B8-ACBB-BD11216D2FE3}" dt="2026-02-09T14:53:55.992" v="914" actId="122"/>
          <ac:spMkLst>
            <pc:docMk/>
            <pc:sldMk cId="1347506755" sldId="282"/>
            <ac:spMk id="12" creationId="{8C3EB74A-830C-4115-8CCB-68AFD8C6C1C5}"/>
          </ac:spMkLst>
        </pc:spChg>
        <pc:spChg chg="del mod">
          <ac:chgData name="LEIDY TOLEDO ROJAS" userId="c10416f8c6a8dd15" providerId="LiveId" clId="{C8DB66A6-C594-48B8-ACBB-BD11216D2FE3}" dt="2026-02-09T14:06:40.681" v="628" actId="478"/>
          <ac:spMkLst>
            <pc:docMk/>
            <pc:sldMk cId="1347506755" sldId="282"/>
            <ac:spMk id="15" creationId="{5A6F91B6-7EDB-4C0E-8D7F-53FCEF14CAE2}"/>
          </ac:spMkLst>
        </pc:spChg>
        <pc:picChg chg="add mod">
          <ac:chgData name="LEIDY TOLEDO ROJAS" userId="c10416f8c6a8dd15" providerId="LiveId" clId="{C8DB66A6-C594-48B8-ACBB-BD11216D2FE3}" dt="2026-02-09T14:06:42.170" v="629" actId="1076"/>
          <ac:picMkLst>
            <pc:docMk/>
            <pc:sldMk cId="1347506755" sldId="282"/>
            <ac:picMk id="9" creationId="{C63525FC-A08F-44B4-99FE-33646C9B5142}"/>
          </ac:picMkLst>
        </pc:picChg>
      </pc:sldChg>
      <pc:sldChg chg="addSp delSp modSp mod">
        <pc:chgData name="LEIDY TOLEDO ROJAS" userId="c10416f8c6a8dd15" providerId="LiveId" clId="{C8DB66A6-C594-48B8-ACBB-BD11216D2FE3}" dt="2026-02-09T15:06:20.208" v="1089"/>
        <pc:sldMkLst>
          <pc:docMk/>
          <pc:sldMk cId="1617963315" sldId="284"/>
        </pc:sldMkLst>
        <pc:spChg chg="mod">
          <ac:chgData name="LEIDY TOLEDO ROJAS" userId="c10416f8c6a8dd15" providerId="LiveId" clId="{C8DB66A6-C594-48B8-ACBB-BD11216D2FE3}" dt="2026-02-09T15:03:01.018" v="1019" actId="1076"/>
          <ac:spMkLst>
            <pc:docMk/>
            <pc:sldMk cId="1617963315" sldId="284"/>
            <ac:spMk id="2" creationId="{63D63637-32B1-4088-AB9E-E1B4E1B8B89B}"/>
          </ac:spMkLst>
        </pc:spChg>
        <pc:spChg chg="add del mod">
          <ac:chgData name="LEIDY TOLEDO ROJAS" userId="c10416f8c6a8dd15" providerId="LiveId" clId="{C8DB66A6-C594-48B8-ACBB-BD11216D2FE3}" dt="2026-02-09T15:05:21.305" v="1079" actId="478"/>
          <ac:spMkLst>
            <pc:docMk/>
            <pc:sldMk cId="1617963315" sldId="284"/>
            <ac:spMk id="3" creationId="{A5ED82D8-3830-48E8-A20C-45BB2C350359}"/>
          </ac:spMkLst>
        </pc:spChg>
        <pc:spChg chg="add mod">
          <ac:chgData name="LEIDY TOLEDO ROJAS" userId="c10416f8c6a8dd15" providerId="LiveId" clId="{C8DB66A6-C594-48B8-ACBB-BD11216D2FE3}" dt="2026-02-09T15:06:04.877" v="1088" actId="208"/>
          <ac:spMkLst>
            <pc:docMk/>
            <pc:sldMk cId="1617963315" sldId="284"/>
            <ac:spMk id="4" creationId="{7B3760CD-E087-4DEE-8962-1CEDD3C790EB}"/>
          </ac:spMkLst>
        </pc:spChg>
        <pc:spChg chg="add mod">
          <ac:chgData name="LEIDY TOLEDO ROJAS" userId="c10416f8c6a8dd15" providerId="LiveId" clId="{C8DB66A6-C594-48B8-ACBB-BD11216D2FE3}" dt="2026-02-09T15:06:20.208" v="1089"/>
          <ac:spMkLst>
            <pc:docMk/>
            <pc:sldMk cId="1617963315" sldId="284"/>
            <ac:spMk id="7" creationId="{2DA51373-C9DE-4561-AD92-D95A22DDF2D0}"/>
          </ac:spMkLst>
        </pc:spChg>
        <pc:spChg chg="mod">
          <ac:chgData name="LEIDY TOLEDO ROJAS" userId="c10416f8c6a8dd15" providerId="LiveId" clId="{C8DB66A6-C594-48B8-ACBB-BD11216D2FE3}" dt="2026-02-09T15:05:04.168" v="1076" actId="208"/>
          <ac:spMkLst>
            <pc:docMk/>
            <pc:sldMk cId="1617963315" sldId="284"/>
            <ac:spMk id="9" creationId="{837560DC-6140-403B-AD76-B17C8F43D497}"/>
          </ac:spMkLst>
        </pc:spChg>
        <pc:spChg chg="mod">
          <ac:chgData name="LEIDY TOLEDO ROJAS" userId="c10416f8c6a8dd15" providerId="LiveId" clId="{C8DB66A6-C594-48B8-ACBB-BD11216D2FE3}" dt="2026-02-09T15:05:44.986" v="1084" actId="1076"/>
          <ac:spMkLst>
            <pc:docMk/>
            <pc:sldMk cId="1617963315" sldId="284"/>
            <ac:spMk id="11" creationId="{93E0B63D-11B4-4C48-B701-78890190EDF8}"/>
          </ac:spMkLst>
        </pc:spChg>
      </pc:sldChg>
      <pc:sldChg chg="addSp modSp mod">
        <pc:chgData name="LEIDY TOLEDO ROJAS" userId="c10416f8c6a8dd15" providerId="LiveId" clId="{C8DB66A6-C594-48B8-ACBB-BD11216D2FE3}" dt="2026-02-09T15:32:48.896" v="1203" actId="1076"/>
        <pc:sldMkLst>
          <pc:docMk/>
          <pc:sldMk cId="3985379610" sldId="285"/>
        </pc:sldMkLst>
        <pc:spChg chg="add mod">
          <ac:chgData name="LEIDY TOLEDO ROJAS" userId="c10416f8c6a8dd15" providerId="LiveId" clId="{C8DB66A6-C594-48B8-ACBB-BD11216D2FE3}" dt="2026-02-09T15:32:48.896" v="1203" actId="1076"/>
          <ac:spMkLst>
            <pc:docMk/>
            <pc:sldMk cId="3985379610" sldId="285"/>
            <ac:spMk id="5" creationId="{1C61113F-F7AC-4C63-BD37-A876DA7BC945}"/>
          </ac:spMkLst>
        </pc:spChg>
      </pc:sldChg>
      <pc:sldChg chg="addSp modSp add del mod">
        <pc:chgData name="LEIDY TOLEDO ROJAS" userId="c10416f8c6a8dd15" providerId="LiveId" clId="{C8DB66A6-C594-48B8-ACBB-BD11216D2FE3}" dt="2026-02-09T15:25:19.911" v="1187" actId="1076"/>
        <pc:sldMkLst>
          <pc:docMk/>
          <pc:sldMk cId="2981944825" sldId="286"/>
        </pc:sldMkLst>
        <pc:spChg chg="add mod">
          <ac:chgData name="LEIDY TOLEDO ROJAS" userId="c10416f8c6a8dd15" providerId="LiveId" clId="{C8DB66A6-C594-48B8-ACBB-BD11216D2FE3}" dt="2026-02-09T15:25:19.911" v="1187" actId="1076"/>
          <ac:spMkLst>
            <pc:docMk/>
            <pc:sldMk cId="2981944825" sldId="286"/>
            <ac:spMk id="9" creationId="{DD6C39F4-80F8-4730-8254-00DF265D6819}"/>
          </ac:spMkLst>
        </pc:spChg>
        <pc:graphicFrameChg chg="add mod modGraphic">
          <ac:chgData name="LEIDY TOLEDO ROJAS" userId="c10416f8c6a8dd15" providerId="LiveId" clId="{C8DB66A6-C594-48B8-ACBB-BD11216D2FE3}" dt="2026-02-09T15:09:47.591" v="1132"/>
          <ac:graphicFrameMkLst>
            <pc:docMk/>
            <pc:sldMk cId="2981944825" sldId="286"/>
            <ac:graphicFrameMk id="3" creationId="{C4BBA478-537A-41FC-B9FA-57513082CE7A}"/>
          </ac:graphicFrameMkLst>
        </pc:graphicFrameChg>
        <pc:picChg chg="mod ord modCrop">
          <ac:chgData name="LEIDY TOLEDO ROJAS" userId="c10416f8c6a8dd15" providerId="LiveId" clId="{C8DB66A6-C594-48B8-ACBB-BD11216D2FE3}" dt="2026-02-09T15:09:55.703" v="1134" actId="1076"/>
          <ac:picMkLst>
            <pc:docMk/>
            <pc:sldMk cId="2981944825" sldId="286"/>
            <ac:picMk id="4" creationId="{A43B2D13-9F7A-42D2-A4EE-D3CF56639039}"/>
          </ac:picMkLst>
        </pc:picChg>
        <pc:picChg chg="mod ord">
          <ac:chgData name="LEIDY TOLEDO ROJAS" userId="c10416f8c6a8dd15" providerId="LiveId" clId="{C8DB66A6-C594-48B8-ACBB-BD11216D2FE3}" dt="2026-02-09T15:09:58.254" v="1135" actId="1076"/>
          <ac:picMkLst>
            <pc:docMk/>
            <pc:sldMk cId="2981944825" sldId="286"/>
            <ac:picMk id="6" creationId="{04F26357-22C5-448A-83C4-06EF7568654E}"/>
          </ac:picMkLst>
        </pc:picChg>
        <pc:picChg chg="mod ord">
          <ac:chgData name="LEIDY TOLEDO ROJAS" userId="c10416f8c6a8dd15" providerId="LiveId" clId="{C8DB66A6-C594-48B8-ACBB-BD11216D2FE3}" dt="2026-02-09T15:09:07.819" v="1121" actId="166"/>
          <ac:picMkLst>
            <pc:docMk/>
            <pc:sldMk cId="2981944825" sldId="286"/>
            <ac:picMk id="8" creationId="{42508B54-6A7D-4745-A23D-BA51129C6A81}"/>
          </ac:picMkLst>
        </pc:picChg>
        <pc:picChg chg="mod">
          <ac:chgData name="LEIDY TOLEDO ROJAS" userId="c10416f8c6a8dd15" providerId="LiveId" clId="{C8DB66A6-C594-48B8-ACBB-BD11216D2FE3}" dt="2026-02-09T15:09:14.119" v="1123" actId="1076"/>
          <ac:picMkLst>
            <pc:docMk/>
            <pc:sldMk cId="2981944825" sldId="286"/>
            <ac:picMk id="16" creationId="{A14F40A6-BC97-42C3-9252-884CB9CBE4D6}"/>
          </ac:picMkLst>
        </pc:picChg>
      </pc:sldChg>
      <pc:sldChg chg="add del mod modShow">
        <pc:chgData name="LEIDY TOLEDO ROJAS" userId="c10416f8c6a8dd15" providerId="LiveId" clId="{C8DB66A6-C594-48B8-ACBB-BD11216D2FE3}" dt="2026-02-09T14:15:37.301" v="825" actId="47"/>
        <pc:sldMkLst>
          <pc:docMk/>
          <pc:sldMk cId="600044152" sldId="287"/>
        </pc:sldMkLst>
      </pc:sldChg>
      <pc:sldChg chg="add del mod modShow">
        <pc:chgData name="LEIDY TOLEDO ROJAS" userId="c10416f8c6a8dd15" providerId="LiveId" clId="{C8DB66A6-C594-48B8-ACBB-BD11216D2FE3}" dt="2026-02-09T14:15:38.217" v="826" actId="47"/>
        <pc:sldMkLst>
          <pc:docMk/>
          <pc:sldMk cId="2991255730" sldId="28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10358A-6904-4199-B475-8865048E6807}" type="doc">
      <dgm:prSet loTypeId="urn:microsoft.com/office/officeart/2005/8/layout/hProcess11" loCatId="process" qsTypeId="urn:microsoft.com/office/officeart/2005/8/quickstyle/simple1" qsCatId="simple" csTypeId="urn:microsoft.com/office/officeart/2005/8/colors/accent6_5" csCatId="accent6"/>
      <dgm:spPr/>
      <dgm:t>
        <a:bodyPr/>
        <a:lstStyle/>
        <a:p>
          <a:endParaRPr lang="es-CO"/>
        </a:p>
      </dgm:t>
    </dgm:pt>
    <dgm:pt modelId="{A07819B7-87F5-4FFB-9997-CA1E7BBCA886}">
      <dgm:prSet/>
      <dgm:spPr/>
      <dgm:t>
        <a:bodyPr/>
        <a:lstStyle/>
        <a:p>
          <a:r>
            <a:rPr lang="es-CO" b="1"/>
            <a:t>Función renal (creatinina, parcial de orina y RAC)</a:t>
          </a:r>
        </a:p>
      </dgm:t>
    </dgm:pt>
    <dgm:pt modelId="{76456814-024C-421A-8AAC-7C9952ABEA88}" type="parTrans" cxnId="{E9F02DE5-3276-400A-A7DC-6F18852DF665}">
      <dgm:prSet/>
      <dgm:spPr/>
      <dgm:t>
        <a:bodyPr/>
        <a:lstStyle/>
        <a:p>
          <a:endParaRPr lang="es-CO"/>
        </a:p>
      </dgm:t>
    </dgm:pt>
    <dgm:pt modelId="{46169E6E-D1A7-48A7-85A0-269156542944}" type="sibTrans" cxnId="{E9F02DE5-3276-400A-A7DC-6F18852DF665}">
      <dgm:prSet/>
      <dgm:spPr/>
      <dgm:t>
        <a:bodyPr/>
        <a:lstStyle/>
        <a:p>
          <a:endParaRPr lang="es-CO"/>
        </a:p>
      </dgm:t>
    </dgm:pt>
    <dgm:pt modelId="{9C1A35AC-9A85-4387-AD20-74726AA1E27D}">
      <dgm:prSet/>
      <dgm:spPr/>
      <dgm:t>
        <a:bodyPr/>
        <a:lstStyle/>
        <a:p>
          <a:r>
            <a:rPr lang="es-CO" b="0" i="0" baseline="0"/>
            <a:t>3 meses tras iniciar o ajustar tratamiento</a:t>
          </a:r>
          <a:endParaRPr lang="es-CO"/>
        </a:p>
      </dgm:t>
    </dgm:pt>
    <dgm:pt modelId="{C904F21A-FFDA-4623-A000-B7D05356C4D3}" type="parTrans" cxnId="{D81F9D51-B390-46C7-813C-6320EA049143}">
      <dgm:prSet/>
      <dgm:spPr/>
      <dgm:t>
        <a:bodyPr/>
        <a:lstStyle/>
        <a:p>
          <a:endParaRPr lang="es-CO"/>
        </a:p>
      </dgm:t>
    </dgm:pt>
    <dgm:pt modelId="{3EC98640-3212-4BCD-AD37-7D908A4B0F09}" type="sibTrans" cxnId="{D81F9D51-B390-46C7-813C-6320EA049143}">
      <dgm:prSet/>
      <dgm:spPr/>
      <dgm:t>
        <a:bodyPr/>
        <a:lstStyle/>
        <a:p>
          <a:endParaRPr lang="es-CO"/>
        </a:p>
      </dgm:t>
    </dgm:pt>
    <dgm:pt modelId="{72057EC0-6B29-4D4D-9552-CF171BD280E5}">
      <dgm:prSet/>
      <dgm:spPr/>
      <dgm:t>
        <a:bodyPr/>
        <a:lstStyle/>
        <a:p>
          <a:r>
            <a:rPr lang="es-CO"/>
            <a:t>Cada 6 meses si TFG estable</a:t>
          </a:r>
        </a:p>
      </dgm:t>
    </dgm:pt>
    <dgm:pt modelId="{F60EDE92-F68E-4BE0-B605-08A49BF97219}" type="parTrans" cxnId="{61D01715-F596-4DDD-87DC-F8A91ABA9352}">
      <dgm:prSet/>
      <dgm:spPr/>
      <dgm:t>
        <a:bodyPr/>
        <a:lstStyle/>
        <a:p>
          <a:endParaRPr lang="es-CO"/>
        </a:p>
      </dgm:t>
    </dgm:pt>
    <dgm:pt modelId="{029E26AC-0112-4AC8-A6DE-415FC80FFF7A}" type="sibTrans" cxnId="{61D01715-F596-4DDD-87DC-F8A91ABA9352}">
      <dgm:prSet/>
      <dgm:spPr/>
      <dgm:t>
        <a:bodyPr/>
        <a:lstStyle/>
        <a:p>
          <a:endParaRPr lang="es-CO"/>
        </a:p>
      </dgm:t>
    </dgm:pt>
    <dgm:pt modelId="{3A1FC5BD-92A7-4099-A365-C14DBB02591A}">
      <dgm:prSet/>
      <dgm:spPr/>
      <dgm:t>
        <a:bodyPr/>
        <a:lstStyle/>
        <a:p>
          <a:r>
            <a:rPr lang="es-CO" b="1" i="0" baseline="0"/>
            <a:t>Potasio sérico</a:t>
          </a:r>
          <a:endParaRPr lang="es-CO"/>
        </a:p>
      </dgm:t>
    </dgm:pt>
    <dgm:pt modelId="{24451A6D-AC22-4FA9-87F2-C4497724F0EF}" type="parTrans" cxnId="{79CD02DE-4B49-4FF4-85AB-9A7A58008293}">
      <dgm:prSet/>
      <dgm:spPr/>
      <dgm:t>
        <a:bodyPr/>
        <a:lstStyle/>
        <a:p>
          <a:endParaRPr lang="es-CO"/>
        </a:p>
      </dgm:t>
    </dgm:pt>
    <dgm:pt modelId="{5D87B11B-95C6-44CE-8F14-C8AD832375E4}" type="sibTrans" cxnId="{79CD02DE-4B49-4FF4-85AB-9A7A58008293}">
      <dgm:prSet/>
      <dgm:spPr/>
      <dgm:t>
        <a:bodyPr/>
        <a:lstStyle/>
        <a:p>
          <a:endParaRPr lang="es-CO"/>
        </a:p>
      </dgm:t>
    </dgm:pt>
    <dgm:pt modelId="{21D42F4A-236A-4CDE-A539-09C53BA44302}">
      <dgm:prSet/>
      <dgm:spPr/>
      <dgm:t>
        <a:bodyPr/>
        <a:lstStyle/>
        <a:p>
          <a:r>
            <a:rPr lang="es-CO" b="0" i="0" baseline="0"/>
            <a:t>Especialmente con IECA, ARA II o diuréticos cada 6 meses</a:t>
          </a:r>
          <a:endParaRPr lang="es-CO"/>
        </a:p>
      </dgm:t>
    </dgm:pt>
    <dgm:pt modelId="{E584B091-54EC-40FB-909A-39B2626D10B5}" type="parTrans" cxnId="{83B95D63-B5F0-4703-8599-367308DCBA58}">
      <dgm:prSet/>
      <dgm:spPr/>
      <dgm:t>
        <a:bodyPr/>
        <a:lstStyle/>
        <a:p>
          <a:endParaRPr lang="es-CO"/>
        </a:p>
      </dgm:t>
    </dgm:pt>
    <dgm:pt modelId="{4D84B81B-9225-4782-9E6F-F776AA4E7734}" type="sibTrans" cxnId="{83B95D63-B5F0-4703-8599-367308DCBA58}">
      <dgm:prSet/>
      <dgm:spPr/>
      <dgm:t>
        <a:bodyPr/>
        <a:lstStyle/>
        <a:p>
          <a:endParaRPr lang="es-CO"/>
        </a:p>
      </dgm:t>
    </dgm:pt>
    <dgm:pt modelId="{06C7EFFC-F8B5-470F-9EFD-C46F6942C5E1}">
      <dgm:prSet/>
      <dgm:spPr/>
      <dgm:t>
        <a:bodyPr/>
        <a:lstStyle/>
        <a:p>
          <a:r>
            <a:rPr lang="es-CO" b="1"/>
            <a:t>Función metabólica</a:t>
          </a:r>
          <a:endParaRPr lang="es-CO"/>
        </a:p>
      </dgm:t>
    </dgm:pt>
    <dgm:pt modelId="{B1564440-1DD8-4339-8B50-4300CE68C885}" type="parTrans" cxnId="{F704EE19-2B24-45A4-A1C5-A74B29E9D90B}">
      <dgm:prSet/>
      <dgm:spPr/>
      <dgm:t>
        <a:bodyPr/>
        <a:lstStyle/>
        <a:p>
          <a:endParaRPr lang="es-CO"/>
        </a:p>
      </dgm:t>
    </dgm:pt>
    <dgm:pt modelId="{9721E7AD-B126-4F32-AFA4-C2C6EBBBBCDD}" type="sibTrans" cxnId="{F704EE19-2B24-45A4-A1C5-A74B29E9D90B}">
      <dgm:prSet/>
      <dgm:spPr/>
      <dgm:t>
        <a:bodyPr/>
        <a:lstStyle/>
        <a:p>
          <a:endParaRPr lang="es-CO"/>
        </a:p>
      </dgm:t>
    </dgm:pt>
    <dgm:pt modelId="{671D02F1-E908-4D3F-B9DD-086E354E6BFB}">
      <dgm:prSet/>
      <dgm:spPr/>
      <dgm:t>
        <a:bodyPr/>
        <a:lstStyle/>
        <a:p>
          <a:r>
            <a:rPr lang="es-CO" b="0" i="0" baseline="0"/>
            <a:t>3 meses tras iniciar o ajustar tratamiento</a:t>
          </a:r>
          <a:endParaRPr lang="es-CO"/>
        </a:p>
      </dgm:t>
    </dgm:pt>
    <dgm:pt modelId="{35BF6274-0DFE-4A85-B65E-BC0C4BA603F7}" type="parTrans" cxnId="{7E432F78-D55C-40FF-8AEE-42012D375DFC}">
      <dgm:prSet/>
      <dgm:spPr/>
      <dgm:t>
        <a:bodyPr/>
        <a:lstStyle/>
        <a:p>
          <a:endParaRPr lang="es-CO"/>
        </a:p>
      </dgm:t>
    </dgm:pt>
    <dgm:pt modelId="{9828B44C-B5D8-4CF9-B36C-D650DCE5B491}" type="sibTrans" cxnId="{7E432F78-D55C-40FF-8AEE-42012D375DFC}">
      <dgm:prSet/>
      <dgm:spPr/>
      <dgm:t>
        <a:bodyPr/>
        <a:lstStyle/>
        <a:p>
          <a:endParaRPr lang="es-CO"/>
        </a:p>
      </dgm:t>
    </dgm:pt>
    <dgm:pt modelId="{A9E8A674-B78E-4942-846E-1F01CDA906F3}">
      <dgm:prSet/>
      <dgm:spPr/>
      <dgm:t>
        <a:bodyPr/>
        <a:lstStyle/>
        <a:p>
          <a:r>
            <a:rPr lang="es-CO"/>
            <a:t>Cada 6 meses si Glicemia/HbA1c en metas</a:t>
          </a:r>
        </a:p>
      </dgm:t>
    </dgm:pt>
    <dgm:pt modelId="{4909E5E3-16B0-4CA1-AB31-15766D659111}" type="parTrans" cxnId="{B80260C3-ED7C-4F79-BCBF-D20F8BCDDBBC}">
      <dgm:prSet/>
      <dgm:spPr/>
      <dgm:t>
        <a:bodyPr/>
        <a:lstStyle/>
        <a:p>
          <a:endParaRPr lang="es-CO"/>
        </a:p>
      </dgm:t>
    </dgm:pt>
    <dgm:pt modelId="{3A22724D-B084-482C-BAAF-B69551E93CC9}" type="sibTrans" cxnId="{B80260C3-ED7C-4F79-BCBF-D20F8BCDDBBC}">
      <dgm:prSet/>
      <dgm:spPr/>
      <dgm:t>
        <a:bodyPr/>
        <a:lstStyle/>
        <a:p>
          <a:endParaRPr lang="es-CO"/>
        </a:p>
      </dgm:t>
    </dgm:pt>
    <dgm:pt modelId="{AB5588CF-AF00-42D1-B6EA-23E3BF81B818}">
      <dgm:prSet/>
      <dgm:spPr/>
      <dgm:t>
        <a:bodyPr/>
        <a:lstStyle/>
        <a:p>
          <a:r>
            <a:rPr lang="es-CO" b="1" i="0" baseline="0"/>
            <a:t>Perfil lipídico </a:t>
          </a:r>
          <a:endParaRPr lang="es-CO"/>
        </a:p>
      </dgm:t>
    </dgm:pt>
    <dgm:pt modelId="{BC52506E-A677-45D7-AC70-1EB2E54719EB}" type="parTrans" cxnId="{C922A6F4-D9ED-4A1C-928D-9BBC6DC09AB9}">
      <dgm:prSet/>
      <dgm:spPr/>
      <dgm:t>
        <a:bodyPr/>
        <a:lstStyle/>
        <a:p>
          <a:endParaRPr lang="es-CO"/>
        </a:p>
      </dgm:t>
    </dgm:pt>
    <dgm:pt modelId="{B2DAB6E3-B471-4325-9624-978081101701}" type="sibTrans" cxnId="{C922A6F4-D9ED-4A1C-928D-9BBC6DC09AB9}">
      <dgm:prSet/>
      <dgm:spPr/>
      <dgm:t>
        <a:bodyPr/>
        <a:lstStyle/>
        <a:p>
          <a:endParaRPr lang="es-CO"/>
        </a:p>
      </dgm:t>
    </dgm:pt>
    <dgm:pt modelId="{5C99F2BC-2602-443F-833E-8313D1A23C89}">
      <dgm:prSet/>
      <dgm:spPr/>
      <dgm:t>
        <a:bodyPr/>
        <a:lstStyle/>
        <a:p>
          <a:r>
            <a:rPr lang="es-CO" b="0" i="0" baseline="0"/>
            <a:t>3 meses tras iniciar o ajustar tratamiento</a:t>
          </a:r>
          <a:endParaRPr lang="es-CO"/>
        </a:p>
      </dgm:t>
    </dgm:pt>
    <dgm:pt modelId="{AAE54DD8-6086-456B-B593-52264422A01B}" type="parTrans" cxnId="{2C7FF219-6DD4-48B5-8B91-D67866345C56}">
      <dgm:prSet/>
      <dgm:spPr/>
      <dgm:t>
        <a:bodyPr/>
        <a:lstStyle/>
        <a:p>
          <a:endParaRPr lang="es-CO"/>
        </a:p>
      </dgm:t>
    </dgm:pt>
    <dgm:pt modelId="{F85FC5AB-7FCA-4454-929D-2841BC6B4026}" type="sibTrans" cxnId="{2C7FF219-6DD4-48B5-8B91-D67866345C56}">
      <dgm:prSet/>
      <dgm:spPr/>
      <dgm:t>
        <a:bodyPr/>
        <a:lstStyle/>
        <a:p>
          <a:endParaRPr lang="es-CO"/>
        </a:p>
      </dgm:t>
    </dgm:pt>
    <dgm:pt modelId="{D42158EC-092D-4E7E-A7C9-4CD28AB1A09F}">
      <dgm:prSet/>
      <dgm:spPr/>
      <dgm:t>
        <a:bodyPr/>
        <a:lstStyle/>
        <a:p>
          <a:r>
            <a:rPr lang="es-CO"/>
            <a:t>Cada 6 meses si LDL en metas según riesgo cardiovascular</a:t>
          </a:r>
        </a:p>
      </dgm:t>
    </dgm:pt>
    <dgm:pt modelId="{A0DDDC68-5DC7-4AEB-8176-F8068162D8F7}" type="parTrans" cxnId="{F4254A78-1EC6-4E0E-9BF8-790A1EDA49AB}">
      <dgm:prSet/>
      <dgm:spPr/>
      <dgm:t>
        <a:bodyPr/>
        <a:lstStyle/>
        <a:p>
          <a:endParaRPr lang="es-CO"/>
        </a:p>
      </dgm:t>
    </dgm:pt>
    <dgm:pt modelId="{CFB264E1-E4A1-465F-92C6-C385C7CAD531}" type="sibTrans" cxnId="{F4254A78-1EC6-4E0E-9BF8-790A1EDA49AB}">
      <dgm:prSet/>
      <dgm:spPr/>
      <dgm:t>
        <a:bodyPr/>
        <a:lstStyle/>
        <a:p>
          <a:endParaRPr lang="es-CO"/>
        </a:p>
      </dgm:t>
    </dgm:pt>
    <dgm:pt modelId="{E62CDFE5-318D-46C6-AC04-9DCB438EF413}" type="pres">
      <dgm:prSet presAssocID="{D610358A-6904-4199-B475-8865048E6807}" presName="Name0" presStyleCnt="0">
        <dgm:presLayoutVars>
          <dgm:dir/>
          <dgm:resizeHandles val="exact"/>
        </dgm:presLayoutVars>
      </dgm:prSet>
      <dgm:spPr/>
    </dgm:pt>
    <dgm:pt modelId="{91BD64E8-3BE2-4871-8E9C-B14AC35E21BF}" type="pres">
      <dgm:prSet presAssocID="{D610358A-6904-4199-B475-8865048E6807}" presName="arrow" presStyleLbl="bgShp" presStyleIdx="0" presStyleCnt="1" custLinFactNeighborX="317"/>
      <dgm:spPr/>
    </dgm:pt>
    <dgm:pt modelId="{BF579648-9B45-4F4D-99F4-D52C1EB241B2}" type="pres">
      <dgm:prSet presAssocID="{D610358A-6904-4199-B475-8865048E6807}" presName="points" presStyleCnt="0"/>
      <dgm:spPr/>
    </dgm:pt>
    <dgm:pt modelId="{7088139A-EC25-40C7-BDE6-D331B5ACF59F}" type="pres">
      <dgm:prSet presAssocID="{A07819B7-87F5-4FFB-9997-CA1E7BBCA886}" presName="compositeA" presStyleCnt="0"/>
      <dgm:spPr/>
    </dgm:pt>
    <dgm:pt modelId="{BF89DF34-BE43-4CB7-AFFD-2C73E764C916}" type="pres">
      <dgm:prSet presAssocID="{A07819B7-87F5-4FFB-9997-CA1E7BBCA886}" presName="textA" presStyleLbl="revTx" presStyleIdx="0" presStyleCnt="4">
        <dgm:presLayoutVars>
          <dgm:bulletEnabled val="1"/>
        </dgm:presLayoutVars>
      </dgm:prSet>
      <dgm:spPr/>
    </dgm:pt>
    <dgm:pt modelId="{D7727117-B1AB-4E04-A5C7-AFC0C0922591}" type="pres">
      <dgm:prSet presAssocID="{A07819B7-87F5-4FFB-9997-CA1E7BBCA886}" presName="circleA" presStyleLbl="node1" presStyleIdx="0" presStyleCnt="4"/>
      <dgm:spPr/>
    </dgm:pt>
    <dgm:pt modelId="{50AF532E-D1CF-456D-8650-3AE855047FCE}" type="pres">
      <dgm:prSet presAssocID="{A07819B7-87F5-4FFB-9997-CA1E7BBCA886}" presName="spaceA" presStyleCnt="0"/>
      <dgm:spPr/>
    </dgm:pt>
    <dgm:pt modelId="{FF38A9F8-D5F2-483E-9F93-CA2DB63B7300}" type="pres">
      <dgm:prSet presAssocID="{46169E6E-D1A7-48A7-85A0-269156542944}" presName="space" presStyleCnt="0"/>
      <dgm:spPr/>
    </dgm:pt>
    <dgm:pt modelId="{01384F32-607A-4DA3-878A-97A92CC96C94}" type="pres">
      <dgm:prSet presAssocID="{3A1FC5BD-92A7-4099-A365-C14DBB02591A}" presName="compositeB" presStyleCnt="0"/>
      <dgm:spPr/>
    </dgm:pt>
    <dgm:pt modelId="{637BA81C-4E0A-4CDC-9B14-A9028D25F6C8}" type="pres">
      <dgm:prSet presAssocID="{3A1FC5BD-92A7-4099-A365-C14DBB02591A}" presName="textB" presStyleLbl="revTx" presStyleIdx="1" presStyleCnt="4">
        <dgm:presLayoutVars>
          <dgm:bulletEnabled val="1"/>
        </dgm:presLayoutVars>
      </dgm:prSet>
      <dgm:spPr/>
    </dgm:pt>
    <dgm:pt modelId="{24FAEF76-046F-4103-A00B-5BACEE3714DE}" type="pres">
      <dgm:prSet presAssocID="{3A1FC5BD-92A7-4099-A365-C14DBB02591A}" presName="circleB" presStyleLbl="node1" presStyleIdx="1" presStyleCnt="4"/>
      <dgm:spPr/>
    </dgm:pt>
    <dgm:pt modelId="{F8CE9B1D-6F00-44DA-8003-EE176D0C7261}" type="pres">
      <dgm:prSet presAssocID="{3A1FC5BD-92A7-4099-A365-C14DBB02591A}" presName="spaceB" presStyleCnt="0"/>
      <dgm:spPr/>
    </dgm:pt>
    <dgm:pt modelId="{5D4F2CF1-E26A-404C-B59D-BC80CE63A8BE}" type="pres">
      <dgm:prSet presAssocID="{5D87B11B-95C6-44CE-8F14-C8AD832375E4}" presName="space" presStyleCnt="0"/>
      <dgm:spPr/>
    </dgm:pt>
    <dgm:pt modelId="{054BA0BC-E2AC-4A08-AF77-5C319C9053F2}" type="pres">
      <dgm:prSet presAssocID="{06C7EFFC-F8B5-470F-9EFD-C46F6942C5E1}" presName="compositeA" presStyleCnt="0"/>
      <dgm:spPr/>
    </dgm:pt>
    <dgm:pt modelId="{3C4B7EFA-27F0-4245-92E8-77E9641C2943}" type="pres">
      <dgm:prSet presAssocID="{06C7EFFC-F8B5-470F-9EFD-C46F6942C5E1}" presName="textA" presStyleLbl="revTx" presStyleIdx="2" presStyleCnt="4">
        <dgm:presLayoutVars>
          <dgm:bulletEnabled val="1"/>
        </dgm:presLayoutVars>
      </dgm:prSet>
      <dgm:spPr/>
    </dgm:pt>
    <dgm:pt modelId="{F120E86C-F754-4A52-8BA2-0DE8D9D644DF}" type="pres">
      <dgm:prSet presAssocID="{06C7EFFC-F8B5-470F-9EFD-C46F6942C5E1}" presName="circleA" presStyleLbl="node1" presStyleIdx="2" presStyleCnt="4"/>
      <dgm:spPr/>
    </dgm:pt>
    <dgm:pt modelId="{6EA95B4C-B43E-4318-A089-74ADC5EAC4F6}" type="pres">
      <dgm:prSet presAssocID="{06C7EFFC-F8B5-470F-9EFD-C46F6942C5E1}" presName="spaceA" presStyleCnt="0"/>
      <dgm:spPr/>
    </dgm:pt>
    <dgm:pt modelId="{A0208504-78E3-4AE9-BF2F-7D15CED94E12}" type="pres">
      <dgm:prSet presAssocID="{9721E7AD-B126-4F32-AFA4-C2C6EBBBBCDD}" presName="space" presStyleCnt="0"/>
      <dgm:spPr/>
    </dgm:pt>
    <dgm:pt modelId="{F9C7C19B-3580-4843-9D0C-FD2778DF1865}" type="pres">
      <dgm:prSet presAssocID="{AB5588CF-AF00-42D1-B6EA-23E3BF81B818}" presName="compositeB" presStyleCnt="0"/>
      <dgm:spPr/>
    </dgm:pt>
    <dgm:pt modelId="{F3960FE9-490B-4B92-B54C-2990BAA286C8}" type="pres">
      <dgm:prSet presAssocID="{AB5588CF-AF00-42D1-B6EA-23E3BF81B818}" presName="textB" presStyleLbl="revTx" presStyleIdx="3" presStyleCnt="4">
        <dgm:presLayoutVars>
          <dgm:bulletEnabled val="1"/>
        </dgm:presLayoutVars>
      </dgm:prSet>
      <dgm:spPr/>
    </dgm:pt>
    <dgm:pt modelId="{776AF04C-49E9-420F-84CB-129E33C166C9}" type="pres">
      <dgm:prSet presAssocID="{AB5588CF-AF00-42D1-B6EA-23E3BF81B818}" presName="circleB" presStyleLbl="node1" presStyleIdx="3" presStyleCnt="4"/>
      <dgm:spPr/>
    </dgm:pt>
    <dgm:pt modelId="{743AA291-DCBF-4A31-950B-F7368320F008}" type="pres">
      <dgm:prSet presAssocID="{AB5588CF-AF00-42D1-B6EA-23E3BF81B818}" presName="spaceB" presStyleCnt="0"/>
      <dgm:spPr/>
    </dgm:pt>
  </dgm:ptLst>
  <dgm:cxnLst>
    <dgm:cxn modelId="{01CFF90C-C761-4487-99B6-BF9E5ACF206F}" type="presOf" srcId="{72057EC0-6B29-4D4D-9552-CF171BD280E5}" destId="{BF89DF34-BE43-4CB7-AFFD-2C73E764C916}" srcOrd="0" destOrd="2" presId="urn:microsoft.com/office/officeart/2005/8/layout/hProcess11"/>
    <dgm:cxn modelId="{61D01715-F596-4DDD-87DC-F8A91ABA9352}" srcId="{A07819B7-87F5-4FFB-9997-CA1E7BBCA886}" destId="{72057EC0-6B29-4D4D-9552-CF171BD280E5}" srcOrd="1" destOrd="0" parTransId="{F60EDE92-F68E-4BE0-B605-08A49BF97219}" sibTransId="{029E26AC-0112-4AC8-A6DE-415FC80FFF7A}"/>
    <dgm:cxn modelId="{F704EE19-2B24-45A4-A1C5-A74B29E9D90B}" srcId="{D610358A-6904-4199-B475-8865048E6807}" destId="{06C7EFFC-F8B5-470F-9EFD-C46F6942C5E1}" srcOrd="2" destOrd="0" parTransId="{B1564440-1DD8-4339-8B50-4300CE68C885}" sibTransId="{9721E7AD-B126-4F32-AFA4-C2C6EBBBBCDD}"/>
    <dgm:cxn modelId="{2C7FF219-6DD4-48B5-8B91-D67866345C56}" srcId="{AB5588CF-AF00-42D1-B6EA-23E3BF81B818}" destId="{5C99F2BC-2602-443F-833E-8313D1A23C89}" srcOrd="0" destOrd="0" parTransId="{AAE54DD8-6086-456B-B593-52264422A01B}" sibTransId="{F85FC5AB-7FCA-4454-929D-2841BC6B4026}"/>
    <dgm:cxn modelId="{EF889620-722A-47DF-AC06-653D4560DA83}" type="presOf" srcId="{9C1A35AC-9A85-4387-AD20-74726AA1E27D}" destId="{BF89DF34-BE43-4CB7-AFFD-2C73E764C916}" srcOrd="0" destOrd="1" presId="urn:microsoft.com/office/officeart/2005/8/layout/hProcess11"/>
    <dgm:cxn modelId="{E9265B2C-5C4E-438C-8421-81B2584C7D82}" type="presOf" srcId="{06C7EFFC-F8B5-470F-9EFD-C46F6942C5E1}" destId="{3C4B7EFA-27F0-4245-92E8-77E9641C2943}" srcOrd="0" destOrd="0" presId="urn:microsoft.com/office/officeart/2005/8/layout/hProcess11"/>
    <dgm:cxn modelId="{C0378742-06C0-46EE-8913-4C4559F5DB48}" type="presOf" srcId="{AB5588CF-AF00-42D1-B6EA-23E3BF81B818}" destId="{F3960FE9-490B-4B92-B54C-2990BAA286C8}" srcOrd="0" destOrd="0" presId="urn:microsoft.com/office/officeart/2005/8/layout/hProcess11"/>
    <dgm:cxn modelId="{83B95D63-B5F0-4703-8599-367308DCBA58}" srcId="{3A1FC5BD-92A7-4099-A365-C14DBB02591A}" destId="{21D42F4A-236A-4CDE-A539-09C53BA44302}" srcOrd="0" destOrd="0" parTransId="{E584B091-54EC-40FB-909A-39B2626D10B5}" sibTransId="{4D84B81B-9225-4782-9E6F-F776AA4E7734}"/>
    <dgm:cxn modelId="{9E2FC363-982D-4E64-BCB3-D9CE6F4DDD88}" type="presOf" srcId="{A07819B7-87F5-4FFB-9997-CA1E7BBCA886}" destId="{BF89DF34-BE43-4CB7-AFFD-2C73E764C916}" srcOrd="0" destOrd="0" presId="urn:microsoft.com/office/officeart/2005/8/layout/hProcess11"/>
    <dgm:cxn modelId="{401C624C-1547-44C4-9FD4-FD2B64761A85}" type="presOf" srcId="{5C99F2BC-2602-443F-833E-8313D1A23C89}" destId="{F3960FE9-490B-4B92-B54C-2990BAA286C8}" srcOrd="0" destOrd="1" presId="urn:microsoft.com/office/officeart/2005/8/layout/hProcess11"/>
    <dgm:cxn modelId="{D81F9D51-B390-46C7-813C-6320EA049143}" srcId="{A07819B7-87F5-4FFB-9997-CA1E7BBCA886}" destId="{9C1A35AC-9A85-4387-AD20-74726AA1E27D}" srcOrd="0" destOrd="0" parTransId="{C904F21A-FFDA-4623-A000-B7D05356C4D3}" sibTransId="{3EC98640-3212-4BCD-AD37-7D908A4B0F09}"/>
    <dgm:cxn modelId="{3042C073-92BA-47E1-8342-533E190FF28A}" type="presOf" srcId="{D42158EC-092D-4E7E-A7C9-4CD28AB1A09F}" destId="{F3960FE9-490B-4B92-B54C-2990BAA286C8}" srcOrd="0" destOrd="2" presId="urn:microsoft.com/office/officeart/2005/8/layout/hProcess11"/>
    <dgm:cxn modelId="{7E432F78-D55C-40FF-8AEE-42012D375DFC}" srcId="{06C7EFFC-F8B5-470F-9EFD-C46F6942C5E1}" destId="{671D02F1-E908-4D3F-B9DD-086E354E6BFB}" srcOrd="0" destOrd="0" parTransId="{35BF6274-0DFE-4A85-B65E-BC0C4BA603F7}" sibTransId="{9828B44C-B5D8-4CF9-B36C-D650DCE5B491}"/>
    <dgm:cxn modelId="{F4254A78-1EC6-4E0E-9BF8-790A1EDA49AB}" srcId="{AB5588CF-AF00-42D1-B6EA-23E3BF81B818}" destId="{D42158EC-092D-4E7E-A7C9-4CD28AB1A09F}" srcOrd="1" destOrd="0" parTransId="{A0DDDC68-5DC7-4AEB-8176-F8068162D8F7}" sibTransId="{CFB264E1-E4A1-465F-92C6-C385C7CAD531}"/>
    <dgm:cxn modelId="{A9DFB959-3680-4608-B8F3-CBE84576CACF}" type="presOf" srcId="{A9E8A674-B78E-4942-846E-1F01CDA906F3}" destId="{3C4B7EFA-27F0-4245-92E8-77E9641C2943}" srcOrd="0" destOrd="2" presId="urn:microsoft.com/office/officeart/2005/8/layout/hProcess11"/>
    <dgm:cxn modelId="{7A327293-29C1-4873-B943-654154E98743}" type="presOf" srcId="{D610358A-6904-4199-B475-8865048E6807}" destId="{E62CDFE5-318D-46C6-AC04-9DCB438EF413}" srcOrd="0" destOrd="0" presId="urn:microsoft.com/office/officeart/2005/8/layout/hProcess11"/>
    <dgm:cxn modelId="{3F00ACA0-6A56-491F-92B5-201BD2B08020}" type="presOf" srcId="{3A1FC5BD-92A7-4099-A365-C14DBB02591A}" destId="{637BA81C-4E0A-4CDC-9B14-A9028D25F6C8}" srcOrd="0" destOrd="0" presId="urn:microsoft.com/office/officeart/2005/8/layout/hProcess11"/>
    <dgm:cxn modelId="{B80260C3-ED7C-4F79-BCBF-D20F8BCDDBBC}" srcId="{06C7EFFC-F8B5-470F-9EFD-C46F6942C5E1}" destId="{A9E8A674-B78E-4942-846E-1F01CDA906F3}" srcOrd="1" destOrd="0" parTransId="{4909E5E3-16B0-4CA1-AB31-15766D659111}" sibTransId="{3A22724D-B084-482C-BAAF-B69551E93CC9}"/>
    <dgm:cxn modelId="{6106C8C6-DFE6-4790-BE50-0298B44BA721}" type="presOf" srcId="{671D02F1-E908-4D3F-B9DD-086E354E6BFB}" destId="{3C4B7EFA-27F0-4245-92E8-77E9641C2943}" srcOrd="0" destOrd="1" presId="urn:microsoft.com/office/officeart/2005/8/layout/hProcess11"/>
    <dgm:cxn modelId="{79CD02DE-4B49-4FF4-85AB-9A7A58008293}" srcId="{D610358A-6904-4199-B475-8865048E6807}" destId="{3A1FC5BD-92A7-4099-A365-C14DBB02591A}" srcOrd="1" destOrd="0" parTransId="{24451A6D-AC22-4FA9-87F2-C4497724F0EF}" sibTransId="{5D87B11B-95C6-44CE-8F14-C8AD832375E4}"/>
    <dgm:cxn modelId="{E9F02DE5-3276-400A-A7DC-6F18852DF665}" srcId="{D610358A-6904-4199-B475-8865048E6807}" destId="{A07819B7-87F5-4FFB-9997-CA1E7BBCA886}" srcOrd="0" destOrd="0" parTransId="{76456814-024C-421A-8AAC-7C9952ABEA88}" sibTransId="{46169E6E-D1A7-48A7-85A0-269156542944}"/>
    <dgm:cxn modelId="{C922A6F4-D9ED-4A1C-928D-9BBC6DC09AB9}" srcId="{D610358A-6904-4199-B475-8865048E6807}" destId="{AB5588CF-AF00-42D1-B6EA-23E3BF81B818}" srcOrd="3" destOrd="0" parTransId="{BC52506E-A677-45D7-AC70-1EB2E54719EB}" sibTransId="{B2DAB6E3-B471-4325-9624-978081101701}"/>
    <dgm:cxn modelId="{7A8F12F7-DB31-4665-BD2F-0BD531BE081A}" type="presOf" srcId="{21D42F4A-236A-4CDE-A539-09C53BA44302}" destId="{637BA81C-4E0A-4CDC-9B14-A9028D25F6C8}" srcOrd="0" destOrd="1" presId="urn:microsoft.com/office/officeart/2005/8/layout/hProcess11"/>
    <dgm:cxn modelId="{A769246B-EFF1-425F-A9A2-78E3622BF505}" type="presParOf" srcId="{E62CDFE5-318D-46C6-AC04-9DCB438EF413}" destId="{91BD64E8-3BE2-4871-8E9C-B14AC35E21BF}" srcOrd="0" destOrd="0" presId="urn:microsoft.com/office/officeart/2005/8/layout/hProcess11"/>
    <dgm:cxn modelId="{654565B0-101B-4CAB-A6FA-CEE2EB47E974}" type="presParOf" srcId="{E62CDFE5-318D-46C6-AC04-9DCB438EF413}" destId="{BF579648-9B45-4F4D-99F4-D52C1EB241B2}" srcOrd="1" destOrd="0" presId="urn:microsoft.com/office/officeart/2005/8/layout/hProcess11"/>
    <dgm:cxn modelId="{00DD4568-7D0D-4DD4-91B8-783D18DEAF06}" type="presParOf" srcId="{BF579648-9B45-4F4D-99F4-D52C1EB241B2}" destId="{7088139A-EC25-40C7-BDE6-D331B5ACF59F}" srcOrd="0" destOrd="0" presId="urn:microsoft.com/office/officeart/2005/8/layout/hProcess11"/>
    <dgm:cxn modelId="{9C331A1A-2C6E-4A73-9556-857F610100D6}" type="presParOf" srcId="{7088139A-EC25-40C7-BDE6-D331B5ACF59F}" destId="{BF89DF34-BE43-4CB7-AFFD-2C73E764C916}" srcOrd="0" destOrd="0" presId="urn:microsoft.com/office/officeart/2005/8/layout/hProcess11"/>
    <dgm:cxn modelId="{F652C23E-E8AB-4AF0-93C3-AF6332E35567}" type="presParOf" srcId="{7088139A-EC25-40C7-BDE6-D331B5ACF59F}" destId="{D7727117-B1AB-4E04-A5C7-AFC0C0922591}" srcOrd="1" destOrd="0" presId="urn:microsoft.com/office/officeart/2005/8/layout/hProcess11"/>
    <dgm:cxn modelId="{13D68BB0-D54E-41D2-9C04-3D05799BB46D}" type="presParOf" srcId="{7088139A-EC25-40C7-BDE6-D331B5ACF59F}" destId="{50AF532E-D1CF-456D-8650-3AE855047FCE}" srcOrd="2" destOrd="0" presId="urn:microsoft.com/office/officeart/2005/8/layout/hProcess11"/>
    <dgm:cxn modelId="{A4F638A9-8B39-456B-93E3-7A4C17FE6C9B}" type="presParOf" srcId="{BF579648-9B45-4F4D-99F4-D52C1EB241B2}" destId="{FF38A9F8-D5F2-483E-9F93-CA2DB63B7300}" srcOrd="1" destOrd="0" presId="urn:microsoft.com/office/officeart/2005/8/layout/hProcess11"/>
    <dgm:cxn modelId="{BC663BA0-C104-4839-BF7A-1D05F226B2ED}" type="presParOf" srcId="{BF579648-9B45-4F4D-99F4-D52C1EB241B2}" destId="{01384F32-607A-4DA3-878A-97A92CC96C94}" srcOrd="2" destOrd="0" presId="urn:microsoft.com/office/officeart/2005/8/layout/hProcess11"/>
    <dgm:cxn modelId="{885D5812-FDF8-4071-9EB2-E5DA8E110451}" type="presParOf" srcId="{01384F32-607A-4DA3-878A-97A92CC96C94}" destId="{637BA81C-4E0A-4CDC-9B14-A9028D25F6C8}" srcOrd="0" destOrd="0" presId="urn:microsoft.com/office/officeart/2005/8/layout/hProcess11"/>
    <dgm:cxn modelId="{E2FCCBEF-46FA-4723-8B0E-C99E37AB2530}" type="presParOf" srcId="{01384F32-607A-4DA3-878A-97A92CC96C94}" destId="{24FAEF76-046F-4103-A00B-5BACEE3714DE}" srcOrd="1" destOrd="0" presId="urn:microsoft.com/office/officeart/2005/8/layout/hProcess11"/>
    <dgm:cxn modelId="{ABAA3CB9-EA40-4AD4-B53E-22743DE559A4}" type="presParOf" srcId="{01384F32-607A-4DA3-878A-97A92CC96C94}" destId="{F8CE9B1D-6F00-44DA-8003-EE176D0C7261}" srcOrd="2" destOrd="0" presId="urn:microsoft.com/office/officeart/2005/8/layout/hProcess11"/>
    <dgm:cxn modelId="{4F8D865B-CBEC-4AD7-AB42-1A813BFE3D8A}" type="presParOf" srcId="{BF579648-9B45-4F4D-99F4-D52C1EB241B2}" destId="{5D4F2CF1-E26A-404C-B59D-BC80CE63A8BE}" srcOrd="3" destOrd="0" presId="urn:microsoft.com/office/officeart/2005/8/layout/hProcess11"/>
    <dgm:cxn modelId="{1BDB8B53-C505-40E1-BFFE-4EC0EBE0BD57}" type="presParOf" srcId="{BF579648-9B45-4F4D-99F4-D52C1EB241B2}" destId="{054BA0BC-E2AC-4A08-AF77-5C319C9053F2}" srcOrd="4" destOrd="0" presId="urn:microsoft.com/office/officeart/2005/8/layout/hProcess11"/>
    <dgm:cxn modelId="{7E75E7CD-FAF9-4667-A698-FC2F7541472B}" type="presParOf" srcId="{054BA0BC-E2AC-4A08-AF77-5C319C9053F2}" destId="{3C4B7EFA-27F0-4245-92E8-77E9641C2943}" srcOrd="0" destOrd="0" presId="urn:microsoft.com/office/officeart/2005/8/layout/hProcess11"/>
    <dgm:cxn modelId="{224D5DD4-2CDD-461F-86E3-5498102EF22D}" type="presParOf" srcId="{054BA0BC-E2AC-4A08-AF77-5C319C9053F2}" destId="{F120E86C-F754-4A52-8BA2-0DE8D9D644DF}" srcOrd="1" destOrd="0" presId="urn:microsoft.com/office/officeart/2005/8/layout/hProcess11"/>
    <dgm:cxn modelId="{76665AFB-D79B-4B0B-A0E0-E5938DE49D5C}" type="presParOf" srcId="{054BA0BC-E2AC-4A08-AF77-5C319C9053F2}" destId="{6EA95B4C-B43E-4318-A089-74ADC5EAC4F6}" srcOrd="2" destOrd="0" presId="urn:microsoft.com/office/officeart/2005/8/layout/hProcess11"/>
    <dgm:cxn modelId="{75D66CCD-090C-4CAD-8A82-82869DDF5330}" type="presParOf" srcId="{BF579648-9B45-4F4D-99F4-D52C1EB241B2}" destId="{A0208504-78E3-4AE9-BF2F-7D15CED94E12}" srcOrd="5" destOrd="0" presId="urn:microsoft.com/office/officeart/2005/8/layout/hProcess11"/>
    <dgm:cxn modelId="{832A374C-F112-470D-88DB-E69AC0678372}" type="presParOf" srcId="{BF579648-9B45-4F4D-99F4-D52C1EB241B2}" destId="{F9C7C19B-3580-4843-9D0C-FD2778DF1865}" srcOrd="6" destOrd="0" presId="urn:microsoft.com/office/officeart/2005/8/layout/hProcess11"/>
    <dgm:cxn modelId="{89218F4C-679C-4485-B43D-17F3DE8F1B0F}" type="presParOf" srcId="{F9C7C19B-3580-4843-9D0C-FD2778DF1865}" destId="{F3960FE9-490B-4B92-B54C-2990BAA286C8}" srcOrd="0" destOrd="0" presId="urn:microsoft.com/office/officeart/2005/8/layout/hProcess11"/>
    <dgm:cxn modelId="{87A0A77C-3D4E-443E-AF84-9ADD7945F72D}" type="presParOf" srcId="{F9C7C19B-3580-4843-9D0C-FD2778DF1865}" destId="{776AF04C-49E9-420F-84CB-129E33C166C9}" srcOrd="1" destOrd="0" presId="urn:microsoft.com/office/officeart/2005/8/layout/hProcess11"/>
    <dgm:cxn modelId="{B6838FD0-0DD0-4B19-98BF-95A3840C017D}" type="presParOf" srcId="{F9C7C19B-3580-4843-9D0C-FD2778DF1865}" destId="{743AA291-DCBF-4A31-950B-F7368320F008}"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45F61B-AA45-47FB-8D72-586FCEA7FD44}" type="doc">
      <dgm:prSet loTypeId="urn:microsoft.com/office/officeart/2005/8/layout/cycle3" loCatId="cycle" qsTypeId="urn:microsoft.com/office/officeart/2005/8/quickstyle/simple1" qsCatId="simple" csTypeId="urn:microsoft.com/office/officeart/2005/8/colors/colorful5" csCatId="colorful"/>
      <dgm:spPr/>
      <dgm:t>
        <a:bodyPr/>
        <a:lstStyle/>
        <a:p>
          <a:endParaRPr lang="es-CO"/>
        </a:p>
      </dgm:t>
    </dgm:pt>
    <dgm:pt modelId="{3E1E5361-8CB9-46E9-B22D-27D27A3BA4E9}">
      <dgm:prSet/>
      <dgm:spPr/>
      <dgm:t>
        <a:bodyPr/>
        <a:lstStyle/>
        <a:p>
          <a:r>
            <a:rPr lang="es-CO"/>
            <a:t>Reducción de peso: ↓ PAS 5–10 mmHg</a:t>
          </a:r>
        </a:p>
      </dgm:t>
    </dgm:pt>
    <dgm:pt modelId="{CB47E07C-ED5C-4B28-A533-87A13AC7A891}" type="parTrans" cxnId="{23FA641E-75C0-4E31-B03D-F35F52B41960}">
      <dgm:prSet/>
      <dgm:spPr/>
      <dgm:t>
        <a:bodyPr/>
        <a:lstStyle/>
        <a:p>
          <a:endParaRPr lang="es-CO"/>
        </a:p>
      </dgm:t>
    </dgm:pt>
    <dgm:pt modelId="{6C451FC1-55A1-470A-8ABB-9C5D22929CF8}" type="sibTrans" cxnId="{23FA641E-75C0-4E31-B03D-F35F52B41960}">
      <dgm:prSet/>
      <dgm:spPr/>
      <dgm:t>
        <a:bodyPr/>
        <a:lstStyle/>
        <a:p>
          <a:endParaRPr lang="es-CO"/>
        </a:p>
      </dgm:t>
    </dgm:pt>
    <dgm:pt modelId="{B629B85D-DCA7-4587-BE9D-4EB21E56B6F6}">
      <dgm:prSet/>
      <dgm:spPr/>
      <dgm:t>
        <a:bodyPr/>
        <a:lstStyle/>
        <a:p>
          <a:r>
            <a:rPr lang="es-CO"/>
            <a:t>Dieta DASH: ↓ PAS 8–14 mmHg</a:t>
          </a:r>
        </a:p>
      </dgm:t>
    </dgm:pt>
    <dgm:pt modelId="{FD003716-0197-4ADE-9630-BF0BD44D1C1A}" type="parTrans" cxnId="{0FA7182C-B005-4B63-9BA1-FA063D00842D}">
      <dgm:prSet/>
      <dgm:spPr/>
      <dgm:t>
        <a:bodyPr/>
        <a:lstStyle/>
        <a:p>
          <a:endParaRPr lang="es-CO"/>
        </a:p>
      </dgm:t>
    </dgm:pt>
    <dgm:pt modelId="{34ECD165-7A32-483D-B1D5-729FBC08E06E}" type="sibTrans" cxnId="{0FA7182C-B005-4B63-9BA1-FA063D00842D}">
      <dgm:prSet/>
      <dgm:spPr/>
      <dgm:t>
        <a:bodyPr/>
        <a:lstStyle/>
        <a:p>
          <a:endParaRPr lang="es-CO"/>
        </a:p>
      </dgm:t>
    </dgm:pt>
    <dgm:pt modelId="{405B4782-F94D-4EC7-8612-5DE50674F98F}">
      <dgm:prSet/>
      <dgm:spPr/>
      <dgm:t>
        <a:bodyPr/>
        <a:lstStyle/>
        <a:p>
          <a:r>
            <a:rPr lang="es-CO"/>
            <a:t>Reducción de sodio: ↓ PAS 5–6 mmHg</a:t>
          </a:r>
        </a:p>
      </dgm:t>
    </dgm:pt>
    <dgm:pt modelId="{D9804EEF-8627-4AD7-9170-9561E738FADF}" type="parTrans" cxnId="{581D62F4-E2AD-42AB-80E7-B3349460B7BE}">
      <dgm:prSet/>
      <dgm:spPr/>
      <dgm:t>
        <a:bodyPr/>
        <a:lstStyle/>
        <a:p>
          <a:endParaRPr lang="es-CO"/>
        </a:p>
      </dgm:t>
    </dgm:pt>
    <dgm:pt modelId="{22C9F164-94CE-40D3-A779-B78E540BDEC4}" type="sibTrans" cxnId="{581D62F4-E2AD-42AB-80E7-B3349460B7BE}">
      <dgm:prSet/>
      <dgm:spPr/>
      <dgm:t>
        <a:bodyPr/>
        <a:lstStyle/>
        <a:p>
          <a:endParaRPr lang="es-CO"/>
        </a:p>
      </dgm:t>
    </dgm:pt>
    <dgm:pt modelId="{2ED2BAA9-9B9D-471B-B7AB-645F9FFEE47B}">
      <dgm:prSet/>
      <dgm:spPr/>
      <dgm:t>
        <a:bodyPr/>
        <a:lstStyle/>
        <a:p>
          <a:r>
            <a:rPr lang="es-CO"/>
            <a:t>Actividad física regular: ↓ PAS 4–9 mmHg</a:t>
          </a:r>
        </a:p>
      </dgm:t>
    </dgm:pt>
    <dgm:pt modelId="{74157E5D-1677-4FE4-8B61-E136D565A12E}" type="parTrans" cxnId="{62633C5A-2CB4-4AD9-92F9-EE79B66B178B}">
      <dgm:prSet/>
      <dgm:spPr/>
      <dgm:t>
        <a:bodyPr/>
        <a:lstStyle/>
        <a:p>
          <a:endParaRPr lang="es-CO"/>
        </a:p>
      </dgm:t>
    </dgm:pt>
    <dgm:pt modelId="{086FE967-D81A-44AD-A24D-5AD8142AB2A5}" type="sibTrans" cxnId="{62633C5A-2CB4-4AD9-92F9-EE79B66B178B}">
      <dgm:prSet/>
      <dgm:spPr/>
      <dgm:t>
        <a:bodyPr/>
        <a:lstStyle/>
        <a:p>
          <a:endParaRPr lang="es-CO"/>
        </a:p>
      </dgm:t>
    </dgm:pt>
    <dgm:pt modelId="{54EDA88E-7D82-4C74-99C1-8BDFE1BB45D9}">
      <dgm:prSet/>
      <dgm:spPr/>
      <dgm:t>
        <a:bodyPr/>
        <a:lstStyle/>
        <a:p>
          <a:r>
            <a:rPr lang="es-CO"/>
            <a:t>Disminución de alcohol: ↓ PAS 2–4 mmHg</a:t>
          </a:r>
        </a:p>
      </dgm:t>
    </dgm:pt>
    <dgm:pt modelId="{8A90B0BC-C145-432A-B851-689CB0951593}" type="parTrans" cxnId="{83B3CD20-23C2-4D66-8E42-D4D5A7F50083}">
      <dgm:prSet/>
      <dgm:spPr/>
      <dgm:t>
        <a:bodyPr/>
        <a:lstStyle/>
        <a:p>
          <a:endParaRPr lang="es-CO"/>
        </a:p>
      </dgm:t>
    </dgm:pt>
    <dgm:pt modelId="{02C8E856-522B-4CA0-A912-C4B0B1489854}" type="sibTrans" cxnId="{83B3CD20-23C2-4D66-8E42-D4D5A7F50083}">
      <dgm:prSet/>
      <dgm:spPr/>
      <dgm:t>
        <a:bodyPr/>
        <a:lstStyle/>
        <a:p>
          <a:endParaRPr lang="es-CO"/>
        </a:p>
      </dgm:t>
    </dgm:pt>
    <dgm:pt modelId="{B283EC6F-BD35-4295-8532-179442578ACF}">
      <dgm:prSet/>
      <dgm:spPr/>
      <dgm:t>
        <a:bodyPr/>
        <a:lstStyle/>
        <a:p>
          <a:r>
            <a:rPr lang="es-CO"/>
            <a:t>NO tabaquismo</a:t>
          </a:r>
        </a:p>
      </dgm:t>
    </dgm:pt>
    <dgm:pt modelId="{B96993B3-6F3C-426D-A0E1-E5BE25AAD451}" type="parTrans" cxnId="{9767BC25-5A6D-48AD-969D-839EE6B12A7D}">
      <dgm:prSet/>
      <dgm:spPr/>
      <dgm:t>
        <a:bodyPr/>
        <a:lstStyle/>
        <a:p>
          <a:endParaRPr lang="es-CO"/>
        </a:p>
      </dgm:t>
    </dgm:pt>
    <dgm:pt modelId="{00ED18D8-F97B-401B-B55C-AA4E78E0A884}" type="sibTrans" cxnId="{9767BC25-5A6D-48AD-969D-839EE6B12A7D}">
      <dgm:prSet/>
      <dgm:spPr/>
      <dgm:t>
        <a:bodyPr/>
        <a:lstStyle/>
        <a:p>
          <a:endParaRPr lang="es-CO"/>
        </a:p>
      </dgm:t>
    </dgm:pt>
    <dgm:pt modelId="{E3025594-E82E-4566-BB14-B332CE8A3452}" type="pres">
      <dgm:prSet presAssocID="{EB45F61B-AA45-47FB-8D72-586FCEA7FD44}" presName="Name0" presStyleCnt="0">
        <dgm:presLayoutVars>
          <dgm:dir/>
          <dgm:resizeHandles val="exact"/>
        </dgm:presLayoutVars>
      </dgm:prSet>
      <dgm:spPr/>
    </dgm:pt>
    <dgm:pt modelId="{0C57D439-A6CD-4057-B01D-DD28A94B600C}" type="pres">
      <dgm:prSet presAssocID="{EB45F61B-AA45-47FB-8D72-586FCEA7FD44}" presName="cycle" presStyleCnt="0"/>
      <dgm:spPr/>
    </dgm:pt>
    <dgm:pt modelId="{653DBD1E-4901-4E7D-8F6D-1FC807069254}" type="pres">
      <dgm:prSet presAssocID="{3E1E5361-8CB9-46E9-B22D-27D27A3BA4E9}" presName="nodeFirstNode" presStyleLbl="node1" presStyleIdx="0" presStyleCnt="6">
        <dgm:presLayoutVars>
          <dgm:bulletEnabled val="1"/>
        </dgm:presLayoutVars>
      </dgm:prSet>
      <dgm:spPr/>
    </dgm:pt>
    <dgm:pt modelId="{7B261BFA-837A-4B8C-9D91-379F02A4BB64}" type="pres">
      <dgm:prSet presAssocID="{6C451FC1-55A1-470A-8ABB-9C5D22929CF8}" presName="sibTransFirstNode" presStyleLbl="bgShp" presStyleIdx="0" presStyleCnt="1"/>
      <dgm:spPr/>
    </dgm:pt>
    <dgm:pt modelId="{AFB8D61E-14B0-4D61-956E-2B95671AF7F1}" type="pres">
      <dgm:prSet presAssocID="{B629B85D-DCA7-4587-BE9D-4EB21E56B6F6}" presName="nodeFollowingNodes" presStyleLbl="node1" presStyleIdx="1" presStyleCnt="6">
        <dgm:presLayoutVars>
          <dgm:bulletEnabled val="1"/>
        </dgm:presLayoutVars>
      </dgm:prSet>
      <dgm:spPr/>
    </dgm:pt>
    <dgm:pt modelId="{C86C0E9B-0249-4103-90E1-A6962FE4B4AC}" type="pres">
      <dgm:prSet presAssocID="{405B4782-F94D-4EC7-8612-5DE50674F98F}" presName="nodeFollowingNodes" presStyleLbl="node1" presStyleIdx="2" presStyleCnt="6">
        <dgm:presLayoutVars>
          <dgm:bulletEnabled val="1"/>
        </dgm:presLayoutVars>
      </dgm:prSet>
      <dgm:spPr/>
    </dgm:pt>
    <dgm:pt modelId="{7F2FE84D-BAA3-43CD-9D71-60F47747219E}" type="pres">
      <dgm:prSet presAssocID="{2ED2BAA9-9B9D-471B-B7AB-645F9FFEE47B}" presName="nodeFollowingNodes" presStyleLbl="node1" presStyleIdx="3" presStyleCnt="6">
        <dgm:presLayoutVars>
          <dgm:bulletEnabled val="1"/>
        </dgm:presLayoutVars>
      </dgm:prSet>
      <dgm:spPr/>
    </dgm:pt>
    <dgm:pt modelId="{987705B1-449F-4316-96A3-56CDA6DFA5AF}" type="pres">
      <dgm:prSet presAssocID="{54EDA88E-7D82-4C74-99C1-8BDFE1BB45D9}" presName="nodeFollowingNodes" presStyleLbl="node1" presStyleIdx="4" presStyleCnt="6">
        <dgm:presLayoutVars>
          <dgm:bulletEnabled val="1"/>
        </dgm:presLayoutVars>
      </dgm:prSet>
      <dgm:spPr/>
    </dgm:pt>
    <dgm:pt modelId="{A9B4A69B-76A4-4DB4-B81A-2CF398652B41}" type="pres">
      <dgm:prSet presAssocID="{B283EC6F-BD35-4295-8532-179442578ACF}" presName="nodeFollowingNodes" presStyleLbl="node1" presStyleIdx="5" presStyleCnt="6">
        <dgm:presLayoutVars>
          <dgm:bulletEnabled val="1"/>
        </dgm:presLayoutVars>
      </dgm:prSet>
      <dgm:spPr/>
    </dgm:pt>
  </dgm:ptLst>
  <dgm:cxnLst>
    <dgm:cxn modelId="{87403B00-B3B2-41C9-9E64-93FBF5443654}" type="presOf" srcId="{54EDA88E-7D82-4C74-99C1-8BDFE1BB45D9}" destId="{987705B1-449F-4316-96A3-56CDA6DFA5AF}" srcOrd="0" destOrd="0" presId="urn:microsoft.com/office/officeart/2005/8/layout/cycle3"/>
    <dgm:cxn modelId="{9A29750A-FC16-453C-910C-9637489837B2}" type="presOf" srcId="{405B4782-F94D-4EC7-8612-5DE50674F98F}" destId="{C86C0E9B-0249-4103-90E1-A6962FE4B4AC}" srcOrd="0" destOrd="0" presId="urn:microsoft.com/office/officeart/2005/8/layout/cycle3"/>
    <dgm:cxn modelId="{23FA641E-75C0-4E31-B03D-F35F52B41960}" srcId="{EB45F61B-AA45-47FB-8D72-586FCEA7FD44}" destId="{3E1E5361-8CB9-46E9-B22D-27D27A3BA4E9}" srcOrd="0" destOrd="0" parTransId="{CB47E07C-ED5C-4B28-A533-87A13AC7A891}" sibTransId="{6C451FC1-55A1-470A-8ABB-9C5D22929CF8}"/>
    <dgm:cxn modelId="{83B3CD20-23C2-4D66-8E42-D4D5A7F50083}" srcId="{EB45F61B-AA45-47FB-8D72-586FCEA7FD44}" destId="{54EDA88E-7D82-4C74-99C1-8BDFE1BB45D9}" srcOrd="4" destOrd="0" parTransId="{8A90B0BC-C145-432A-B851-689CB0951593}" sibTransId="{02C8E856-522B-4CA0-A912-C4B0B1489854}"/>
    <dgm:cxn modelId="{9767BC25-5A6D-48AD-969D-839EE6B12A7D}" srcId="{EB45F61B-AA45-47FB-8D72-586FCEA7FD44}" destId="{B283EC6F-BD35-4295-8532-179442578ACF}" srcOrd="5" destOrd="0" parTransId="{B96993B3-6F3C-426D-A0E1-E5BE25AAD451}" sibTransId="{00ED18D8-F97B-401B-B55C-AA4E78E0A884}"/>
    <dgm:cxn modelId="{0FA7182C-B005-4B63-9BA1-FA063D00842D}" srcId="{EB45F61B-AA45-47FB-8D72-586FCEA7FD44}" destId="{B629B85D-DCA7-4587-BE9D-4EB21E56B6F6}" srcOrd="1" destOrd="0" parTransId="{FD003716-0197-4ADE-9630-BF0BD44D1C1A}" sibTransId="{34ECD165-7A32-483D-B1D5-729FBC08E06E}"/>
    <dgm:cxn modelId="{B90E8342-3AD4-4AC6-A218-39F7ADAC3032}" type="presOf" srcId="{EB45F61B-AA45-47FB-8D72-586FCEA7FD44}" destId="{E3025594-E82E-4566-BB14-B332CE8A3452}" srcOrd="0" destOrd="0" presId="urn:microsoft.com/office/officeart/2005/8/layout/cycle3"/>
    <dgm:cxn modelId="{1115704F-86CB-44E2-961E-0FF14FEB8863}" type="presOf" srcId="{B629B85D-DCA7-4587-BE9D-4EB21E56B6F6}" destId="{AFB8D61E-14B0-4D61-956E-2B95671AF7F1}" srcOrd="0" destOrd="0" presId="urn:microsoft.com/office/officeart/2005/8/layout/cycle3"/>
    <dgm:cxn modelId="{62633C5A-2CB4-4AD9-92F9-EE79B66B178B}" srcId="{EB45F61B-AA45-47FB-8D72-586FCEA7FD44}" destId="{2ED2BAA9-9B9D-471B-B7AB-645F9FFEE47B}" srcOrd="3" destOrd="0" parTransId="{74157E5D-1677-4FE4-8B61-E136D565A12E}" sibTransId="{086FE967-D81A-44AD-A24D-5AD8142AB2A5}"/>
    <dgm:cxn modelId="{5D42EC8D-4B56-41F6-9A6C-BA73D785BE46}" type="presOf" srcId="{2ED2BAA9-9B9D-471B-B7AB-645F9FFEE47B}" destId="{7F2FE84D-BAA3-43CD-9D71-60F47747219E}" srcOrd="0" destOrd="0" presId="urn:microsoft.com/office/officeart/2005/8/layout/cycle3"/>
    <dgm:cxn modelId="{2CEA1090-FB5E-439A-8A7E-E8F27D1009A0}" type="presOf" srcId="{6C451FC1-55A1-470A-8ABB-9C5D22929CF8}" destId="{7B261BFA-837A-4B8C-9D91-379F02A4BB64}" srcOrd="0" destOrd="0" presId="urn:microsoft.com/office/officeart/2005/8/layout/cycle3"/>
    <dgm:cxn modelId="{961709D7-1704-4DB0-9D92-05DEF6EE2DAC}" type="presOf" srcId="{3E1E5361-8CB9-46E9-B22D-27D27A3BA4E9}" destId="{653DBD1E-4901-4E7D-8F6D-1FC807069254}" srcOrd="0" destOrd="0" presId="urn:microsoft.com/office/officeart/2005/8/layout/cycle3"/>
    <dgm:cxn modelId="{E38BEEDB-68A2-4C4F-A797-F4BBB3F26159}" type="presOf" srcId="{B283EC6F-BD35-4295-8532-179442578ACF}" destId="{A9B4A69B-76A4-4DB4-B81A-2CF398652B41}" srcOrd="0" destOrd="0" presId="urn:microsoft.com/office/officeart/2005/8/layout/cycle3"/>
    <dgm:cxn modelId="{581D62F4-E2AD-42AB-80E7-B3349460B7BE}" srcId="{EB45F61B-AA45-47FB-8D72-586FCEA7FD44}" destId="{405B4782-F94D-4EC7-8612-5DE50674F98F}" srcOrd="2" destOrd="0" parTransId="{D9804EEF-8627-4AD7-9170-9561E738FADF}" sibTransId="{22C9F164-94CE-40D3-A779-B78E540BDEC4}"/>
    <dgm:cxn modelId="{F07A2895-036E-45F9-BF5B-2F05409CCBB0}" type="presParOf" srcId="{E3025594-E82E-4566-BB14-B332CE8A3452}" destId="{0C57D439-A6CD-4057-B01D-DD28A94B600C}" srcOrd="0" destOrd="0" presId="urn:microsoft.com/office/officeart/2005/8/layout/cycle3"/>
    <dgm:cxn modelId="{EB051DA1-862F-4BD9-BE5C-C7366F9E4D63}" type="presParOf" srcId="{0C57D439-A6CD-4057-B01D-DD28A94B600C}" destId="{653DBD1E-4901-4E7D-8F6D-1FC807069254}" srcOrd="0" destOrd="0" presId="urn:microsoft.com/office/officeart/2005/8/layout/cycle3"/>
    <dgm:cxn modelId="{4D460D0F-875C-470C-8C39-FE1425C3282A}" type="presParOf" srcId="{0C57D439-A6CD-4057-B01D-DD28A94B600C}" destId="{7B261BFA-837A-4B8C-9D91-379F02A4BB64}" srcOrd="1" destOrd="0" presId="urn:microsoft.com/office/officeart/2005/8/layout/cycle3"/>
    <dgm:cxn modelId="{F2D9A986-EDE5-4444-A76E-5AB692CBCC6D}" type="presParOf" srcId="{0C57D439-A6CD-4057-B01D-DD28A94B600C}" destId="{AFB8D61E-14B0-4D61-956E-2B95671AF7F1}" srcOrd="2" destOrd="0" presId="urn:microsoft.com/office/officeart/2005/8/layout/cycle3"/>
    <dgm:cxn modelId="{4F516D86-5C96-4D3E-93C1-FBF7F8EA46FA}" type="presParOf" srcId="{0C57D439-A6CD-4057-B01D-DD28A94B600C}" destId="{C86C0E9B-0249-4103-90E1-A6962FE4B4AC}" srcOrd="3" destOrd="0" presId="urn:microsoft.com/office/officeart/2005/8/layout/cycle3"/>
    <dgm:cxn modelId="{C560740E-E598-4E03-B046-8638253511D2}" type="presParOf" srcId="{0C57D439-A6CD-4057-B01D-DD28A94B600C}" destId="{7F2FE84D-BAA3-43CD-9D71-60F47747219E}" srcOrd="4" destOrd="0" presId="urn:microsoft.com/office/officeart/2005/8/layout/cycle3"/>
    <dgm:cxn modelId="{0824F675-36F7-4CEA-A41A-51A7869C1B1F}" type="presParOf" srcId="{0C57D439-A6CD-4057-B01D-DD28A94B600C}" destId="{987705B1-449F-4316-96A3-56CDA6DFA5AF}" srcOrd="5" destOrd="0" presId="urn:microsoft.com/office/officeart/2005/8/layout/cycle3"/>
    <dgm:cxn modelId="{5DE6E408-196F-4FC3-8C0E-16291235BCE1}" type="presParOf" srcId="{0C57D439-A6CD-4057-B01D-DD28A94B600C}" destId="{A9B4A69B-76A4-4DB4-B81A-2CF398652B41}" srcOrd="6" destOrd="0" presId="urn:microsoft.com/office/officeart/2005/8/layout/cycle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3F145F-5FBD-4281-91FF-551E847ACEE8}" type="doc">
      <dgm:prSet loTypeId="urn:microsoft.com/office/officeart/2005/8/layout/matrix2" loCatId="matrix" qsTypeId="urn:microsoft.com/office/officeart/2005/8/quickstyle/simple2" qsCatId="simple" csTypeId="urn:microsoft.com/office/officeart/2005/8/colors/accent6_2" csCatId="accent6" phldr="1"/>
      <dgm:spPr/>
      <dgm:t>
        <a:bodyPr/>
        <a:lstStyle/>
        <a:p>
          <a:endParaRPr lang="es-CO"/>
        </a:p>
      </dgm:t>
    </dgm:pt>
    <dgm:pt modelId="{6C26A6B2-A48B-435A-BC43-5EDA43F91896}">
      <dgm:prSet phldrT="[Texto]" phldr="1"/>
      <dgm:spPr/>
      <dgm:t>
        <a:bodyPr/>
        <a:lstStyle/>
        <a:p>
          <a:endParaRPr lang="es-CO"/>
        </a:p>
      </dgm:t>
    </dgm:pt>
    <dgm:pt modelId="{83A143BC-53B4-4A10-8A1A-157E65091583}" type="parTrans" cxnId="{9826496B-26BE-42DD-8A42-268A9B01DC90}">
      <dgm:prSet/>
      <dgm:spPr/>
      <dgm:t>
        <a:bodyPr/>
        <a:lstStyle/>
        <a:p>
          <a:endParaRPr lang="es-CO"/>
        </a:p>
      </dgm:t>
    </dgm:pt>
    <dgm:pt modelId="{5DEE4F21-F5ED-4193-9A55-A8F3D6264A15}" type="sibTrans" cxnId="{9826496B-26BE-42DD-8A42-268A9B01DC90}">
      <dgm:prSet/>
      <dgm:spPr/>
      <dgm:t>
        <a:bodyPr/>
        <a:lstStyle/>
        <a:p>
          <a:endParaRPr lang="es-CO"/>
        </a:p>
      </dgm:t>
    </dgm:pt>
    <dgm:pt modelId="{E20D14F8-5836-4190-B3B2-8A5A9A8C09AF}" type="pres">
      <dgm:prSet presAssocID="{B23F145F-5FBD-4281-91FF-551E847ACEE8}" presName="matrix" presStyleCnt="0">
        <dgm:presLayoutVars>
          <dgm:chMax val="1"/>
          <dgm:dir/>
          <dgm:resizeHandles val="exact"/>
        </dgm:presLayoutVars>
      </dgm:prSet>
      <dgm:spPr/>
    </dgm:pt>
    <dgm:pt modelId="{477B6CBA-3E63-4728-B480-E4D53D28F85E}" type="pres">
      <dgm:prSet presAssocID="{B23F145F-5FBD-4281-91FF-551E847ACEE8}" presName="axisShape" presStyleLbl="bgShp" presStyleIdx="0" presStyleCnt="1"/>
      <dgm:spPr/>
    </dgm:pt>
    <dgm:pt modelId="{2D73B7BA-1D79-41A0-B637-BD25321867D4}" type="pres">
      <dgm:prSet presAssocID="{B23F145F-5FBD-4281-91FF-551E847ACEE8}" presName="rect1" presStyleLbl="node1" presStyleIdx="0" presStyleCnt="4">
        <dgm:presLayoutVars>
          <dgm:chMax val="0"/>
          <dgm:chPref val="0"/>
          <dgm:bulletEnabled val="1"/>
        </dgm:presLayoutVars>
      </dgm:prSet>
      <dgm:spPr/>
    </dgm:pt>
    <dgm:pt modelId="{18EECC4C-270E-43AA-A5A9-A0895BC4F834}" type="pres">
      <dgm:prSet presAssocID="{B23F145F-5FBD-4281-91FF-551E847ACEE8}" presName="rect2" presStyleLbl="node1" presStyleIdx="1" presStyleCnt="4" custFlipVert="1" custScaleX="8402" custScaleY="26260">
        <dgm:presLayoutVars>
          <dgm:chMax val="0"/>
          <dgm:chPref val="0"/>
          <dgm:bulletEnabled val="1"/>
        </dgm:presLayoutVars>
      </dgm:prSet>
      <dgm:spPr/>
    </dgm:pt>
    <dgm:pt modelId="{EB1CEE9D-8E99-4DB4-8D3A-3A58A503500C}" type="pres">
      <dgm:prSet presAssocID="{B23F145F-5FBD-4281-91FF-551E847ACEE8}" presName="rect3" presStyleLbl="node1" presStyleIdx="2" presStyleCnt="4" custFlipVert="1" custScaleY="7621" custLinFactNeighborX="-39620" custLinFactNeighborY="-1231">
        <dgm:presLayoutVars>
          <dgm:chMax val="0"/>
          <dgm:chPref val="0"/>
          <dgm:bulletEnabled val="1"/>
        </dgm:presLayoutVars>
      </dgm:prSet>
      <dgm:spPr/>
    </dgm:pt>
    <dgm:pt modelId="{E8D0B2EC-2613-47C0-AE01-A60CD4CE49BB}" type="pres">
      <dgm:prSet presAssocID="{B23F145F-5FBD-4281-91FF-551E847ACEE8}" presName="rect4" presStyleLbl="node1" presStyleIdx="3" presStyleCnt="4" custFlipHor="1" custScaleX="3024" custScaleY="2109">
        <dgm:presLayoutVars>
          <dgm:chMax val="0"/>
          <dgm:chPref val="0"/>
          <dgm:bulletEnabled val="1"/>
        </dgm:presLayoutVars>
      </dgm:prSet>
      <dgm:spPr/>
    </dgm:pt>
  </dgm:ptLst>
  <dgm:cxnLst>
    <dgm:cxn modelId="{9826496B-26BE-42DD-8A42-268A9B01DC90}" srcId="{B23F145F-5FBD-4281-91FF-551E847ACEE8}" destId="{6C26A6B2-A48B-435A-BC43-5EDA43F91896}" srcOrd="0" destOrd="0" parTransId="{83A143BC-53B4-4A10-8A1A-157E65091583}" sibTransId="{5DEE4F21-F5ED-4193-9A55-A8F3D6264A15}"/>
    <dgm:cxn modelId="{9B1F27A2-F152-43C3-B87D-21896499C804}" type="presOf" srcId="{6C26A6B2-A48B-435A-BC43-5EDA43F91896}" destId="{2D73B7BA-1D79-41A0-B637-BD25321867D4}" srcOrd="0" destOrd="0" presId="urn:microsoft.com/office/officeart/2005/8/layout/matrix2"/>
    <dgm:cxn modelId="{33FB03CB-3B3C-41BF-97EE-8EB3507F8B40}" type="presOf" srcId="{B23F145F-5FBD-4281-91FF-551E847ACEE8}" destId="{E20D14F8-5836-4190-B3B2-8A5A9A8C09AF}" srcOrd="0" destOrd="0" presId="urn:microsoft.com/office/officeart/2005/8/layout/matrix2"/>
    <dgm:cxn modelId="{06BA7591-9819-4427-B7A8-7393D31B245C}" type="presParOf" srcId="{E20D14F8-5836-4190-B3B2-8A5A9A8C09AF}" destId="{477B6CBA-3E63-4728-B480-E4D53D28F85E}" srcOrd="0" destOrd="0" presId="urn:microsoft.com/office/officeart/2005/8/layout/matrix2"/>
    <dgm:cxn modelId="{7A5233F3-971E-41CD-B013-7F23A794AB20}" type="presParOf" srcId="{E20D14F8-5836-4190-B3B2-8A5A9A8C09AF}" destId="{2D73B7BA-1D79-41A0-B637-BD25321867D4}" srcOrd="1" destOrd="0" presId="urn:microsoft.com/office/officeart/2005/8/layout/matrix2"/>
    <dgm:cxn modelId="{449E5129-BEFE-4C9B-948E-F60DD0659CC2}" type="presParOf" srcId="{E20D14F8-5836-4190-B3B2-8A5A9A8C09AF}" destId="{18EECC4C-270E-43AA-A5A9-A0895BC4F834}" srcOrd="2" destOrd="0" presId="urn:microsoft.com/office/officeart/2005/8/layout/matrix2"/>
    <dgm:cxn modelId="{6D630426-3809-4BF7-AFE0-D36C63F2F5D1}" type="presParOf" srcId="{E20D14F8-5836-4190-B3B2-8A5A9A8C09AF}" destId="{EB1CEE9D-8E99-4DB4-8D3A-3A58A503500C}" srcOrd="3" destOrd="0" presId="urn:microsoft.com/office/officeart/2005/8/layout/matrix2"/>
    <dgm:cxn modelId="{3B6CC8B3-BD9A-4911-BD33-1F6DA1E8BBF9}" type="presParOf" srcId="{E20D14F8-5836-4190-B3B2-8A5A9A8C09AF}" destId="{E8D0B2EC-2613-47C0-AE01-A60CD4CE49BB}" srcOrd="4" destOrd="0" presId="urn:microsoft.com/office/officeart/2005/8/layout/matrix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46D1BC-0EAE-42FD-A75F-5F4821E9562B}" type="doc">
      <dgm:prSet loTypeId="urn:microsoft.com/office/officeart/2005/8/layout/hierarchy3" loCatId="hierarchy" qsTypeId="urn:microsoft.com/office/officeart/2005/8/quickstyle/simple1" qsCatId="simple" csTypeId="urn:microsoft.com/office/officeart/2005/8/colors/accent6_2" csCatId="accent6"/>
      <dgm:spPr/>
      <dgm:t>
        <a:bodyPr/>
        <a:lstStyle/>
        <a:p>
          <a:endParaRPr lang="es-CO"/>
        </a:p>
      </dgm:t>
    </dgm:pt>
    <dgm:pt modelId="{C5A9A4F9-C8C5-4390-BAC1-D3C64C2BC761}">
      <dgm:prSet/>
      <dgm:spPr/>
      <dgm:t>
        <a:bodyPr/>
        <a:lstStyle/>
        <a:p>
          <a:r>
            <a:rPr lang="es-CO"/>
            <a:t>Adulto &lt;65 años:</a:t>
          </a:r>
        </a:p>
      </dgm:t>
    </dgm:pt>
    <dgm:pt modelId="{7E2F5C5B-4160-441E-90E3-30DF8E952203}" type="parTrans" cxnId="{FE7CE57C-E466-49FC-9765-D46B8B868EEE}">
      <dgm:prSet/>
      <dgm:spPr/>
      <dgm:t>
        <a:bodyPr/>
        <a:lstStyle/>
        <a:p>
          <a:endParaRPr lang="es-CO"/>
        </a:p>
      </dgm:t>
    </dgm:pt>
    <dgm:pt modelId="{0F0100AE-99FC-45CC-8322-3A52E9391D8C}" type="sibTrans" cxnId="{FE7CE57C-E466-49FC-9765-D46B8B868EEE}">
      <dgm:prSet/>
      <dgm:spPr/>
      <dgm:t>
        <a:bodyPr/>
        <a:lstStyle/>
        <a:p>
          <a:endParaRPr lang="es-CO"/>
        </a:p>
      </dgm:t>
    </dgm:pt>
    <dgm:pt modelId="{1640BBEE-AA16-43B8-B9DF-CE55CD92B5B1}">
      <dgm:prSet/>
      <dgm:spPr/>
      <dgm:t>
        <a:bodyPr/>
        <a:lstStyle/>
        <a:p>
          <a:r>
            <a:rPr lang="es-CO" b="1" dirty="0"/>
            <a:t>Meta: &lt;130/80 mmHg</a:t>
          </a:r>
        </a:p>
      </dgm:t>
    </dgm:pt>
    <dgm:pt modelId="{58D131CD-85E2-46FF-AFDE-F4D08621A2CC}" type="parTrans" cxnId="{D9EA84EB-D8B6-4A78-82D5-159E6968F5B1}">
      <dgm:prSet/>
      <dgm:spPr/>
      <dgm:t>
        <a:bodyPr/>
        <a:lstStyle/>
        <a:p>
          <a:endParaRPr lang="es-CO"/>
        </a:p>
      </dgm:t>
    </dgm:pt>
    <dgm:pt modelId="{53C5F0FB-5475-4654-9C25-102C100696F1}" type="sibTrans" cxnId="{D9EA84EB-D8B6-4A78-82D5-159E6968F5B1}">
      <dgm:prSet/>
      <dgm:spPr/>
      <dgm:t>
        <a:bodyPr/>
        <a:lstStyle/>
        <a:p>
          <a:endParaRPr lang="es-CO"/>
        </a:p>
      </dgm:t>
    </dgm:pt>
    <dgm:pt modelId="{1BD7EB78-2582-44AB-9E4D-4184D1B13BAA}">
      <dgm:prSet/>
      <dgm:spPr/>
      <dgm:t>
        <a:bodyPr/>
        <a:lstStyle/>
        <a:p>
          <a:r>
            <a:rPr lang="es-CO"/>
            <a:t>Adulto ≥65 años:</a:t>
          </a:r>
        </a:p>
      </dgm:t>
    </dgm:pt>
    <dgm:pt modelId="{8526DC97-9E6A-4A8A-909C-EA9794AF1BBA}" type="parTrans" cxnId="{ACE99BB9-24BA-4F04-B234-DE9D76069437}">
      <dgm:prSet/>
      <dgm:spPr/>
      <dgm:t>
        <a:bodyPr/>
        <a:lstStyle/>
        <a:p>
          <a:endParaRPr lang="es-CO"/>
        </a:p>
      </dgm:t>
    </dgm:pt>
    <dgm:pt modelId="{04D118A5-6559-4C1E-9439-3007B4E28AC2}" type="sibTrans" cxnId="{ACE99BB9-24BA-4F04-B234-DE9D76069437}">
      <dgm:prSet/>
      <dgm:spPr/>
      <dgm:t>
        <a:bodyPr/>
        <a:lstStyle/>
        <a:p>
          <a:endParaRPr lang="es-CO"/>
        </a:p>
      </dgm:t>
    </dgm:pt>
    <dgm:pt modelId="{EE9F00F3-2497-4D0B-B86F-93C1CB4EED0A}">
      <dgm:prSet/>
      <dgm:spPr/>
      <dgm:t>
        <a:bodyPr/>
        <a:lstStyle/>
        <a:p>
          <a:r>
            <a:rPr lang="es-CO" b="1" dirty="0"/>
            <a:t>Meta: &lt;140/80 mmHg</a:t>
          </a:r>
        </a:p>
      </dgm:t>
    </dgm:pt>
    <dgm:pt modelId="{74000EC9-00AC-4B5D-BD29-9FC8FE708B96}" type="parTrans" cxnId="{E2A8EC06-AE65-470C-8F86-FE8E57331F0F}">
      <dgm:prSet/>
      <dgm:spPr/>
      <dgm:t>
        <a:bodyPr/>
        <a:lstStyle/>
        <a:p>
          <a:endParaRPr lang="es-CO"/>
        </a:p>
      </dgm:t>
    </dgm:pt>
    <dgm:pt modelId="{923F3E6A-C428-4B76-BF76-A202EFD45835}" type="sibTrans" cxnId="{E2A8EC06-AE65-470C-8F86-FE8E57331F0F}">
      <dgm:prSet/>
      <dgm:spPr/>
      <dgm:t>
        <a:bodyPr/>
        <a:lstStyle/>
        <a:p>
          <a:endParaRPr lang="es-CO"/>
        </a:p>
      </dgm:t>
    </dgm:pt>
    <dgm:pt modelId="{7A86ADB4-BD2B-44A6-BA68-F079717C5EA6}">
      <dgm:prSet custT="1"/>
      <dgm:spPr/>
      <dgm:t>
        <a:bodyPr/>
        <a:lstStyle/>
        <a:p>
          <a:r>
            <a:rPr lang="es-CO" sz="2000"/>
            <a:t>Evitar &lt;120 mmHg / &lt;70 mmHg</a:t>
          </a:r>
        </a:p>
      </dgm:t>
    </dgm:pt>
    <dgm:pt modelId="{26A1196E-5168-4DA8-B9E3-6CE9EED671E1}" type="parTrans" cxnId="{64DF27EA-C737-4E80-A17A-1B0BD2B7A471}">
      <dgm:prSet/>
      <dgm:spPr/>
      <dgm:t>
        <a:bodyPr/>
        <a:lstStyle/>
        <a:p>
          <a:endParaRPr lang="es-CO"/>
        </a:p>
      </dgm:t>
    </dgm:pt>
    <dgm:pt modelId="{545F6E34-B466-4FA7-9E2B-93A0DC66355E}" type="sibTrans" cxnId="{64DF27EA-C737-4E80-A17A-1B0BD2B7A471}">
      <dgm:prSet/>
      <dgm:spPr/>
      <dgm:t>
        <a:bodyPr/>
        <a:lstStyle/>
        <a:p>
          <a:endParaRPr lang="es-CO"/>
        </a:p>
      </dgm:t>
    </dgm:pt>
    <dgm:pt modelId="{470067DE-2043-46AB-AD84-C255C88D47BB}">
      <dgm:prSet/>
      <dgm:spPr/>
      <dgm:t>
        <a:bodyPr/>
        <a:lstStyle/>
        <a:p>
          <a:r>
            <a:rPr lang="es-CO"/>
            <a:t>Diabetes, ERC o enfermedad cardiovascular establecida:</a:t>
          </a:r>
        </a:p>
      </dgm:t>
    </dgm:pt>
    <dgm:pt modelId="{7AA94AB1-7D74-4197-86F1-06149EE937C0}" type="parTrans" cxnId="{A32E7732-60BF-4317-86EF-F6F14C25BAED}">
      <dgm:prSet/>
      <dgm:spPr/>
      <dgm:t>
        <a:bodyPr/>
        <a:lstStyle/>
        <a:p>
          <a:endParaRPr lang="es-CO"/>
        </a:p>
      </dgm:t>
    </dgm:pt>
    <dgm:pt modelId="{B1C878D6-40CF-4C1A-92CF-DF437E644715}" type="sibTrans" cxnId="{A32E7732-60BF-4317-86EF-F6F14C25BAED}">
      <dgm:prSet/>
      <dgm:spPr/>
      <dgm:t>
        <a:bodyPr/>
        <a:lstStyle/>
        <a:p>
          <a:endParaRPr lang="es-CO"/>
        </a:p>
      </dgm:t>
    </dgm:pt>
    <dgm:pt modelId="{25F027F4-BD2C-4D7C-B6BE-63E8704F5C4D}">
      <dgm:prSet/>
      <dgm:spPr/>
      <dgm:t>
        <a:bodyPr/>
        <a:lstStyle/>
        <a:p>
          <a:r>
            <a:rPr lang="es-CO" b="1" dirty="0"/>
            <a:t>Meta: &lt;130/80 mmHg</a:t>
          </a:r>
        </a:p>
      </dgm:t>
    </dgm:pt>
    <dgm:pt modelId="{71ECFD90-2A00-4EF1-B69A-4122ADEB1F6F}" type="parTrans" cxnId="{AAFBE3C5-49E5-438B-9D74-97389B4ADCBB}">
      <dgm:prSet/>
      <dgm:spPr/>
      <dgm:t>
        <a:bodyPr/>
        <a:lstStyle/>
        <a:p>
          <a:endParaRPr lang="es-CO"/>
        </a:p>
      </dgm:t>
    </dgm:pt>
    <dgm:pt modelId="{22F5FB86-9345-4BDB-90DC-AD3148EA9750}" type="sibTrans" cxnId="{AAFBE3C5-49E5-438B-9D74-97389B4ADCBB}">
      <dgm:prSet/>
      <dgm:spPr/>
      <dgm:t>
        <a:bodyPr/>
        <a:lstStyle/>
        <a:p>
          <a:endParaRPr lang="es-CO"/>
        </a:p>
      </dgm:t>
    </dgm:pt>
    <dgm:pt modelId="{C6DB9602-7E7A-4BEE-ADD3-8068E6F8B177}">
      <dgm:prSet/>
      <dgm:spPr/>
      <dgm:t>
        <a:bodyPr/>
        <a:lstStyle/>
        <a:p>
          <a:r>
            <a:rPr lang="es-CO"/>
            <a:t>Paciente frágil / adulto mayor:</a:t>
          </a:r>
        </a:p>
      </dgm:t>
    </dgm:pt>
    <dgm:pt modelId="{6F7E2E67-1D0F-430A-8AD7-94F9B655FF45}" type="parTrans" cxnId="{0721EB62-2F35-4645-9249-66F7BB85528F}">
      <dgm:prSet/>
      <dgm:spPr/>
      <dgm:t>
        <a:bodyPr/>
        <a:lstStyle/>
        <a:p>
          <a:endParaRPr lang="es-CO"/>
        </a:p>
      </dgm:t>
    </dgm:pt>
    <dgm:pt modelId="{636928EB-1705-4BF1-B804-04A6450854BE}" type="sibTrans" cxnId="{0721EB62-2F35-4645-9249-66F7BB85528F}">
      <dgm:prSet/>
      <dgm:spPr/>
      <dgm:t>
        <a:bodyPr/>
        <a:lstStyle/>
        <a:p>
          <a:endParaRPr lang="es-CO"/>
        </a:p>
      </dgm:t>
    </dgm:pt>
    <dgm:pt modelId="{C0CE390B-2A2F-41A3-AC2D-2FE3A3B41D1B}">
      <dgm:prSet/>
      <dgm:spPr/>
      <dgm:t>
        <a:bodyPr/>
        <a:lstStyle/>
        <a:p>
          <a:r>
            <a:rPr lang="es-CO" b="1"/>
            <a:t>Meta: &lt;140/90 mmHg</a:t>
          </a:r>
        </a:p>
      </dgm:t>
    </dgm:pt>
    <dgm:pt modelId="{34D805E8-A625-45EC-A1CC-A618D074F664}" type="parTrans" cxnId="{73CA02B7-D1F3-4415-B05D-B480967F9ACC}">
      <dgm:prSet/>
      <dgm:spPr/>
      <dgm:t>
        <a:bodyPr/>
        <a:lstStyle/>
        <a:p>
          <a:endParaRPr lang="es-CO"/>
        </a:p>
      </dgm:t>
    </dgm:pt>
    <dgm:pt modelId="{49C2E202-9161-4F59-B43D-7B515E89CFED}" type="sibTrans" cxnId="{73CA02B7-D1F3-4415-B05D-B480967F9ACC}">
      <dgm:prSet/>
      <dgm:spPr/>
      <dgm:t>
        <a:bodyPr/>
        <a:lstStyle/>
        <a:p>
          <a:endParaRPr lang="es-CO"/>
        </a:p>
      </dgm:t>
    </dgm:pt>
    <dgm:pt modelId="{BF83123D-BEA8-4740-ACA5-30F2966E1B2A}">
      <dgm:prSet custT="1"/>
      <dgm:spPr/>
      <dgm:t>
        <a:bodyPr/>
        <a:lstStyle/>
        <a:p>
          <a:r>
            <a:rPr lang="es-CO" sz="2000"/>
            <a:t>Evitar &lt;120 mmHg / &lt;70 mmHg</a:t>
          </a:r>
        </a:p>
      </dgm:t>
    </dgm:pt>
    <dgm:pt modelId="{77FB5DE0-663F-4926-8364-C0DED2C3F340}" type="parTrans" cxnId="{5DA70D25-CB64-4536-A39F-4DD44D545692}">
      <dgm:prSet/>
      <dgm:spPr/>
      <dgm:t>
        <a:bodyPr/>
        <a:lstStyle/>
        <a:p>
          <a:endParaRPr lang="es-CO"/>
        </a:p>
      </dgm:t>
    </dgm:pt>
    <dgm:pt modelId="{863E366E-06E3-4CF8-9AD7-38B6B43D52A6}" type="sibTrans" cxnId="{5DA70D25-CB64-4536-A39F-4DD44D545692}">
      <dgm:prSet/>
      <dgm:spPr/>
      <dgm:t>
        <a:bodyPr/>
        <a:lstStyle/>
        <a:p>
          <a:endParaRPr lang="es-CO"/>
        </a:p>
      </dgm:t>
    </dgm:pt>
    <dgm:pt modelId="{81BA85CB-FF22-48D6-B3F2-C6D9D45A4D3C}" type="pres">
      <dgm:prSet presAssocID="{4346D1BC-0EAE-42FD-A75F-5F4821E9562B}" presName="diagram" presStyleCnt="0">
        <dgm:presLayoutVars>
          <dgm:chPref val="1"/>
          <dgm:dir/>
          <dgm:animOne val="branch"/>
          <dgm:animLvl val="lvl"/>
          <dgm:resizeHandles/>
        </dgm:presLayoutVars>
      </dgm:prSet>
      <dgm:spPr/>
    </dgm:pt>
    <dgm:pt modelId="{DD87A6A0-91A8-40B3-BBBF-7B9E54254CFB}" type="pres">
      <dgm:prSet presAssocID="{C5A9A4F9-C8C5-4390-BAC1-D3C64C2BC761}" presName="root" presStyleCnt="0"/>
      <dgm:spPr/>
    </dgm:pt>
    <dgm:pt modelId="{A260ABCC-A125-41BD-8B31-866AA5053A18}" type="pres">
      <dgm:prSet presAssocID="{C5A9A4F9-C8C5-4390-BAC1-D3C64C2BC761}" presName="rootComposite" presStyleCnt="0"/>
      <dgm:spPr/>
    </dgm:pt>
    <dgm:pt modelId="{3FADFFE8-6E66-41E0-B380-222D64904A42}" type="pres">
      <dgm:prSet presAssocID="{C5A9A4F9-C8C5-4390-BAC1-D3C64C2BC761}" presName="rootText" presStyleLbl="node1" presStyleIdx="0" presStyleCnt="4"/>
      <dgm:spPr/>
    </dgm:pt>
    <dgm:pt modelId="{67672E0A-2AD7-40C3-9FE0-C50110A958E4}" type="pres">
      <dgm:prSet presAssocID="{C5A9A4F9-C8C5-4390-BAC1-D3C64C2BC761}" presName="rootConnector" presStyleLbl="node1" presStyleIdx="0" presStyleCnt="4"/>
      <dgm:spPr/>
    </dgm:pt>
    <dgm:pt modelId="{2BED1CFE-426D-4508-9E7A-7792033A46DF}" type="pres">
      <dgm:prSet presAssocID="{C5A9A4F9-C8C5-4390-BAC1-D3C64C2BC761}" presName="childShape" presStyleCnt="0"/>
      <dgm:spPr/>
    </dgm:pt>
    <dgm:pt modelId="{83A9F062-7B4E-4D82-B247-9F015B8AD5ED}" type="pres">
      <dgm:prSet presAssocID="{58D131CD-85E2-46FF-AFDE-F4D08621A2CC}" presName="Name13" presStyleLbl="parChTrans1D2" presStyleIdx="0" presStyleCnt="6"/>
      <dgm:spPr/>
    </dgm:pt>
    <dgm:pt modelId="{2BC840F5-DCB6-4952-8B6F-7B6ED4FCF8BF}" type="pres">
      <dgm:prSet presAssocID="{1640BBEE-AA16-43B8-B9DF-CE55CD92B5B1}" presName="childText" presStyleLbl="bgAcc1" presStyleIdx="0" presStyleCnt="6">
        <dgm:presLayoutVars>
          <dgm:bulletEnabled val="1"/>
        </dgm:presLayoutVars>
      </dgm:prSet>
      <dgm:spPr/>
    </dgm:pt>
    <dgm:pt modelId="{FD8CE535-498E-4F9D-B27D-A837E9D21FF6}" type="pres">
      <dgm:prSet presAssocID="{1BD7EB78-2582-44AB-9E4D-4184D1B13BAA}" presName="root" presStyleCnt="0"/>
      <dgm:spPr/>
    </dgm:pt>
    <dgm:pt modelId="{DAB5427A-1C62-45DC-B79F-72873C9B1887}" type="pres">
      <dgm:prSet presAssocID="{1BD7EB78-2582-44AB-9E4D-4184D1B13BAA}" presName="rootComposite" presStyleCnt="0"/>
      <dgm:spPr/>
    </dgm:pt>
    <dgm:pt modelId="{A19EC688-2D0A-41B3-BDD4-58BFE24373BE}" type="pres">
      <dgm:prSet presAssocID="{1BD7EB78-2582-44AB-9E4D-4184D1B13BAA}" presName="rootText" presStyleLbl="node1" presStyleIdx="1" presStyleCnt="4"/>
      <dgm:spPr/>
    </dgm:pt>
    <dgm:pt modelId="{8274E52D-4CD9-4977-84F2-23BCE1E1B767}" type="pres">
      <dgm:prSet presAssocID="{1BD7EB78-2582-44AB-9E4D-4184D1B13BAA}" presName="rootConnector" presStyleLbl="node1" presStyleIdx="1" presStyleCnt="4"/>
      <dgm:spPr/>
    </dgm:pt>
    <dgm:pt modelId="{196FEC41-4856-4346-9B99-2AD9673FBA72}" type="pres">
      <dgm:prSet presAssocID="{1BD7EB78-2582-44AB-9E4D-4184D1B13BAA}" presName="childShape" presStyleCnt="0"/>
      <dgm:spPr/>
    </dgm:pt>
    <dgm:pt modelId="{CBD2348F-31B9-4739-9C1B-C70A2CAB20B0}" type="pres">
      <dgm:prSet presAssocID="{74000EC9-00AC-4B5D-BD29-9FC8FE708B96}" presName="Name13" presStyleLbl="parChTrans1D2" presStyleIdx="1" presStyleCnt="6"/>
      <dgm:spPr/>
    </dgm:pt>
    <dgm:pt modelId="{D44D4E35-CCAC-49D1-89CF-FEF72E91CB58}" type="pres">
      <dgm:prSet presAssocID="{EE9F00F3-2497-4D0B-B86F-93C1CB4EED0A}" presName="childText" presStyleLbl="bgAcc1" presStyleIdx="1" presStyleCnt="6">
        <dgm:presLayoutVars>
          <dgm:bulletEnabled val="1"/>
        </dgm:presLayoutVars>
      </dgm:prSet>
      <dgm:spPr/>
    </dgm:pt>
    <dgm:pt modelId="{76789E58-2153-42AC-B901-B9442DE477E6}" type="pres">
      <dgm:prSet presAssocID="{26A1196E-5168-4DA8-B9E3-6CE9EED671E1}" presName="Name13" presStyleLbl="parChTrans1D2" presStyleIdx="2" presStyleCnt="6"/>
      <dgm:spPr/>
    </dgm:pt>
    <dgm:pt modelId="{EFBF64EC-D599-4430-9172-7F43CBEF5075}" type="pres">
      <dgm:prSet presAssocID="{7A86ADB4-BD2B-44A6-BA68-F079717C5EA6}" presName="childText" presStyleLbl="bgAcc1" presStyleIdx="2" presStyleCnt="6">
        <dgm:presLayoutVars>
          <dgm:bulletEnabled val="1"/>
        </dgm:presLayoutVars>
      </dgm:prSet>
      <dgm:spPr/>
    </dgm:pt>
    <dgm:pt modelId="{620F0409-57F6-4FDD-AB45-1ECD72F73D43}" type="pres">
      <dgm:prSet presAssocID="{470067DE-2043-46AB-AD84-C255C88D47BB}" presName="root" presStyleCnt="0"/>
      <dgm:spPr/>
    </dgm:pt>
    <dgm:pt modelId="{441DEA75-1A01-4FBE-AA2F-D45D69A1F3F5}" type="pres">
      <dgm:prSet presAssocID="{470067DE-2043-46AB-AD84-C255C88D47BB}" presName="rootComposite" presStyleCnt="0"/>
      <dgm:spPr/>
    </dgm:pt>
    <dgm:pt modelId="{6F2C9DBA-8747-40B8-A2A6-055BAF1ADE4B}" type="pres">
      <dgm:prSet presAssocID="{470067DE-2043-46AB-AD84-C255C88D47BB}" presName="rootText" presStyleLbl="node1" presStyleIdx="2" presStyleCnt="4"/>
      <dgm:spPr/>
    </dgm:pt>
    <dgm:pt modelId="{FDEBDD20-8B3D-4C06-99CB-DBA1C1FC219A}" type="pres">
      <dgm:prSet presAssocID="{470067DE-2043-46AB-AD84-C255C88D47BB}" presName="rootConnector" presStyleLbl="node1" presStyleIdx="2" presStyleCnt="4"/>
      <dgm:spPr/>
    </dgm:pt>
    <dgm:pt modelId="{E8F06BC4-281F-4432-96C6-CFB9D8200E1C}" type="pres">
      <dgm:prSet presAssocID="{470067DE-2043-46AB-AD84-C255C88D47BB}" presName="childShape" presStyleCnt="0"/>
      <dgm:spPr/>
    </dgm:pt>
    <dgm:pt modelId="{554F06AC-463A-4375-97B5-0F60D33FED7F}" type="pres">
      <dgm:prSet presAssocID="{71ECFD90-2A00-4EF1-B69A-4122ADEB1F6F}" presName="Name13" presStyleLbl="parChTrans1D2" presStyleIdx="3" presStyleCnt="6"/>
      <dgm:spPr/>
    </dgm:pt>
    <dgm:pt modelId="{500A5250-FFA4-47DF-BEA3-5A6DF4D62C7C}" type="pres">
      <dgm:prSet presAssocID="{25F027F4-BD2C-4D7C-B6BE-63E8704F5C4D}" presName="childText" presStyleLbl="bgAcc1" presStyleIdx="3" presStyleCnt="6">
        <dgm:presLayoutVars>
          <dgm:bulletEnabled val="1"/>
        </dgm:presLayoutVars>
      </dgm:prSet>
      <dgm:spPr/>
    </dgm:pt>
    <dgm:pt modelId="{DE0636A5-E72E-4E3B-BDDC-22F14D481440}" type="pres">
      <dgm:prSet presAssocID="{C6DB9602-7E7A-4BEE-ADD3-8068E6F8B177}" presName="root" presStyleCnt="0"/>
      <dgm:spPr/>
    </dgm:pt>
    <dgm:pt modelId="{D5394E1B-4586-4403-AD43-A2C83BC487AD}" type="pres">
      <dgm:prSet presAssocID="{C6DB9602-7E7A-4BEE-ADD3-8068E6F8B177}" presName="rootComposite" presStyleCnt="0"/>
      <dgm:spPr/>
    </dgm:pt>
    <dgm:pt modelId="{AD643957-50C5-4058-9268-D84ACFF8AA8B}" type="pres">
      <dgm:prSet presAssocID="{C6DB9602-7E7A-4BEE-ADD3-8068E6F8B177}" presName="rootText" presStyleLbl="node1" presStyleIdx="3" presStyleCnt="4"/>
      <dgm:spPr/>
    </dgm:pt>
    <dgm:pt modelId="{AB92597D-CE29-4793-9ABF-9DC290134A9D}" type="pres">
      <dgm:prSet presAssocID="{C6DB9602-7E7A-4BEE-ADD3-8068E6F8B177}" presName="rootConnector" presStyleLbl="node1" presStyleIdx="3" presStyleCnt="4"/>
      <dgm:spPr/>
    </dgm:pt>
    <dgm:pt modelId="{BB384494-A2BB-4F48-A300-03556A99A70F}" type="pres">
      <dgm:prSet presAssocID="{C6DB9602-7E7A-4BEE-ADD3-8068E6F8B177}" presName="childShape" presStyleCnt="0"/>
      <dgm:spPr/>
    </dgm:pt>
    <dgm:pt modelId="{828B9B2E-1389-4A6E-8ED0-5E125BDC797B}" type="pres">
      <dgm:prSet presAssocID="{34D805E8-A625-45EC-A1CC-A618D074F664}" presName="Name13" presStyleLbl="parChTrans1D2" presStyleIdx="4" presStyleCnt="6"/>
      <dgm:spPr/>
    </dgm:pt>
    <dgm:pt modelId="{C5239561-5428-4CF6-908E-52FB1EC37D91}" type="pres">
      <dgm:prSet presAssocID="{C0CE390B-2A2F-41A3-AC2D-2FE3A3B41D1B}" presName="childText" presStyleLbl="bgAcc1" presStyleIdx="4" presStyleCnt="6">
        <dgm:presLayoutVars>
          <dgm:bulletEnabled val="1"/>
        </dgm:presLayoutVars>
      </dgm:prSet>
      <dgm:spPr/>
    </dgm:pt>
    <dgm:pt modelId="{557BB3BC-432C-4000-9279-C56DCCDFD708}" type="pres">
      <dgm:prSet presAssocID="{77FB5DE0-663F-4926-8364-C0DED2C3F340}" presName="Name13" presStyleLbl="parChTrans1D2" presStyleIdx="5" presStyleCnt="6"/>
      <dgm:spPr/>
    </dgm:pt>
    <dgm:pt modelId="{56E02FB4-3E25-400F-9792-CEB88D3D35BC}" type="pres">
      <dgm:prSet presAssocID="{BF83123D-BEA8-4740-ACA5-30F2966E1B2A}" presName="childText" presStyleLbl="bgAcc1" presStyleIdx="5" presStyleCnt="6">
        <dgm:presLayoutVars>
          <dgm:bulletEnabled val="1"/>
        </dgm:presLayoutVars>
      </dgm:prSet>
      <dgm:spPr/>
    </dgm:pt>
  </dgm:ptLst>
  <dgm:cxnLst>
    <dgm:cxn modelId="{E2A8EC06-AE65-470C-8F86-FE8E57331F0F}" srcId="{1BD7EB78-2582-44AB-9E4D-4184D1B13BAA}" destId="{EE9F00F3-2497-4D0B-B86F-93C1CB4EED0A}" srcOrd="0" destOrd="0" parTransId="{74000EC9-00AC-4B5D-BD29-9FC8FE708B96}" sibTransId="{923F3E6A-C428-4B76-BF76-A202EFD45835}"/>
    <dgm:cxn modelId="{15AD9816-407E-4F58-9F0E-C4E70292978B}" type="presOf" srcId="{C6DB9602-7E7A-4BEE-ADD3-8068E6F8B177}" destId="{AD643957-50C5-4058-9268-D84ACFF8AA8B}" srcOrd="0" destOrd="0" presId="urn:microsoft.com/office/officeart/2005/8/layout/hierarchy3"/>
    <dgm:cxn modelId="{5DA70D25-CB64-4536-A39F-4DD44D545692}" srcId="{C6DB9602-7E7A-4BEE-ADD3-8068E6F8B177}" destId="{BF83123D-BEA8-4740-ACA5-30F2966E1B2A}" srcOrd="1" destOrd="0" parTransId="{77FB5DE0-663F-4926-8364-C0DED2C3F340}" sibTransId="{863E366E-06E3-4CF8-9AD7-38B6B43D52A6}"/>
    <dgm:cxn modelId="{C55F4725-F760-45D1-9934-C81F92DC5ADD}" type="presOf" srcId="{470067DE-2043-46AB-AD84-C255C88D47BB}" destId="{6F2C9DBA-8747-40B8-A2A6-055BAF1ADE4B}" srcOrd="0" destOrd="0" presId="urn:microsoft.com/office/officeart/2005/8/layout/hierarchy3"/>
    <dgm:cxn modelId="{5AE86A27-0546-488A-B002-279A72C3EF16}" type="presOf" srcId="{7A86ADB4-BD2B-44A6-BA68-F079717C5EA6}" destId="{EFBF64EC-D599-4430-9172-7F43CBEF5075}" srcOrd="0" destOrd="0" presId="urn:microsoft.com/office/officeart/2005/8/layout/hierarchy3"/>
    <dgm:cxn modelId="{A32E7732-60BF-4317-86EF-F6F14C25BAED}" srcId="{4346D1BC-0EAE-42FD-A75F-5F4821E9562B}" destId="{470067DE-2043-46AB-AD84-C255C88D47BB}" srcOrd="2" destOrd="0" parTransId="{7AA94AB1-7D74-4197-86F1-06149EE937C0}" sibTransId="{B1C878D6-40CF-4C1A-92CF-DF437E644715}"/>
    <dgm:cxn modelId="{75D1BC33-6607-4981-975A-B2A20C826928}" type="presOf" srcId="{34D805E8-A625-45EC-A1CC-A618D074F664}" destId="{828B9B2E-1389-4A6E-8ED0-5E125BDC797B}" srcOrd="0" destOrd="0" presId="urn:microsoft.com/office/officeart/2005/8/layout/hierarchy3"/>
    <dgm:cxn modelId="{0721EB62-2F35-4645-9249-66F7BB85528F}" srcId="{4346D1BC-0EAE-42FD-A75F-5F4821E9562B}" destId="{C6DB9602-7E7A-4BEE-ADD3-8068E6F8B177}" srcOrd="3" destOrd="0" parTransId="{6F7E2E67-1D0F-430A-8AD7-94F9B655FF45}" sibTransId="{636928EB-1705-4BF1-B804-04A6450854BE}"/>
    <dgm:cxn modelId="{4C9F5A47-3240-4564-8AE6-E81C7FB935E7}" type="presOf" srcId="{EE9F00F3-2497-4D0B-B86F-93C1CB4EED0A}" destId="{D44D4E35-CCAC-49D1-89CF-FEF72E91CB58}" srcOrd="0" destOrd="0" presId="urn:microsoft.com/office/officeart/2005/8/layout/hierarchy3"/>
    <dgm:cxn modelId="{49272C78-D907-4985-B60C-66B3E5084092}" type="presOf" srcId="{C5A9A4F9-C8C5-4390-BAC1-D3C64C2BC761}" destId="{67672E0A-2AD7-40C3-9FE0-C50110A958E4}" srcOrd="1" destOrd="0" presId="urn:microsoft.com/office/officeart/2005/8/layout/hierarchy3"/>
    <dgm:cxn modelId="{FE7CE57C-E466-49FC-9765-D46B8B868EEE}" srcId="{4346D1BC-0EAE-42FD-A75F-5F4821E9562B}" destId="{C5A9A4F9-C8C5-4390-BAC1-D3C64C2BC761}" srcOrd="0" destOrd="0" parTransId="{7E2F5C5B-4160-441E-90E3-30DF8E952203}" sibTransId="{0F0100AE-99FC-45CC-8322-3A52E9391D8C}"/>
    <dgm:cxn modelId="{C323B589-2B26-41FC-BE3C-EFB13AB34CC1}" type="presOf" srcId="{58D131CD-85E2-46FF-AFDE-F4D08621A2CC}" destId="{83A9F062-7B4E-4D82-B247-9F015B8AD5ED}" srcOrd="0" destOrd="0" presId="urn:microsoft.com/office/officeart/2005/8/layout/hierarchy3"/>
    <dgm:cxn modelId="{E4516E97-AC3B-4206-A161-181BA1EE7711}" type="presOf" srcId="{1BD7EB78-2582-44AB-9E4D-4184D1B13BAA}" destId="{A19EC688-2D0A-41B3-BDD4-58BFE24373BE}" srcOrd="0" destOrd="0" presId="urn:microsoft.com/office/officeart/2005/8/layout/hierarchy3"/>
    <dgm:cxn modelId="{1AB652A4-455C-4396-90C7-E73E8DB74365}" type="presOf" srcId="{1640BBEE-AA16-43B8-B9DF-CE55CD92B5B1}" destId="{2BC840F5-DCB6-4952-8B6F-7B6ED4FCF8BF}" srcOrd="0" destOrd="0" presId="urn:microsoft.com/office/officeart/2005/8/layout/hierarchy3"/>
    <dgm:cxn modelId="{A855ECB1-B60C-4E1C-8870-3C6DC8394C54}" type="presOf" srcId="{25F027F4-BD2C-4D7C-B6BE-63E8704F5C4D}" destId="{500A5250-FFA4-47DF-BEA3-5A6DF4D62C7C}" srcOrd="0" destOrd="0" presId="urn:microsoft.com/office/officeart/2005/8/layout/hierarchy3"/>
    <dgm:cxn modelId="{AC80CBB2-CC63-412D-B137-1B6405BF5232}" type="presOf" srcId="{77FB5DE0-663F-4926-8364-C0DED2C3F340}" destId="{557BB3BC-432C-4000-9279-C56DCCDFD708}" srcOrd="0" destOrd="0" presId="urn:microsoft.com/office/officeart/2005/8/layout/hierarchy3"/>
    <dgm:cxn modelId="{73CA02B7-D1F3-4415-B05D-B480967F9ACC}" srcId="{C6DB9602-7E7A-4BEE-ADD3-8068E6F8B177}" destId="{C0CE390B-2A2F-41A3-AC2D-2FE3A3B41D1B}" srcOrd="0" destOrd="0" parTransId="{34D805E8-A625-45EC-A1CC-A618D074F664}" sibTransId="{49C2E202-9161-4F59-B43D-7B515E89CFED}"/>
    <dgm:cxn modelId="{ACE99BB9-24BA-4F04-B234-DE9D76069437}" srcId="{4346D1BC-0EAE-42FD-A75F-5F4821E9562B}" destId="{1BD7EB78-2582-44AB-9E4D-4184D1B13BAA}" srcOrd="1" destOrd="0" parTransId="{8526DC97-9E6A-4A8A-909C-EA9794AF1BBA}" sibTransId="{04D118A5-6559-4C1E-9439-3007B4E28AC2}"/>
    <dgm:cxn modelId="{AAFBE3C5-49E5-438B-9D74-97389B4ADCBB}" srcId="{470067DE-2043-46AB-AD84-C255C88D47BB}" destId="{25F027F4-BD2C-4D7C-B6BE-63E8704F5C4D}" srcOrd="0" destOrd="0" parTransId="{71ECFD90-2A00-4EF1-B69A-4122ADEB1F6F}" sibTransId="{22F5FB86-9345-4BDB-90DC-AD3148EA9750}"/>
    <dgm:cxn modelId="{39CFCDC8-A581-42A7-9C1A-629AF13CB7E0}" type="presOf" srcId="{C0CE390B-2A2F-41A3-AC2D-2FE3A3B41D1B}" destId="{C5239561-5428-4CF6-908E-52FB1EC37D91}" srcOrd="0" destOrd="0" presId="urn:microsoft.com/office/officeart/2005/8/layout/hierarchy3"/>
    <dgm:cxn modelId="{2B5E4FD0-6EFB-4783-BEBB-E9EF2BEF5593}" type="presOf" srcId="{470067DE-2043-46AB-AD84-C255C88D47BB}" destId="{FDEBDD20-8B3D-4C06-99CB-DBA1C1FC219A}" srcOrd="1" destOrd="0" presId="urn:microsoft.com/office/officeart/2005/8/layout/hierarchy3"/>
    <dgm:cxn modelId="{D032D7D0-D39D-4713-BB64-AE20BF6BC9BE}" type="presOf" srcId="{C6DB9602-7E7A-4BEE-ADD3-8068E6F8B177}" destId="{AB92597D-CE29-4793-9ABF-9DC290134A9D}" srcOrd="1" destOrd="0" presId="urn:microsoft.com/office/officeart/2005/8/layout/hierarchy3"/>
    <dgm:cxn modelId="{F41912D5-F1C3-47AF-9A2B-A2BC84BDDDCD}" type="presOf" srcId="{C5A9A4F9-C8C5-4390-BAC1-D3C64C2BC761}" destId="{3FADFFE8-6E66-41E0-B380-222D64904A42}" srcOrd="0" destOrd="0" presId="urn:microsoft.com/office/officeart/2005/8/layout/hierarchy3"/>
    <dgm:cxn modelId="{2F177CDF-30B3-4DB4-8DE3-F3589246A392}" type="presOf" srcId="{74000EC9-00AC-4B5D-BD29-9FC8FE708B96}" destId="{CBD2348F-31B9-4739-9C1B-C70A2CAB20B0}" srcOrd="0" destOrd="0" presId="urn:microsoft.com/office/officeart/2005/8/layout/hierarchy3"/>
    <dgm:cxn modelId="{7FF8FFE2-63B5-436B-84D1-4D6C79CA746E}" type="presOf" srcId="{BF83123D-BEA8-4740-ACA5-30F2966E1B2A}" destId="{56E02FB4-3E25-400F-9792-CEB88D3D35BC}" srcOrd="0" destOrd="0" presId="urn:microsoft.com/office/officeart/2005/8/layout/hierarchy3"/>
    <dgm:cxn modelId="{2D8E09E8-3618-4151-A30D-FCCE5CA657CD}" type="presOf" srcId="{1BD7EB78-2582-44AB-9E4D-4184D1B13BAA}" destId="{8274E52D-4CD9-4977-84F2-23BCE1E1B767}" srcOrd="1" destOrd="0" presId="urn:microsoft.com/office/officeart/2005/8/layout/hierarchy3"/>
    <dgm:cxn modelId="{64DF27EA-C737-4E80-A17A-1B0BD2B7A471}" srcId="{1BD7EB78-2582-44AB-9E4D-4184D1B13BAA}" destId="{7A86ADB4-BD2B-44A6-BA68-F079717C5EA6}" srcOrd="1" destOrd="0" parTransId="{26A1196E-5168-4DA8-B9E3-6CE9EED671E1}" sibTransId="{545F6E34-B466-4FA7-9E2B-93A0DC66355E}"/>
    <dgm:cxn modelId="{D9EA84EB-D8B6-4A78-82D5-159E6968F5B1}" srcId="{C5A9A4F9-C8C5-4390-BAC1-D3C64C2BC761}" destId="{1640BBEE-AA16-43B8-B9DF-CE55CD92B5B1}" srcOrd="0" destOrd="0" parTransId="{58D131CD-85E2-46FF-AFDE-F4D08621A2CC}" sibTransId="{53C5F0FB-5475-4654-9C25-102C100696F1}"/>
    <dgm:cxn modelId="{667CFAED-AD87-472B-B838-B74A22573DDC}" type="presOf" srcId="{4346D1BC-0EAE-42FD-A75F-5F4821E9562B}" destId="{81BA85CB-FF22-48D6-B3F2-C6D9D45A4D3C}" srcOrd="0" destOrd="0" presId="urn:microsoft.com/office/officeart/2005/8/layout/hierarchy3"/>
    <dgm:cxn modelId="{CC529AF4-6A55-471C-A9C1-E1F40F767E59}" type="presOf" srcId="{71ECFD90-2A00-4EF1-B69A-4122ADEB1F6F}" destId="{554F06AC-463A-4375-97B5-0F60D33FED7F}" srcOrd="0" destOrd="0" presId="urn:microsoft.com/office/officeart/2005/8/layout/hierarchy3"/>
    <dgm:cxn modelId="{DF911AF6-DA89-4844-8378-622CAB8BA8B4}" type="presOf" srcId="{26A1196E-5168-4DA8-B9E3-6CE9EED671E1}" destId="{76789E58-2153-42AC-B901-B9442DE477E6}" srcOrd="0" destOrd="0" presId="urn:microsoft.com/office/officeart/2005/8/layout/hierarchy3"/>
    <dgm:cxn modelId="{3637756F-0207-44D1-B2BA-890CA990EE95}" type="presParOf" srcId="{81BA85CB-FF22-48D6-B3F2-C6D9D45A4D3C}" destId="{DD87A6A0-91A8-40B3-BBBF-7B9E54254CFB}" srcOrd="0" destOrd="0" presId="urn:microsoft.com/office/officeart/2005/8/layout/hierarchy3"/>
    <dgm:cxn modelId="{4166A0B9-0196-4C02-B400-D98638D3F566}" type="presParOf" srcId="{DD87A6A0-91A8-40B3-BBBF-7B9E54254CFB}" destId="{A260ABCC-A125-41BD-8B31-866AA5053A18}" srcOrd="0" destOrd="0" presId="urn:microsoft.com/office/officeart/2005/8/layout/hierarchy3"/>
    <dgm:cxn modelId="{5575B50B-909A-4016-B849-5AEFFC9042DE}" type="presParOf" srcId="{A260ABCC-A125-41BD-8B31-866AA5053A18}" destId="{3FADFFE8-6E66-41E0-B380-222D64904A42}" srcOrd="0" destOrd="0" presId="urn:microsoft.com/office/officeart/2005/8/layout/hierarchy3"/>
    <dgm:cxn modelId="{1688B5E3-52B1-4786-B455-34AD30508A55}" type="presParOf" srcId="{A260ABCC-A125-41BD-8B31-866AA5053A18}" destId="{67672E0A-2AD7-40C3-9FE0-C50110A958E4}" srcOrd="1" destOrd="0" presId="urn:microsoft.com/office/officeart/2005/8/layout/hierarchy3"/>
    <dgm:cxn modelId="{D27D9626-D6A8-4048-AD64-F2326E2723DF}" type="presParOf" srcId="{DD87A6A0-91A8-40B3-BBBF-7B9E54254CFB}" destId="{2BED1CFE-426D-4508-9E7A-7792033A46DF}" srcOrd="1" destOrd="0" presId="urn:microsoft.com/office/officeart/2005/8/layout/hierarchy3"/>
    <dgm:cxn modelId="{9B16D637-F18E-458C-A48B-9BA4595F02F3}" type="presParOf" srcId="{2BED1CFE-426D-4508-9E7A-7792033A46DF}" destId="{83A9F062-7B4E-4D82-B247-9F015B8AD5ED}" srcOrd="0" destOrd="0" presId="urn:microsoft.com/office/officeart/2005/8/layout/hierarchy3"/>
    <dgm:cxn modelId="{126DB658-3115-479D-AFF2-599B347FE1C8}" type="presParOf" srcId="{2BED1CFE-426D-4508-9E7A-7792033A46DF}" destId="{2BC840F5-DCB6-4952-8B6F-7B6ED4FCF8BF}" srcOrd="1" destOrd="0" presId="urn:microsoft.com/office/officeart/2005/8/layout/hierarchy3"/>
    <dgm:cxn modelId="{DCB05156-DB11-447A-A839-EA3BB5FF568A}" type="presParOf" srcId="{81BA85CB-FF22-48D6-B3F2-C6D9D45A4D3C}" destId="{FD8CE535-498E-4F9D-B27D-A837E9D21FF6}" srcOrd="1" destOrd="0" presId="urn:microsoft.com/office/officeart/2005/8/layout/hierarchy3"/>
    <dgm:cxn modelId="{024E7318-AF7C-4527-8917-0A883E0027B4}" type="presParOf" srcId="{FD8CE535-498E-4F9D-B27D-A837E9D21FF6}" destId="{DAB5427A-1C62-45DC-B79F-72873C9B1887}" srcOrd="0" destOrd="0" presId="urn:microsoft.com/office/officeart/2005/8/layout/hierarchy3"/>
    <dgm:cxn modelId="{7ECD9CAF-FD54-4E90-A24C-A084A589FDEC}" type="presParOf" srcId="{DAB5427A-1C62-45DC-B79F-72873C9B1887}" destId="{A19EC688-2D0A-41B3-BDD4-58BFE24373BE}" srcOrd="0" destOrd="0" presId="urn:microsoft.com/office/officeart/2005/8/layout/hierarchy3"/>
    <dgm:cxn modelId="{5A727685-DCF1-4800-9E74-FF419A34413F}" type="presParOf" srcId="{DAB5427A-1C62-45DC-B79F-72873C9B1887}" destId="{8274E52D-4CD9-4977-84F2-23BCE1E1B767}" srcOrd="1" destOrd="0" presId="urn:microsoft.com/office/officeart/2005/8/layout/hierarchy3"/>
    <dgm:cxn modelId="{B5BA35CB-CE0B-409B-A482-F505363A1EA3}" type="presParOf" srcId="{FD8CE535-498E-4F9D-B27D-A837E9D21FF6}" destId="{196FEC41-4856-4346-9B99-2AD9673FBA72}" srcOrd="1" destOrd="0" presId="urn:microsoft.com/office/officeart/2005/8/layout/hierarchy3"/>
    <dgm:cxn modelId="{B8ADE6FB-F0A0-41AB-8B96-FE8F0EF19F67}" type="presParOf" srcId="{196FEC41-4856-4346-9B99-2AD9673FBA72}" destId="{CBD2348F-31B9-4739-9C1B-C70A2CAB20B0}" srcOrd="0" destOrd="0" presId="urn:microsoft.com/office/officeart/2005/8/layout/hierarchy3"/>
    <dgm:cxn modelId="{13A70B7D-13B4-4095-8FD9-BB024BEFC785}" type="presParOf" srcId="{196FEC41-4856-4346-9B99-2AD9673FBA72}" destId="{D44D4E35-CCAC-49D1-89CF-FEF72E91CB58}" srcOrd="1" destOrd="0" presId="urn:microsoft.com/office/officeart/2005/8/layout/hierarchy3"/>
    <dgm:cxn modelId="{98EBA068-5FDD-446A-B3DF-4371004428FE}" type="presParOf" srcId="{196FEC41-4856-4346-9B99-2AD9673FBA72}" destId="{76789E58-2153-42AC-B901-B9442DE477E6}" srcOrd="2" destOrd="0" presId="urn:microsoft.com/office/officeart/2005/8/layout/hierarchy3"/>
    <dgm:cxn modelId="{FE908009-AF24-4C44-AD99-8ED16BD72790}" type="presParOf" srcId="{196FEC41-4856-4346-9B99-2AD9673FBA72}" destId="{EFBF64EC-D599-4430-9172-7F43CBEF5075}" srcOrd="3" destOrd="0" presId="urn:microsoft.com/office/officeart/2005/8/layout/hierarchy3"/>
    <dgm:cxn modelId="{36096D48-94DA-4449-AD40-4EEC6F075F8D}" type="presParOf" srcId="{81BA85CB-FF22-48D6-B3F2-C6D9D45A4D3C}" destId="{620F0409-57F6-4FDD-AB45-1ECD72F73D43}" srcOrd="2" destOrd="0" presId="urn:microsoft.com/office/officeart/2005/8/layout/hierarchy3"/>
    <dgm:cxn modelId="{14B5A270-59F0-449E-8DC7-1B51C6102CA3}" type="presParOf" srcId="{620F0409-57F6-4FDD-AB45-1ECD72F73D43}" destId="{441DEA75-1A01-4FBE-AA2F-D45D69A1F3F5}" srcOrd="0" destOrd="0" presId="urn:microsoft.com/office/officeart/2005/8/layout/hierarchy3"/>
    <dgm:cxn modelId="{7D932F51-3177-4360-92B0-9124A459B403}" type="presParOf" srcId="{441DEA75-1A01-4FBE-AA2F-D45D69A1F3F5}" destId="{6F2C9DBA-8747-40B8-A2A6-055BAF1ADE4B}" srcOrd="0" destOrd="0" presId="urn:microsoft.com/office/officeart/2005/8/layout/hierarchy3"/>
    <dgm:cxn modelId="{64537C0A-E59E-443A-A555-86EC834E3A80}" type="presParOf" srcId="{441DEA75-1A01-4FBE-AA2F-D45D69A1F3F5}" destId="{FDEBDD20-8B3D-4C06-99CB-DBA1C1FC219A}" srcOrd="1" destOrd="0" presId="urn:microsoft.com/office/officeart/2005/8/layout/hierarchy3"/>
    <dgm:cxn modelId="{17E42292-E160-4538-B57A-06CB2187237C}" type="presParOf" srcId="{620F0409-57F6-4FDD-AB45-1ECD72F73D43}" destId="{E8F06BC4-281F-4432-96C6-CFB9D8200E1C}" srcOrd="1" destOrd="0" presId="urn:microsoft.com/office/officeart/2005/8/layout/hierarchy3"/>
    <dgm:cxn modelId="{C0AEFE49-D462-4979-8ECD-6EE2277FDAF7}" type="presParOf" srcId="{E8F06BC4-281F-4432-96C6-CFB9D8200E1C}" destId="{554F06AC-463A-4375-97B5-0F60D33FED7F}" srcOrd="0" destOrd="0" presId="urn:microsoft.com/office/officeart/2005/8/layout/hierarchy3"/>
    <dgm:cxn modelId="{6EB6CCC8-D845-4D12-BC9E-53CBB218A931}" type="presParOf" srcId="{E8F06BC4-281F-4432-96C6-CFB9D8200E1C}" destId="{500A5250-FFA4-47DF-BEA3-5A6DF4D62C7C}" srcOrd="1" destOrd="0" presId="urn:microsoft.com/office/officeart/2005/8/layout/hierarchy3"/>
    <dgm:cxn modelId="{FB0C877D-04B4-48AA-8E2C-DCA01550F5BB}" type="presParOf" srcId="{81BA85CB-FF22-48D6-B3F2-C6D9D45A4D3C}" destId="{DE0636A5-E72E-4E3B-BDDC-22F14D481440}" srcOrd="3" destOrd="0" presId="urn:microsoft.com/office/officeart/2005/8/layout/hierarchy3"/>
    <dgm:cxn modelId="{3BC2213B-27A9-4C5C-B460-D12B04192977}" type="presParOf" srcId="{DE0636A5-E72E-4E3B-BDDC-22F14D481440}" destId="{D5394E1B-4586-4403-AD43-A2C83BC487AD}" srcOrd="0" destOrd="0" presId="urn:microsoft.com/office/officeart/2005/8/layout/hierarchy3"/>
    <dgm:cxn modelId="{D37ECE22-5D46-421B-A2F4-BF20835CE675}" type="presParOf" srcId="{D5394E1B-4586-4403-AD43-A2C83BC487AD}" destId="{AD643957-50C5-4058-9268-D84ACFF8AA8B}" srcOrd="0" destOrd="0" presId="urn:microsoft.com/office/officeart/2005/8/layout/hierarchy3"/>
    <dgm:cxn modelId="{A838C7BC-5F8B-496D-BEFE-84E19FECFFC4}" type="presParOf" srcId="{D5394E1B-4586-4403-AD43-A2C83BC487AD}" destId="{AB92597D-CE29-4793-9ABF-9DC290134A9D}" srcOrd="1" destOrd="0" presId="urn:microsoft.com/office/officeart/2005/8/layout/hierarchy3"/>
    <dgm:cxn modelId="{21CE9BB8-7A94-4ADF-A80B-B57BC8EF1052}" type="presParOf" srcId="{DE0636A5-E72E-4E3B-BDDC-22F14D481440}" destId="{BB384494-A2BB-4F48-A300-03556A99A70F}" srcOrd="1" destOrd="0" presId="urn:microsoft.com/office/officeart/2005/8/layout/hierarchy3"/>
    <dgm:cxn modelId="{456481BE-FD95-43EE-B4CF-0F281003CF04}" type="presParOf" srcId="{BB384494-A2BB-4F48-A300-03556A99A70F}" destId="{828B9B2E-1389-4A6E-8ED0-5E125BDC797B}" srcOrd="0" destOrd="0" presId="urn:microsoft.com/office/officeart/2005/8/layout/hierarchy3"/>
    <dgm:cxn modelId="{A49524CF-B52A-49CF-8594-39ECBDDFD521}" type="presParOf" srcId="{BB384494-A2BB-4F48-A300-03556A99A70F}" destId="{C5239561-5428-4CF6-908E-52FB1EC37D91}" srcOrd="1" destOrd="0" presId="urn:microsoft.com/office/officeart/2005/8/layout/hierarchy3"/>
    <dgm:cxn modelId="{4C3E84E4-D72A-4792-98D7-A0E619AC51C0}" type="presParOf" srcId="{BB384494-A2BB-4F48-A300-03556A99A70F}" destId="{557BB3BC-432C-4000-9279-C56DCCDFD708}" srcOrd="2" destOrd="0" presId="urn:microsoft.com/office/officeart/2005/8/layout/hierarchy3"/>
    <dgm:cxn modelId="{C094BA67-992F-4999-8BF6-40D877F5E5E2}" type="presParOf" srcId="{BB384494-A2BB-4F48-A300-03556A99A70F}" destId="{56E02FB4-3E25-400F-9792-CEB88D3D35BC}"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BD64E8-3BE2-4871-8E9C-B14AC35E21BF}">
      <dsp:nvSpPr>
        <dsp:cNvPr id="0" name=""/>
        <dsp:cNvSpPr/>
      </dsp:nvSpPr>
      <dsp:spPr>
        <a:xfrm>
          <a:off x="0" y="1191095"/>
          <a:ext cx="9006919" cy="1588127"/>
        </a:xfrm>
        <a:prstGeom prst="notchedRightArrow">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89DF34-BE43-4CB7-AFFD-2C73E764C916}">
      <dsp:nvSpPr>
        <dsp:cNvPr id="0" name=""/>
        <dsp:cNvSpPr/>
      </dsp:nvSpPr>
      <dsp:spPr>
        <a:xfrm>
          <a:off x="4057" y="0"/>
          <a:ext cx="1951352" cy="158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1">
          <a:noAutofit/>
        </a:bodyPr>
        <a:lstStyle/>
        <a:p>
          <a:pPr marL="0" lvl="0" indent="0" algn="l" defTabSz="622300">
            <a:lnSpc>
              <a:spcPct val="90000"/>
            </a:lnSpc>
            <a:spcBef>
              <a:spcPct val="0"/>
            </a:spcBef>
            <a:spcAft>
              <a:spcPct val="35000"/>
            </a:spcAft>
            <a:buNone/>
          </a:pPr>
          <a:r>
            <a:rPr lang="es-CO" sz="1400" b="1" kern="1200"/>
            <a:t>Función renal (creatinina, parcial de orina y RAC)</a:t>
          </a:r>
        </a:p>
        <a:p>
          <a:pPr marL="57150" lvl="1" indent="-57150" algn="l" defTabSz="488950">
            <a:lnSpc>
              <a:spcPct val="90000"/>
            </a:lnSpc>
            <a:spcBef>
              <a:spcPct val="0"/>
            </a:spcBef>
            <a:spcAft>
              <a:spcPct val="15000"/>
            </a:spcAft>
            <a:buChar char="•"/>
          </a:pPr>
          <a:r>
            <a:rPr lang="es-CO" sz="1100" b="0" i="0" kern="1200" baseline="0"/>
            <a:t>3 meses tras iniciar o ajustar tratamiento</a:t>
          </a:r>
          <a:endParaRPr lang="es-CO" sz="1100" kern="1200"/>
        </a:p>
        <a:p>
          <a:pPr marL="57150" lvl="1" indent="-57150" algn="l" defTabSz="488950">
            <a:lnSpc>
              <a:spcPct val="90000"/>
            </a:lnSpc>
            <a:spcBef>
              <a:spcPct val="0"/>
            </a:spcBef>
            <a:spcAft>
              <a:spcPct val="15000"/>
            </a:spcAft>
            <a:buChar char="•"/>
          </a:pPr>
          <a:r>
            <a:rPr lang="es-CO" sz="1100" kern="1200"/>
            <a:t>Cada 6 meses si TFG estable</a:t>
          </a:r>
        </a:p>
      </dsp:txBody>
      <dsp:txXfrm>
        <a:off x="4057" y="0"/>
        <a:ext cx="1951352" cy="1588127"/>
      </dsp:txXfrm>
    </dsp:sp>
    <dsp:sp modelId="{D7727117-B1AB-4E04-A5C7-AFC0C0922591}">
      <dsp:nvSpPr>
        <dsp:cNvPr id="0" name=""/>
        <dsp:cNvSpPr/>
      </dsp:nvSpPr>
      <dsp:spPr>
        <a:xfrm>
          <a:off x="781217" y="1786643"/>
          <a:ext cx="397031" cy="397031"/>
        </a:xfrm>
        <a:prstGeom prst="ellipse">
          <a:avLst/>
        </a:prstGeom>
        <a:solidFill>
          <a:schemeClr val="accent6">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7BA81C-4E0A-4CDC-9B14-A9028D25F6C8}">
      <dsp:nvSpPr>
        <dsp:cNvPr id="0" name=""/>
        <dsp:cNvSpPr/>
      </dsp:nvSpPr>
      <dsp:spPr>
        <a:xfrm>
          <a:off x="2052977" y="2382190"/>
          <a:ext cx="1951352" cy="158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1">
          <a:noAutofit/>
        </a:bodyPr>
        <a:lstStyle/>
        <a:p>
          <a:pPr marL="0" lvl="0" indent="0" algn="l" defTabSz="622300">
            <a:lnSpc>
              <a:spcPct val="90000"/>
            </a:lnSpc>
            <a:spcBef>
              <a:spcPct val="0"/>
            </a:spcBef>
            <a:spcAft>
              <a:spcPct val="35000"/>
            </a:spcAft>
            <a:buNone/>
          </a:pPr>
          <a:r>
            <a:rPr lang="es-CO" sz="1400" b="1" i="0" kern="1200" baseline="0"/>
            <a:t>Potasio sérico</a:t>
          </a:r>
          <a:endParaRPr lang="es-CO" sz="1400" kern="1200"/>
        </a:p>
        <a:p>
          <a:pPr marL="57150" lvl="1" indent="-57150" algn="l" defTabSz="488950">
            <a:lnSpc>
              <a:spcPct val="90000"/>
            </a:lnSpc>
            <a:spcBef>
              <a:spcPct val="0"/>
            </a:spcBef>
            <a:spcAft>
              <a:spcPct val="15000"/>
            </a:spcAft>
            <a:buChar char="•"/>
          </a:pPr>
          <a:r>
            <a:rPr lang="es-CO" sz="1100" b="0" i="0" kern="1200" baseline="0"/>
            <a:t>Especialmente con IECA, ARA II o diuréticos cada 6 meses</a:t>
          </a:r>
          <a:endParaRPr lang="es-CO" sz="1100" kern="1200"/>
        </a:p>
      </dsp:txBody>
      <dsp:txXfrm>
        <a:off x="2052977" y="2382190"/>
        <a:ext cx="1951352" cy="1588127"/>
      </dsp:txXfrm>
    </dsp:sp>
    <dsp:sp modelId="{24FAEF76-046F-4103-A00B-5BACEE3714DE}">
      <dsp:nvSpPr>
        <dsp:cNvPr id="0" name=""/>
        <dsp:cNvSpPr/>
      </dsp:nvSpPr>
      <dsp:spPr>
        <a:xfrm>
          <a:off x="2830137" y="1786643"/>
          <a:ext cx="397031" cy="397031"/>
        </a:xfrm>
        <a:prstGeom prst="ellipse">
          <a:avLst/>
        </a:prstGeom>
        <a:solidFill>
          <a:schemeClr val="accent6">
            <a:alpha val="90000"/>
            <a:hueOff val="0"/>
            <a:satOff val="0"/>
            <a:lumOff val="0"/>
            <a:alphaOff val="-13333"/>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C4B7EFA-27F0-4245-92E8-77E9641C2943}">
      <dsp:nvSpPr>
        <dsp:cNvPr id="0" name=""/>
        <dsp:cNvSpPr/>
      </dsp:nvSpPr>
      <dsp:spPr>
        <a:xfrm>
          <a:off x="4101897" y="0"/>
          <a:ext cx="1951352" cy="158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1">
          <a:noAutofit/>
        </a:bodyPr>
        <a:lstStyle/>
        <a:p>
          <a:pPr marL="0" lvl="0" indent="0" algn="l" defTabSz="622300">
            <a:lnSpc>
              <a:spcPct val="90000"/>
            </a:lnSpc>
            <a:spcBef>
              <a:spcPct val="0"/>
            </a:spcBef>
            <a:spcAft>
              <a:spcPct val="35000"/>
            </a:spcAft>
            <a:buNone/>
          </a:pPr>
          <a:r>
            <a:rPr lang="es-CO" sz="1400" b="1" kern="1200"/>
            <a:t>Función metabólica</a:t>
          </a:r>
          <a:endParaRPr lang="es-CO" sz="1400" kern="1200"/>
        </a:p>
        <a:p>
          <a:pPr marL="57150" lvl="1" indent="-57150" algn="l" defTabSz="488950">
            <a:lnSpc>
              <a:spcPct val="90000"/>
            </a:lnSpc>
            <a:spcBef>
              <a:spcPct val="0"/>
            </a:spcBef>
            <a:spcAft>
              <a:spcPct val="15000"/>
            </a:spcAft>
            <a:buChar char="•"/>
          </a:pPr>
          <a:r>
            <a:rPr lang="es-CO" sz="1100" b="0" i="0" kern="1200" baseline="0"/>
            <a:t>3 meses tras iniciar o ajustar tratamiento</a:t>
          </a:r>
          <a:endParaRPr lang="es-CO" sz="1100" kern="1200"/>
        </a:p>
        <a:p>
          <a:pPr marL="57150" lvl="1" indent="-57150" algn="l" defTabSz="488950">
            <a:lnSpc>
              <a:spcPct val="90000"/>
            </a:lnSpc>
            <a:spcBef>
              <a:spcPct val="0"/>
            </a:spcBef>
            <a:spcAft>
              <a:spcPct val="15000"/>
            </a:spcAft>
            <a:buChar char="•"/>
          </a:pPr>
          <a:r>
            <a:rPr lang="es-CO" sz="1100" kern="1200"/>
            <a:t>Cada 6 meses si Glicemia/HbA1c en metas</a:t>
          </a:r>
        </a:p>
      </dsp:txBody>
      <dsp:txXfrm>
        <a:off x="4101897" y="0"/>
        <a:ext cx="1951352" cy="1588127"/>
      </dsp:txXfrm>
    </dsp:sp>
    <dsp:sp modelId="{F120E86C-F754-4A52-8BA2-0DE8D9D644DF}">
      <dsp:nvSpPr>
        <dsp:cNvPr id="0" name=""/>
        <dsp:cNvSpPr/>
      </dsp:nvSpPr>
      <dsp:spPr>
        <a:xfrm>
          <a:off x="4879057" y="1786643"/>
          <a:ext cx="397031" cy="397031"/>
        </a:xfrm>
        <a:prstGeom prst="ellipse">
          <a:avLst/>
        </a:prstGeom>
        <a:solidFill>
          <a:schemeClr val="accent6">
            <a:alpha val="90000"/>
            <a:hueOff val="0"/>
            <a:satOff val="0"/>
            <a:lumOff val="0"/>
            <a:alphaOff val="-26667"/>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960FE9-490B-4B92-B54C-2990BAA286C8}">
      <dsp:nvSpPr>
        <dsp:cNvPr id="0" name=""/>
        <dsp:cNvSpPr/>
      </dsp:nvSpPr>
      <dsp:spPr>
        <a:xfrm>
          <a:off x="6150817" y="2382190"/>
          <a:ext cx="1951352" cy="1588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1">
          <a:noAutofit/>
        </a:bodyPr>
        <a:lstStyle/>
        <a:p>
          <a:pPr marL="0" lvl="0" indent="0" algn="l" defTabSz="622300">
            <a:lnSpc>
              <a:spcPct val="90000"/>
            </a:lnSpc>
            <a:spcBef>
              <a:spcPct val="0"/>
            </a:spcBef>
            <a:spcAft>
              <a:spcPct val="35000"/>
            </a:spcAft>
            <a:buNone/>
          </a:pPr>
          <a:r>
            <a:rPr lang="es-CO" sz="1400" b="1" i="0" kern="1200" baseline="0"/>
            <a:t>Perfil lipídico </a:t>
          </a:r>
          <a:endParaRPr lang="es-CO" sz="1400" kern="1200"/>
        </a:p>
        <a:p>
          <a:pPr marL="57150" lvl="1" indent="-57150" algn="l" defTabSz="488950">
            <a:lnSpc>
              <a:spcPct val="90000"/>
            </a:lnSpc>
            <a:spcBef>
              <a:spcPct val="0"/>
            </a:spcBef>
            <a:spcAft>
              <a:spcPct val="15000"/>
            </a:spcAft>
            <a:buChar char="•"/>
          </a:pPr>
          <a:r>
            <a:rPr lang="es-CO" sz="1100" b="0" i="0" kern="1200" baseline="0"/>
            <a:t>3 meses tras iniciar o ajustar tratamiento</a:t>
          </a:r>
          <a:endParaRPr lang="es-CO" sz="1100" kern="1200"/>
        </a:p>
        <a:p>
          <a:pPr marL="57150" lvl="1" indent="-57150" algn="l" defTabSz="488950">
            <a:lnSpc>
              <a:spcPct val="90000"/>
            </a:lnSpc>
            <a:spcBef>
              <a:spcPct val="0"/>
            </a:spcBef>
            <a:spcAft>
              <a:spcPct val="15000"/>
            </a:spcAft>
            <a:buChar char="•"/>
          </a:pPr>
          <a:r>
            <a:rPr lang="es-CO" sz="1100" kern="1200"/>
            <a:t>Cada 6 meses si LDL en metas según riesgo cardiovascular</a:t>
          </a:r>
        </a:p>
      </dsp:txBody>
      <dsp:txXfrm>
        <a:off x="6150817" y="2382190"/>
        <a:ext cx="1951352" cy="1588127"/>
      </dsp:txXfrm>
    </dsp:sp>
    <dsp:sp modelId="{776AF04C-49E9-420F-84CB-129E33C166C9}">
      <dsp:nvSpPr>
        <dsp:cNvPr id="0" name=""/>
        <dsp:cNvSpPr/>
      </dsp:nvSpPr>
      <dsp:spPr>
        <a:xfrm>
          <a:off x="6927977" y="1786643"/>
          <a:ext cx="397031" cy="397031"/>
        </a:xfrm>
        <a:prstGeom prst="ellipse">
          <a:avLst/>
        </a:prstGeom>
        <a:solidFill>
          <a:schemeClr val="accent6">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61BFA-837A-4B8C-9D91-379F02A4BB64}">
      <dsp:nvSpPr>
        <dsp:cNvPr id="0" name=""/>
        <dsp:cNvSpPr/>
      </dsp:nvSpPr>
      <dsp:spPr>
        <a:xfrm>
          <a:off x="3277945" y="-4424"/>
          <a:ext cx="4616934" cy="4616934"/>
        </a:xfrm>
        <a:prstGeom prst="circularArrow">
          <a:avLst>
            <a:gd name="adj1" fmla="val 5274"/>
            <a:gd name="adj2" fmla="val 312630"/>
            <a:gd name="adj3" fmla="val 14199305"/>
            <a:gd name="adj4" fmla="val 17143906"/>
            <a:gd name="adj5" fmla="val 5477"/>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3DBD1E-4901-4E7D-8F6D-1FC807069254}">
      <dsp:nvSpPr>
        <dsp:cNvPr id="0" name=""/>
        <dsp:cNvSpPr/>
      </dsp:nvSpPr>
      <dsp:spPr>
        <a:xfrm>
          <a:off x="4694441" y="853"/>
          <a:ext cx="1783942" cy="89197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Reducción de peso: ↓ PAS 5–10 mmHg</a:t>
          </a:r>
        </a:p>
      </dsp:txBody>
      <dsp:txXfrm>
        <a:off x="4737983" y="44395"/>
        <a:ext cx="1696858" cy="804887"/>
      </dsp:txXfrm>
    </dsp:sp>
    <dsp:sp modelId="{AFB8D61E-14B0-4D61-956E-2B95671AF7F1}">
      <dsp:nvSpPr>
        <dsp:cNvPr id="0" name=""/>
        <dsp:cNvSpPr/>
      </dsp:nvSpPr>
      <dsp:spPr>
        <a:xfrm>
          <a:off x="6316503" y="937351"/>
          <a:ext cx="1783942" cy="891971"/>
        </a:xfrm>
        <a:prstGeom prst="round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Dieta DASH: ↓ PAS 8–14 mmHg</a:t>
          </a:r>
        </a:p>
      </dsp:txBody>
      <dsp:txXfrm>
        <a:off x="6360045" y="980893"/>
        <a:ext cx="1696858" cy="804887"/>
      </dsp:txXfrm>
    </dsp:sp>
    <dsp:sp modelId="{C86C0E9B-0249-4103-90E1-A6962FE4B4AC}">
      <dsp:nvSpPr>
        <dsp:cNvPr id="0" name=""/>
        <dsp:cNvSpPr/>
      </dsp:nvSpPr>
      <dsp:spPr>
        <a:xfrm>
          <a:off x="6316503" y="2810347"/>
          <a:ext cx="1783942" cy="891971"/>
        </a:xfrm>
        <a:prstGeom prst="round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Reducción de sodio: ↓ PAS 5–6 mmHg</a:t>
          </a:r>
        </a:p>
      </dsp:txBody>
      <dsp:txXfrm>
        <a:off x="6360045" y="2853889"/>
        <a:ext cx="1696858" cy="804887"/>
      </dsp:txXfrm>
    </dsp:sp>
    <dsp:sp modelId="{7F2FE84D-BAA3-43CD-9D71-60F47747219E}">
      <dsp:nvSpPr>
        <dsp:cNvPr id="0" name=""/>
        <dsp:cNvSpPr/>
      </dsp:nvSpPr>
      <dsp:spPr>
        <a:xfrm>
          <a:off x="4694441" y="3746845"/>
          <a:ext cx="1783942" cy="891971"/>
        </a:xfrm>
        <a:prstGeom prst="round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Actividad física regular: ↓ PAS 4–9 mmHg</a:t>
          </a:r>
        </a:p>
      </dsp:txBody>
      <dsp:txXfrm>
        <a:off x="4737983" y="3790387"/>
        <a:ext cx="1696858" cy="804887"/>
      </dsp:txXfrm>
    </dsp:sp>
    <dsp:sp modelId="{987705B1-449F-4316-96A3-56CDA6DFA5AF}">
      <dsp:nvSpPr>
        <dsp:cNvPr id="0" name=""/>
        <dsp:cNvSpPr/>
      </dsp:nvSpPr>
      <dsp:spPr>
        <a:xfrm>
          <a:off x="3072379" y="2810347"/>
          <a:ext cx="1783942" cy="891971"/>
        </a:xfrm>
        <a:prstGeom prst="round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Disminución de alcohol: ↓ PAS 2–4 mmHg</a:t>
          </a:r>
        </a:p>
      </dsp:txBody>
      <dsp:txXfrm>
        <a:off x="3115921" y="2853889"/>
        <a:ext cx="1696858" cy="804887"/>
      </dsp:txXfrm>
    </dsp:sp>
    <dsp:sp modelId="{A9B4A69B-76A4-4DB4-B81A-2CF398652B41}">
      <dsp:nvSpPr>
        <dsp:cNvPr id="0" name=""/>
        <dsp:cNvSpPr/>
      </dsp:nvSpPr>
      <dsp:spPr>
        <a:xfrm>
          <a:off x="3072379" y="937351"/>
          <a:ext cx="1783942" cy="891971"/>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CO" sz="1600" kern="1200"/>
            <a:t>NO tabaquismo</a:t>
          </a:r>
        </a:p>
      </dsp:txBody>
      <dsp:txXfrm>
        <a:off x="3115921" y="980893"/>
        <a:ext cx="1696858" cy="8048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7B6CBA-3E63-4728-B480-E4D53D28F85E}">
      <dsp:nvSpPr>
        <dsp:cNvPr id="0" name=""/>
        <dsp:cNvSpPr/>
      </dsp:nvSpPr>
      <dsp:spPr>
        <a:xfrm>
          <a:off x="1354666" y="0"/>
          <a:ext cx="5418667" cy="5418667"/>
        </a:xfrm>
        <a:prstGeom prst="quadArrow">
          <a:avLst>
            <a:gd name="adj1" fmla="val 2000"/>
            <a:gd name="adj2" fmla="val 4000"/>
            <a:gd name="adj3" fmla="val 5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73B7BA-1D79-41A0-B637-BD25321867D4}">
      <dsp:nvSpPr>
        <dsp:cNvPr id="0" name=""/>
        <dsp:cNvSpPr/>
      </dsp:nvSpPr>
      <dsp:spPr>
        <a:xfrm>
          <a:off x="1706879" y="352213"/>
          <a:ext cx="2167466" cy="2167466"/>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endParaRPr lang="es-CO" sz="4500" kern="1200"/>
        </a:p>
      </dsp:txBody>
      <dsp:txXfrm>
        <a:off x="1812686" y="458020"/>
        <a:ext cx="1955852" cy="1955852"/>
      </dsp:txXfrm>
    </dsp:sp>
    <dsp:sp modelId="{18EECC4C-270E-43AA-A5A9-A0895BC4F834}">
      <dsp:nvSpPr>
        <dsp:cNvPr id="0" name=""/>
        <dsp:cNvSpPr/>
      </dsp:nvSpPr>
      <dsp:spPr>
        <a:xfrm flipV="1">
          <a:off x="5246331" y="1151358"/>
          <a:ext cx="182110" cy="569176"/>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B1CEE9D-8E99-4DB4-8D3A-3A58A503500C}">
      <dsp:nvSpPr>
        <dsp:cNvPr id="0" name=""/>
        <dsp:cNvSpPr/>
      </dsp:nvSpPr>
      <dsp:spPr>
        <a:xfrm flipV="1">
          <a:off x="848129" y="3873447"/>
          <a:ext cx="2167466" cy="165182"/>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8D0B2EC-2613-47C0-AE01-A60CD4CE49BB}">
      <dsp:nvSpPr>
        <dsp:cNvPr id="0" name=""/>
        <dsp:cNvSpPr/>
      </dsp:nvSpPr>
      <dsp:spPr>
        <a:xfrm flipH="1">
          <a:off x="5304614" y="3959864"/>
          <a:ext cx="65544" cy="45711"/>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ADFFE8-6E66-41E0-B380-222D64904A42}">
      <dsp:nvSpPr>
        <dsp:cNvPr id="0" name=""/>
        <dsp:cNvSpPr/>
      </dsp:nvSpPr>
      <dsp:spPr>
        <a:xfrm>
          <a:off x="1925" y="239294"/>
          <a:ext cx="2212999" cy="110649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Adulto &lt;65 años:</a:t>
          </a:r>
        </a:p>
      </dsp:txBody>
      <dsp:txXfrm>
        <a:off x="34333" y="271702"/>
        <a:ext cx="2148183" cy="1041683"/>
      </dsp:txXfrm>
    </dsp:sp>
    <dsp:sp modelId="{83A9F062-7B4E-4D82-B247-9F015B8AD5ED}">
      <dsp:nvSpPr>
        <dsp:cNvPr id="0" name=""/>
        <dsp:cNvSpPr/>
      </dsp:nvSpPr>
      <dsp:spPr>
        <a:xfrm>
          <a:off x="223225" y="1345794"/>
          <a:ext cx="221299" cy="829874"/>
        </a:xfrm>
        <a:custGeom>
          <a:avLst/>
          <a:gdLst/>
          <a:ahLst/>
          <a:cxnLst/>
          <a:rect l="0" t="0" r="0" b="0"/>
          <a:pathLst>
            <a:path>
              <a:moveTo>
                <a:pt x="0" y="0"/>
              </a:moveTo>
              <a:lnTo>
                <a:pt x="0" y="829874"/>
              </a:lnTo>
              <a:lnTo>
                <a:pt x="221299" y="829874"/>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C840F5-DCB6-4952-8B6F-7B6ED4FCF8BF}">
      <dsp:nvSpPr>
        <dsp:cNvPr id="0" name=""/>
        <dsp:cNvSpPr/>
      </dsp:nvSpPr>
      <dsp:spPr>
        <a:xfrm>
          <a:off x="444525" y="1622419"/>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s-CO" sz="2300" b="1" kern="1200" dirty="0"/>
            <a:t>Meta: &lt;130/80 mmHg</a:t>
          </a:r>
        </a:p>
      </dsp:txBody>
      <dsp:txXfrm>
        <a:off x="476933" y="1654827"/>
        <a:ext cx="1705583" cy="1041683"/>
      </dsp:txXfrm>
    </dsp:sp>
    <dsp:sp modelId="{A19EC688-2D0A-41B3-BDD4-58BFE24373BE}">
      <dsp:nvSpPr>
        <dsp:cNvPr id="0" name=""/>
        <dsp:cNvSpPr/>
      </dsp:nvSpPr>
      <dsp:spPr>
        <a:xfrm>
          <a:off x="2768175" y="239294"/>
          <a:ext cx="2212999" cy="110649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Adulto ≥65 años:</a:t>
          </a:r>
        </a:p>
      </dsp:txBody>
      <dsp:txXfrm>
        <a:off x="2800583" y="271702"/>
        <a:ext cx="2148183" cy="1041683"/>
      </dsp:txXfrm>
    </dsp:sp>
    <dsp:sp modelId="{CBD2348F-31B9-4739-9C1B-C70A2CAB20B0}">
      <dsp:nvSpPr>
        <dsp:cNvPr id="0" name=""/>
        <dsp:cNvSpPr/>
      </dsp:nvSpPr>
      <dsp:spPr>
        <a:xfrm>
          <a:off x="2989475" y="1345794"/>
          <a:ext cx="221299" cy="829874"/>
        </a:xfrm>
        <a:custGeom>
          <a:avLst/>
          <a:gdLst/>
          <a:ahLst/>
          <a:cxnLst/>
          <a:rect l="0" t="0" r="0" b="0"/>
          <a:pathLst>
            <a:path>
              <a:moveTo>
                <a:pt x="0" y="0"/>
              </a:moveTo>
              <a:lnTo>
                <a:pt x="0" y="829874"/>
              </a:lnTo>
              <a:lnTo>
                <a:pt x="221299" y="829874"/>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4D4E35-CCAC-49D1-89CF-FEF72E91CB58}">
      <dsp:nvSpPr>
        <dsp:cNvPr id="0" name=""/>
        <dsp:cNvSpPr/>
      </dsp:nvSpPr>
      <dsp:spPr>
        <a:xfrm>
          <a:off x="3210775" y="1622419"/>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s-CO" sz="2300" b="1" kern="1200" dirty="0"/>
            <a:t>Meta: &lt;140/80 mmHg</a:t>
          </a:r>
        </a:p>
      </dsp:txBody>
      <dsp:txXfrm>
        <a:off x="3243183" y="1654827"/>
        <a:ext cx="1705583" cy="1041683"/>
      </dsp:txXfrm>
    </dsp:sp>
    <dsp:sp modelId="{76789E58-2153-42AC-B901-B9442DE477E6}">
      <dsp:nvSpPr>
        <dsp:cNvPr id="0" name=""/>
        <dsp:cNvSpPr/>
      </dsp:nvSpPr>
      <dsp:spPr>
        <a:xfrm>
          <a:off x="2989475" y="1345794"/>
          <a:ext cx="221299" cy="2212999"/>
        </a:xfrm>
        <a:custGeom>
          <a:avLst/>
          <a:gdLst/>
          <a:ahLst/>
          <a:cxnLst/>
          <a:rect l="0" t="0" r="0" b="0"/>
          <a:pathLst>
            <a:path>
              <a:moveTo>
                <a:pt x="0" y="0"/>
              </a:moveTo>
              <a:lnTo>
                <a:pt x="0" y="2212999"/>
              </a:lnTo>
              <a:lnTo>
                <a:pt x="221299" y="2212999"/>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BF64EC-D599-4430-9172-7F43CBEF5075}">
      <dsp:nvSpPr>
        <dsp:cNvPr id="0" name=""/>
        <dsp:cNvSpPr/>
      </dsp:nvSpPr>
      <dsp:spPr>
        <a:xfrm>
          <a:off x="3210775" y="3005543"/>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CO" sz="2000" kern="1200"/>
            <a:t>Evitar &lt;120 mmHg / &lt;70 mmHg</a:t>
          </a:r>
        </a:p>
      </dsp:txBody>
      <dsp:txXfrm>
        <a:off x="3243183" y="3037951"/>
        <a:ext cx="1705583" cy="1041683"/>
      </dsp:txXfrm>
    </dsp:sp>
    <dsp:sp modelId="{6F2C9DBA-8747-40B8-A2A6-055BAF1ADE4B}">
      <dsp:nvSpPr>
        <dsp:cNvPr id="0" name=""/>
        <dsp:cNvSpPr/>
      </dsp:nvSpPr>
      <dsp:spPr>
        <a:xfrm>
          <a:off x="5534424" y="239294"/>
          <a:ext cx="2212999" cy="110649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Diabetes, ERC o enfermedad cardiovascular establecida:</a:t>
          </a:r>
        </a:p>
      </dsp:txBody>
      <dsp:txXfrm>
        <a:off x="5566832" y="271702"/>
        <a:ext cx="2148183" cy="1041683"/>
      </dsp:txXfrm>
    </dsp:sp>
    <dsp:sp modelId="{554F06AC-463A-4375-97B5-0F60D33FED7F}">
      <dsp:nvSpPr>
        <dsp:cNvPr id="0" name=""/>
        <dsp:cNvSpPr/>
      </dsp:nvSpPr>
      <dsp:spPr>
        <a:xfrm>
          <a:off x="5755724" y="1345794"/>
          <a:ext cx="221299" cy="829874"/>
        </a:xfrm>
        <a:custGeom>
          <a:avLst/>
          <a:gdLst/>
          <a:ahLst/>
          <a:cxnLst/>
          <a:rect l="0" t="0" r="0" b="0"/>
          <a:pathLst>
            <a:path>
              <a:moveTo>
                <a:pt x="0" y="0"/>
              </a:moveTo>
              <a:lnTo>
                <a:pt x="0" y="829874"/>
              </a:lnTo>
              <a:lnTo>
                <a:pt x="221299" y="829874"/>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0A5250-FFA4-47DF-BEA3-5A6DF4D62C7C}">
      <dsp:nvSpPr>
        <dsp:cNvPr id="0" name=""/>
        <dsp:cNvSpPr/>
      </dsp:nvSpPr>
      <dsp:spPr>
        <a:xfrm>
          <a:off x="5977024" y="1622419"/>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s-CO" sz="2300" b="1" kern="1200" dirty="0"/>
            <a:t>Meta: &lt;130/80 mmHg</a:t>
          </a:r>
        </a:p>
      </dsp:txBody>
      <dsp:txXfrm>
        <a:off x="6009432" y="1654827"/>
        <a:ext cx="1705583" cy="1041683"/>
      </dsp:txXfrm>
    </dsp:sp>
    <dsp:sp modelId="{AD643957-50C5-4058-9268-D84ACFF8AA8B}">
      <dsp:nvSpPr>
        <dsp:cNvPr id="0" name=""/>
        <dsp:cNvSpPr/>
      </dsp:nvSpPr>
      <dsp:spPr>
        <a:xfrm>
          <a:off x="8300674" y="239294"/>
          <a:ext cx="2212999" cy="1106499"/>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es-CO" sz="1700" kern="1200"/>
            <a:t>Paciente frágil / adulto mayor:</a:t>
          </a:r>
        </a:p>
      </dsp:txBody>
      <dsp:txXfrm>
        <a:off x="8333082" y="271702"/>
        <a:ext cx="2148183" cy="1041683"/>
      </dsp:txXfrm>
    </dsp:sp>
    <dsp:sp modelId="{828B9B2E-1389-4A6E-8ED0-5E125BDC797B}">
      <dsp:nvSpPr>
        <dsp:cNvPr id="0" name=""/>
        <dsp:cNvSpPr/>
      </dsp:nvSpPr>
      <dsp:spPr>
        <a:xfrm>
          <a:off x="8521974" y="1345794"/>
          <a:ext cx="221299" cy="829874"/>
        </a:xfrm>
        <a:custGeom>
          <a:avLst/>
          <a:gdLst/>
          <a:ahLst/>
          <a:cxnLst/>
          <a:rect l="0" t="0" r="0" b="0"/>
          <a:pathLst>
            <a:path>
              <a:moveTo>
                <a:pt x="0" y="0"/>
              </a:moveTo>
              <a:lnTo>
                <a:pt x="0" y="829874"/>
              </a:lnTo>
              <a:lnTo>
                <a:pt x="221299" y="829874"/>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239561-5428-4CF6-908E-52FB1EC37D91}">
      <dsp:nvSpPr>
        <dsp:cNvPr id="0" name=""/>
        <dsp:cNvSpPr/>
      </dsp:nvSpPr>
      <dsp:spPr>
        <a:xfrm>
          <a:off x="8743274" y="1622419"/>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s-CO" sz="2300" b="1" kern="1200"/>
            <a:t>Meta: &lt;140/90 mmHg</a:t>
          </a:r>
        </a:p>
      </dsp:txBody>
      <dsp:txXfrm>
        <a:off x="8775682" y="1654827"/>
        <a:ext cx="1705583" cy="1041683"/>
      </dsp:txXfrm>
    </dsp:sp>
    <dsp:sp modelId="{557BB3BC-432C-4000-9279-C56DCCDFD708}">
      <dsp:nvSpPr>
        <dsp:cNvPr id="0" name=""/>
        <dsp:cNvSpPr/>
      </dsp:nvSpPr>
      <dsp:spPr>
        <a:xfrm>
          <a:off x="8521974" y="1345794"/>
          <a:ext cx="221299" cy="2212999"/>
        </a:xfrm>
        <a:custGeom>
          <a:avLst/>
          <a:gdLst/>
          <a:ahLst/>
          <a:cxnLst/>
          <a:rect l="0" t="0" r="0" b="0"/>
          <a:pathLst>
            <a:path>
              <a:moveTo>
                <a:pt x="0" y="0"/>
              </a:moveTo>
              <a:lnTo>
                <a:pt x="0" y="2212999"/>
              </a:lnTo>
              <a:lnTo>
                <a:pt x="221299" y="2212999"/>
              </a:lnTo>
            </a:path>
          </a:pathLst>
        </a:custGeom>
        <a:noFill/>
        <a:ln w="12700" cap="flat" cmpd="sng" algn="ctr">
          <a:solidFill>
            <a:schemeClr val="accent6">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E02FB4-3E25-400F-9792-CEB88D3D35BC}">
      <dsp:nvSpPr>
        <dsp:cNvPr id="0" name=""/>
        <dsp:cNvSpPr/>
      </dsp:nvSpPr>
      <dsp:spPr>
        <a:xfrm>
          <a:off x="8743274" y="3005543"/>
          <a:ext cx="1770399" cy="1106499"/>
        </a:xfrm>
        <a:prstGeom prst="roundRect">
          <a:avLst>
            <a:gd name="adj" fmla="val 10000"/>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CO" sz="2000" kern="1200"/>
            <a:t>Evitar &lt;120 mmHg / &lt;70 mmHg</a:t>
          </a:r>
        </a:p>
      </dsp:txBody>
      <dsp:txXfrm>
        <a:off x="8775682" y="3037951"/>
        <a:ext cx="1705583" cy="104168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40CF5C-9800-43BC-BEB5-5FEBC38FE68B}" type="datetimeFigureOut">
              <a:rPr lang="es-CO" smtClean="0"/>
              <a:t>19/02/2026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793711-583D-46E7-AF3B-BBE4F3801F46}" type="slidenum">
              <a:rPr lang="es-CO" smtClean="0"/>
              <a:t>‹Nº›</a:t>
            </a:fld>
            <a:endParaRPr lang="es-CO"/>
          </a:p>
        </p:txBody>
      </p:sp>
    </p:spTree>
    <p:extLst>
      <p:ext uri="{BB962C8B-B14F-4D97-AF65-F5344CB8AC3E}">
        <p14:creationId xmlns:p14="http://schemas.microsoft.com/office/powerpoint/2010/main" val="75187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dirty="0">
                <a:solidFill>
                  <a:srgbClr val="980000"/>
                </a:solidFill>
                <a:effectLst/>
                <a:latin typeface="Arial" panose="020B0604020202020204" pitchFamily="34" charset="0"/>
                <a:ea typeface="Arial" panose="020B0604020202020204" pitchFamily="34" charset="0"/>
              </a:rPr>
              <a:t>“Para iniciar: recordemos que, por normatividad, la guía base que adoptamos es la Guía Colombiana de Hipertensión Arterial 2017. Sin embargo, sus recomendaciones han sido adaptadas teniendo en cuenta las actualizaciones de la guía europea y americana, y así mismo, dichas recomendaciones fueron ajustadas al contexto institucional, que es el que finalmente orienta nuestra práctica clínica diaria.</a:t>
            </a:r>
            <a:endParaRPr lang="es-CO" sz="1800" dirty="0">
              <a:effectLst/>
              <a:latin typeface="Arial" panose="020B0604020202020204" pitchFamily="34" charset="0"/>
              <a:ea typeface="Arial" panose="020B0604020202020204" pitchFamily="34" charset="0"/>
            </a:endParaRPr>
          </a:p>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4</a:t>
            </a:fld>
            <a:endParaRPr lang="es-CO"/>
          </a:p>
        </p:txBody>
      </p:sp>
    </p:spTree>
    <p:extLst>
      <p:ext uri="{BB962C8B-B14F-4D97-AF65-F5344CB8AC3E}">
        <p14:creationId xmlns:p14="http://schemas.microsoft.com/office/powerpoint/2010/main" val="2103616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6</a:t>
            </a:fld>
            <a:endParaRPr lang="es-CO"/>
          </a:p>
        </p:txBody>
      </p:sp>
    </p:spTree>
    <p:extLst>
      <p:ext uri="{BB962C8B-B14F-4D97-AF65-F5344CB8AC3E}">
        <p14:creationId xmlns:p14="http://schemas.microsoft.com/office/powerpoint/2010/main" val="3326255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7</a:t>
            </a:fld>
            <a:endParaRPr lang="es-CO"/>
          </a:p>
        </p:txBody>
      </p:sp>
    </p:spTree>
    <p:extLst>
      <p:ext uri="{BB962C8B-B14F-4D97-AF65-F5344CB8AC3E}">
        <p14:creationId xmlns:p14="http://schemas.microsoft.com/office/powerpoint/2010/main" val="666408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8</a:t>
            </a:fld>
            <a:endParaRPr lang="es-CO"/>
          </a:p>
        </p:txBody>
      </p:sp>
    </p:spTree>
    <p:extLst>
      <p:ext uri="{BB962C8B-B14F-4D97-AF65-F5344CB8AC3E}">
        <p14:creationId xmlns:p14="http://schemas.microsoft.com/office/powerpoint/2010/main" val="225506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9</a:t>
            </a:fld>
            <a:endParaRPr lang="es-CO"/>
          </a:p>
        </p:txBody>
      </p:sp>
    </p:spTree>
    <p:extLst>
      <p:ext uri="{BB962C8B-B14F-4D97-AF65-F5344CB8AC3E}">
        <p14:creationId xmlns:p14="http://schemas.microsoft.com/office/powerpoint/2010/main" val="3564412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12</a:t>
            </a:fld>
            <a:endParaRPr lang="es-CO"/>
          </a:p>
        </p:txBody>
      </p:sp>
    </p:spTree>
    <p:extLst>
      <p:ext uri="{BB962C8B-B14F-4D97-AF65-F5344CB8AC3E}">
        <p14:creationId xmlns:p14="http://schemas.microsoft.com/office/powerpoint/2010/main" val="2257904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B6793711-583D-46E7-AF3B-BBE4F3801F46}" type="slidenum">
              <a:rPr lang="es-CO" smtClean="0"/>
              <a:t>14</a:t>
            </a:fld>
            <a:endParaRPr lang="es-CO"/>
          </a:p>
        </p:txBody>
      </p:sp>
    </p:spTree>
    <p:extLst>
      <p:ext uri="{BB962C8B-B14F-4D97-AF65-F5344CB8AC3E}">
        <p14:creationId xmlns:p14="http://schemas.microsoft.com/office/powerpoint/2010/main" val="37672424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2F5F97-1020-4EE6-ACA1-E90897E1DD8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C2759910-1034-49E7-BC79-A280229290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68F966D-C1C7-40B0-8162-73CDD1D80026}"/>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C9DB57A8-5238-40C4-9A88-85BF392CF47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67885B3-B239-4D90-B0FD-A877E874E32A}"/>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1359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4AE1A-77EF-484F-A804-44EA302E910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F646D03-5F22-4FA5-9817-2E410DFDD53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E9FB61-F9C1-4AA1-99BC-7FC860015251}"/>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5F68517D-FDB7-4C54-926C-6304547E362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4F863A7-71BC-40F8-A158-5A9A6057200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087401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7C4E17-CB96-4580-8A84-23CF451DACE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6E743F1-DEAC-4FEA-91AE-57CBDF5982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BEDFEA-2651-4C28-9F34-60EF561933A6}"/>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878A936E-A542-4128-89FE-25910D87861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E454940-65B8-43B5-805A-62F15723B73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1943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86DA25-4C0D-463D-8289-FD732DC764B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47EFF1D-D0BE-43A4-A41B-9A5351DE9D0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B3B7E19-8BC9-476E-B506-BDD3FD610B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FBF8CF4-5E72-4DEB-B453-063D3A0C3400}"/>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6" name="Marcador de pie de página 5">
            <a:extLst>
              <a:ext uri="{FF2B5EF4-FFF2-40B4-BE49-F238E27FC236}">
                <a16:creationId xmlns:a16="http://schemas.microsoft.com/office/drawing/2014/main" id="{A3299471-A835-445F-85B7-0393FD2DBCE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F22F38A-CD7A-4C0A-841F-3C02134E5E1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3783086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40F6-05C2-4688-955A-7296D05799E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CDF0F71-EDCE-454E-AC7A-677AE7014D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321545F-6E58-42EF-8380-F7D3C73B99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2EE216B-093A-470C-8716-5CD593F78D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4D12FC-F7E9-471F-9845-0726EC89197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C1A4E2CE-8782-4667-83A9-AD4D03229C18}"/>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8" name="Marcador de pie de página 7">
            <a:extLst>
              <a:ext uri="{FF2B5EF4-FFF2-40B4-BE49-F238E27FC236}">
                <a16:creationId xmlns:a16="http://schemas.microsoft.com/office/drawing/2014/main" id="{1742954F-5699-49D0-B195-CC619067889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5428E020-0DE7-4ADC-B298-3E3348C41B6B}"/>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932537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71C42E-3A84-4A7D-A0D7-DFDBEEDAE87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607FEBB-E137-4290-A7C2-BB81D055CE1D}"/>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4" name="Marcador de pie de página 3">
            <a:extLst>
              <a:ext uri="{FF2B5EF4-FFF2-40B4-BE49-F238E27FC236}">
                <a16:creationId xmlns:a16="http://schemas.microsoft.com/office/drawing/2014/main" id="{3BB4A668-FBFF-444A-9606-25D30B879C74}"/>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6EAD0BAB-85DB-4994-8FE2-8B134970A9A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4055657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0EAEA6E-C7E2-400D-9F2C-7655A3A7FD93}"/>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3" name="Marcador de pie de página 2">
            <a:extLst>
              <a:ext uri="{FF2B5EF4-FFF2-40B4-BE49-F238E27FC236}">
                <a16:creationId xmlns:a16="http://schemas.microsoft.com/office/drawing/2014/main" id="{A5EAF9C2-66E4-4F6C-B5A9-DCE7CBD5480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9854F549-00DE-4C3D-92E9-C11D0660D1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975723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9AC0ED-9A90-49B3-8F84-4CCBDA10AC3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02F82F6-A48C-4802-95FC-4E44B56B96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DCDABEF-7742-4D1B-98F0-BDC980609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14EEF5A-EECA-4654-BFBC-C3224B67C946}"/>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6" name="Marcador de pie de página 5">
            <a:extLst>
              <a:ext uri="{FF2B5EF4-FFF2-40B4-BE49-F238E27FC236}">
                <a16:creationId xmlns:a16="http://schemas.microsoft.com/office/drawing/2014/main" id="{8A26A55B-4ECE-4555-81F3-7B01EFF52A1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6BC4BBE-5C8F-406F-A5F6-D7DC51E74582}"/>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91315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485C43-08EF-4BD9-A218-38CAD2668AF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D4B6F318-8444-4900-BC88-875353FA6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3D25216-3601-4132-A466-A43F914465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07827F-E9CB-426E-88E8-51BB702387A3}"/>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6" name="Marcador de pie de página 5">
            <a:extLst>
              <a:ext uri="{FF2B5EF4-FFF2-40B4-BE49-F238E27FC236}">
                <a16:creationId xmlns:a16="http://schemas.microsoft.com/office/drawing/2014/main" id="{C55746CE-82F9-4FA8-9A0E-E8F8DA709DA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D1589BA-AA34-440C-96EE-5096F4D80989}"/>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15469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51E2B-923F-4458-9B56-B6694F6C370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3F8E8BD-05AE-42F6-A28F-DE6821AC6B4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6F1BADB-96DB-4328-9A9B-39ECD064501B}"/>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D2F361CB-E120-4FCE-BC69-B351C1064DE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A0C5800-7D4C-473A-A846-3DA77B77F6E4}"/>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1575846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39A63E9-572F-4E70-900E-8289A8BA080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F3A2B5C-5897-4F84-B25A-DEA36E31FF1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2819DD3-DEDB-4FDA-B961-E728E57A9293}"/>
              </a:ext>
            </a:extLst>
          </p:cNvPr>
          <p:cNvSpPr>
            <a:spLocks noGrp="1"/>
          </p:cNvSpPr>
          <p:nvPr>
            <p:ph type="dt" sz="half" idx="10"/>
          </p:nvPr>
        </p:nvSpPr>
        <p:spPr/>
        <p:txBody>
          <a:body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8FEFDFE9-8BB3-47D4-8027-F3E67B3CA62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ABD4CB-278D-4FCC-99DC-7BC9FE90A8FD}"/>
              </a:ext>
            </a:extLst>
          </p:cNvPr>
          <p:cNvSpPr>
            <a:spLocks noGrp="1"/>
          </p:cNvSpPr>
          <p:nvPr>
            <p:ph type="sldNum" sz="quarter" idx="12"/>
          </p:nvPr>
        </p:nvSpPr>
        <p:spPr/>
        <p:txBody>
          <a:bodyPr/>
          <a:lstStyle/>
          <a:p>
            <a:fld id="{998B09BD-4935-4E15-915B-CAF5541A0352}" type="slidenum">
              <a:rPr lang="es-CO" smtClean="0"/>
              <a:t>‹Nº›</a:t>
            </a:fld>
            <a:endParaRPr lang="es-CO"/>
          </a:p>
        </p:txBody>
      </p:sp>
    </p:spTree>
    <p:extLst>
      <p:ext uri="{BB962C8B-B14F-4D97-AF65-F5344CB8AC3E}">
        <p14:creationId xmlns:p14="http://schemas.microsoft.com/office/powerpoint/2010/main" val="2483546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BBD8030-76DF-446F-8225-156CADC5D7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A1A0A47-AAFE-4984-8867-B71DC703F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0E5AFFB-23A1-4118-A1AD-F7A3420B9E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ED464F-AE49-4530-AB8F-BF5C16571F6A}" type="datetimeFigureOut">
              <a:rPr lang="es-CO" smtClean="0"/>
              <a:t>19/02/2026</a:t>
            </a:fld>
            <a:endParaRPr lang="es-CO"/>
          </a:p>
        </p:txBody>
      </p:sp>
      <p:sp>
        <p:nvSpPr>
          <p:cNvPr id="5" name="Marcador de pie de página 4">
            <a:extLst>
              <a:ext uri="{FF2B5EF4-FFF2-40B4-BE49-F238E27FC236}">
                <a16:creationId xmlns:a16="http://schemas.microsoft.com/office/drawing/2014/main" id="{227482B8-2E51-4D91-8D5A-2BE6ED75B6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92081BF-C090-4E4F-855F-FB857FCD2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8B09BD-4935-4E15-915B-CAF5541A0352}" type="slidenum">
              <a:rPr lang="es-CO" smtClean="0"/>
              <a:t>‹Nº›</a:t>
            </a:fld>
            <a:endParaRPr lang="es-CO"/>
          </a:p>
        </p:txBody>
      </p:sp>
    </p:spTree>
    <p:extLst>
      <p:ext uri="{BB962C8B-B14F-4D97-AF65-F5344CB8AC3E}">
        <p14:creationId xmlns:p14="http://schemas.microsoft.com/office/powerpoint/2010/main" val="35718254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8.png"/><Relationship Id="rId7" Type="http://schemas.openxmlformats.org/officeDocument/2006/relationships/diagramQuickStyle" Target="../diagrams/quickStyle2.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microsoft.com/office/2007/relationships/hdphoto" Target="../media/hdphoto1.wdp"/><Relationship Id="rId9" Type="http://schemas.microsoft.com/office/2007/relationships/diagramDrawing" Target="../diagrams/drawing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diagramQuickStyle" Target="../diagrams/quickStyle3.xml"/><Relationship Id="rId12"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microsoft.com/office/2007/relationships/hdphoto" Target="../media/hdphoto2.wdp"/><Relationship Id="rId5" Type="http://schemas.openxmlformats.org/officeDocument/2006/relationships/diagramData" Target="../diagrams/data3.xml"/><Relationship Id="rId10" Type="http://schemas.openxmlformats.org/officeDocument/2006/relationships/image" Target="../media/image13.png"/><Relationship Id="rId4" Type="http://schemas.openxmlformats.org/officeDocument/2006/relationships/image" Target="../media/image12.png"/><Relationship Id="rId9" Type="http://schemas.microsoft.com/office/2007/relationships/diagramDrawing" Target="../diagrams/drawing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B69533-1871-4A5A-9BE1-C29688C859B4}"/>
              </a:ext>
            </a:extLst>
          </p:cNvPr>
          <p:cNvSpPr>
            <a:spLocks noGrp="1"/>
          </p:cNvSpPr>
          <p:nvPr>
            <p:ph type="ctrTitle"/>
          </p:nvPr>
        </p:nvSpPr>
        <p:spPr>
          <a:xfrm>
            <a:off x="4099648" y="2629714"/>
            <a:ext cx="6655837" cy="949514"/>
          </a:xfrm>
        </p:spPr>
        <p:txBody>
          <a:bodyPr>
            <a:noAutofit/>
          </a:bodyPr>
          <a:lstStyle/>
          <a:p>
            <a:r>
              <a:rPr lang="es-CO" b="1" dirty="0">
                <a:solidFill>
                  <a:schemeClr val="bg1"/>
                </a:solidFill>
              </a:rPr>
              <a:t>Hipertensión Arterial Crónica (Primaria)</a:t>
            </a:r>
          </a:p>
        </p:txBody>
      </p:sp>
      <p:sp>
        <p:nvSpPr>
          <p:cNvPr id="3" name="Subtítulo 2">
            <a:extLst>
              <a:ext uri="{FF2B5EF4-FFF2-40B4-BE49-F238E27FC236}">
                <a16:creationId xmlns:a16="http://schemas.microsoft.com/office/drawing/2014/main" id="{BCD6ED36-3E6F-4691-BDA3-31B08010DD6D}"/>
              </a:ext>
            </a:extLst>
          </p:cNvPr>
          <p:cNvSpPr>
            <a:spLocks noGrp="1"/>
          </p:cNvSpPr>
          <p:nvPr>
            <p:ph type="subTitle" idx="1"/>
          </p:nvPr>
        </p:nvSpPr>
        <p:spPr>
          <a:xfrm>
            <a:off x="464033" y="5030291"/>
            <a:ext cx="9144000" cy="846756"/>
          </a:xfrm>
        </p:spPr>
        <p:txBody>
          <a:bodyPr>
            <a:normAutofit lnSpcReduction="10000"/>
          </a:bodyPr>
          <a:lstStyle/>
          <a:p>
            <a:r>
              <a:rPr lang="es-MX" b="1" dirty="0">
                <a:solidFill>
                  <a:schemeClr val="accent6">
                    <a:lumMod val="50000"/>
                  </a:schemeClr>
                </a:solidFill>
              </a:rPr>
              <a:t>Leidy Yibeth Toledo Rojas</a:t>
            </a:r>
          </a:p>
          <a:p>
            <a:r>
              <a:rPr lang="es-MX" b="1" dirty="0">
                <a:solidFill>
                  <a:schemeClr val="accent6">
                    <a:lumMod val="50000"/>
                  </a:schemeClr>
                </a:solidFill>
              </a:rPr>
              <a:t>Especialista Medicina Familiar y Salud Comunitaria </a:t>
            </a:r>
          </a:p>
        </p:txBody>
      </p:sp>
    </p:spTree>
    <p:extLst>
      <p:ext uri="{BB962C8B-B14F-4D97-AF65-F5344CB8AC3E}">
        <p14:creationId xmlns:p14="http://schemas.microsoft.com/office/powerpoint/2010/main" val="1795083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12" name="CuadroTexto 11">
            <a:extLst>
              <a:ext uri="{FF2B5EF4-FFF2-40B4-BE49-F238E27FC236}">
                <a16:creationId xmlns:a16="http://schemas.microsoft.com/office/drawing/2014/main" id="{88DE9138-F1D1-4A57-BB34-BEA1BDB82E38}"/>
              </a:ext>
            </a:extLst>
          </p:cNvPr>
          <p:cNvSpPr txBox="1"/>
          <p:nvPr/>
        </p:nvSpPr>
        <p:spPr>
          <a:xfrm>
            <a:off x="1881187" y="474345"/>
            <a:ext cx="8429625" cy="5909310"/>
          </a:xfrm>
          <a:prstGeom prst="rect">
            <a:avLst/>
          </a:prstGeom>
          <a:noFill/>
        </p:spPr>
        <p:txBody>
          <a:bodyPr wrap="square">
            <a:spAutoFit/>
          </a:bodyPr>
          <a:lstStyle/>
          <a:p>
            <a:pPr algn="ctr"/>
            <a:r>
              <a:rPr lang="es-CO" b="1" dirty="0"/>
              <a:t>Primera consulta – Medicina general (morbilidad)</a:t>
            </a:r>
          </a:p>
          <a:p>
            <a:endParaRPr lang="es-CO" b="1" dirty="0"/>
          </a:p>
          <a:p>
            <a:r>
              <a:rPr lang="es-CO" b="1" dirty="0"/>
              <a:t>📌 Antecedentes personales</a:t>
            </a:r>
          </a:p>
          <a:p>
            <a:pPr>
              <a:buFont typeface="Arial" panose="020B0604020202020204" pitchFamily="34" charset="0"/>
              <a:buChar char="•"/>
            </a:pPr>
            <a:r>
              <a:rPr lang="es-CO" dirty="0"/>
              <a:t>Sedentarismo.</a:t>
            </a:r>
          </a:p>
          <a:p>
            <a:pPr>
              <a:buFont typeface="Arial" panose="020B0604020202020204" pitchFamily="34" charset="0"/>
              <a:buChar char="•"/>
            </a:pPr>
            <a:r>
              <a:rPr lang="es-CO" dirty="0"/>
              <a:t>Consumo elevado de sodio.</a:t>
            </a:r>
          </a:p>
          <a:p>
            <a:pPr>
              <a:buFont typeface="Arial" panose="020B0604020202020204" pitchFamily="34" charset="0"/>
              <a:buChar char="•"/>
            </a:pPr>
            <a:r>
              <a:rPr lang="es-CO" dirty="0"/>
              <a:t>Madre con hipertensión arterial.</a:t>
            </a:r>
          </a:p>
          <a:p>
            <a:pPr>
              <a:buFont typeface="Arial" panose="020B0604020202020204" pitchFamily="34" charset="0"/>
              <a:buChar char="•"/>
            </a:pPr>
            <a:r>
              <a:rPr lang="es-CO" dirty="0"/>
              <a:t>No fuma, consumo ocasional (“social”) de alcohol.</a:t>
            </a:r>
          </a:p>
          <a:p>
            <a:pPr>
              <a:buFont typeface="Arial" panose="020B0604020202020204" pitchFamily="34" charset="0"/>
              <a:buChar char="•"/>
            </a:pPr>
            <a:r>
              <a:rPr lang="es-CO" dirty="0"/>
              <a:t>No antecedentes cardiovasculares conocidos.</a:t>
            </a:r>
          </a:p>
          <a:p>
            <a:pPr>
              <a:buFont typeface="Arial" panose="020B0604020202020204" pitchFamily="34" charset="0"/>
              <a:buChar char="•"/>
            </a:pPr>
            <a:endParaRPr lang="es-CO" dirty="0"/>
          </a:p>
          <a:p>
            <a:r>
              <a:rPr lang="es-CO" b="1" dirty="0"/>
              <a:t>📌 Revisión por sistemas</a:t>
            </a:r>
          </a:p>
          <a:p>
            <a:pPr>
              <a:buFont typeface="Arial" panose="020B0604020202020204" pitchFamily="34" charset="0"/>
              <a:buChar char="•"/>
            </a:pPr>
            <a:r>
              <a:rPr lang="es-CO" dirty="0"/>
              <a:t>Cefalea occipital intermitente de 2 semanas.</a:t>
            </a:r>
          </a:p>
          <a:p>
            <a:pPr>
              <a:buFont typeface="Arial" panose="020B0604020202020204" pitchFamily="34" charset="0"/>
              <a:buChar char="•"/>
            </a:pPr>
            <a:r>
              <a:rPr lang="es-CO" dirty="0"/>
              <a:t>No dolor torácico.</a:t>
            </a:r>
          </a:p>
          <a:p>
            <a:pPr>
              <a:buFont typeface="Arial" panose="020B0604020202020204" pitchFamily="34" charset="0"/>
              <a:buChar char="•"/>
            </a:pPr>
            <a:r>
              <a:rPr lang="es-CO" dirty="0"/>
              <a:t>No disnea.</a:t>
            </a:r>
          </a:p>
          <a:p>
            <a:pPr>
              <a:buFont typeface="Arial" panose="020B0604020202020204" pitchFamily="34" charset="0"/>
              <a:buChar char="•"/>
            </a:pPr>
            <a:r>
              <a:rPr lang="es-CO" dirty="0"/>
              <a:t>No síntomas neurológicos focales.</a:t>
            </a:r>
          </a:p>
          <a:p>
            <a:pPr>
              <a:buFont typeface="Arial" panose="020B0604020202020204" pitchFamily="34" charset="0"/>
              <a:buChar char="•"/>
            </a:pPr>
            <a:endParaRPr lang="es-CO" dirty="0"/>
          </a:p>
          <a:p>
            <a:r>
              <a:rPr lang="es-CO" b="1" dirty="0"/>
              <a:t>📌 Examen físico</a:t>
            </a:r>
          </a:p>
          <a:p>
            <a:pPr>
              <a:buFont typeface="Arial" panose="020B0604020202020204" pitchFamily="34" charset="0"/>
              <a:buChar char="•"/>
            </a:pPr>
            <a:r>
              <a:rPr lang="es-CO" dirty="0"/>
              <a:t>TA consultorio (promedio de 2 tomas separadas por 2 minutos): </a:t>
            </a:r>
            <a:r>
              <a:rPr lang="es-CO" b="1" dirty="0"/>
              <a:t>168/102 mmHg</a:t>
            </a:r>
            <a:endParaRPr lang="es-CO" dirty="0"/>
          </a:p>
          <a:p>
            <a:pPr>
              <a:buFont typeface="Arial" panose="020B0604020202020204" pitchFamily="34" charset="0"/>
              <a:buChar char="•"/>
            </a:pPr>
            <a:r>
              <a:rPr lang="es-CO" dirty="0"/>
              <a:t>FC: 84 lpm</a:t>
            </a:r>
          </a:p>
          <a:p>
            <a:pPr>
              <a:buFont typeface="Arial" panose="020B0604020202020204" pitchFamily="34" charset="0"/>
              <a:buChar char="•"/>
            </a:pPr>
            <a:r>
              <a:rPr lang="es-CO" dirty="0"/>
              <a:t>Peso: 78 kg</a:t>
            </a:r>
          </a:p>
          <a:p>
            <a:pPr>
              <a:buFont typeface="Arial" panose="020B0604020202020204" pitchFamily="34" charset="0"/>
              <a:buChar char="•"/>
            </a:pPr>
            <a:r>
              <a:rPr lang="es-CO" dirty="0"/>
              <a:t>Talla: 1.58 m</a:t>
            </a:r>
          </a:p>
          <a:p>
            <a:pPr>
              <a:buFont typeface="Arial" panose="020B0604020202020204" pitchFamily="34" charset="0"/>
              <a:buChar char="•"/>
            </a:pPr>
            <a:r>
              <a:rPr lang="es-CO" dirty="0"/>
              <a:t>IMC: 31.2 kg/m²</a:t>
            </a:r>
          </a:p>
        </p:txBody>
      </p:sp>
      <p:sp>
        <p:nvSpPr>
          <p:cNvPr id="14" name="CuadroTexto 13">
            <a:extLst>
              <a:ext uri="{FF2B5EF4-FFF2-40B4-BE49-F238E27FC236}">
                <a16:creationId xmlns:a16="http://schemas.microsoft.com/office/drawing/2014/main" id="{06829515-A1F1-462C-8365-090580FB8591}"/>
              </a:ext>
            </a:extLst>
          </p:cNvPr>
          <p:cNvSpPr txBox="1"/>
          <p:nvPr/>
        </p:nvSpPr>
        <p:spPr>
          <a:xfrm>
            <a:off x="4905375" y="6488668"/>
            <a:ext cx="6096000" cy="369332"/>
          </a:xfrm>
          <a:prstGeom prst="rect">
            <a:avLst/>
          </a:prstGeom>
          <a:noFill/>
        </p:spPr>
        <p:txBody>
          <a:bodyPr wrap="square">
            <a:spAutoFit/>
          </a:bodyPr>
          <a:lstStyle/>
          <a:p>
            <a:r>
              <a:rPr lang="es-MX" dirty="0"/>
              <a:t>¿Conducta?:</a:t>
            </a:r>
          </a:p>
        </p:txBody>
      </p:sp>
    </p:spTree>
    <p:extLst>
      <p:ext uri="{BB962C8B-B14F-4D97-AF65-F5344CB8AC3E}">
        <p14:creationId xmlns:p14="http://schemas.microsoft.com/office/powerpoint/2010/main" val="278557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764EEF8-3E31-4FC4-A735-B96871AA8F67}"/>
              </a:ext>
            </a:extLst>
          </p:cNvPr>
          <p:cNvSpPr txBox="1"/>
          <p:nvPr/>
        </p:nvSpPr>
        <p:spPr>
          <a:xfrm>
            <a:off x="2847975" y="580162"/>
            <a:ext cx="6096000" cy="646331"/>
          </a:xfrm>
          <a:prstGeom prst="rect">
            <a:avLst/>
          </a:prstGeom>
          <a:noFill/>
        </p:spPr>
        <p:txBody>
          <a:bodyPr wrap="square">
            <a:spAutoFit/>
          </a:bodyPr>
          <a:lstStyle/>
          <a:p>
            <a:r>
              <a:rPr lang="es-MX" b="1" dirty="0"/>
              <a:t> Segunda consulta – Medicina general (morbilidad)</a:t>
            </a:r>
          </a:p>
          <a:p>
            <a:endParaRPr lang="es-MX" b="1" dirty="0"/>
          </a:p>
        </p:txBody>
      </p:sp>
      <p:sp>
        <p:nvSpPr>
          <p:cNvPr id="6" name="CuadroTexto 5">
            <a:extLst>
              <a:ext uri="{FF2B5EF4-FFF2-40B4-BE49-F238E27FC236}">
                <a16:creationId xmlns:a16="http://schemas.microsoft.com/office/drawing/2014/main" id="{B528DAF9-0469-4E99-B23F-69E96CC8942E}"/>
              </a:ext>
            </a:extLst>
          </p:cNvPr>
          <p:cNvSpPr txBox="1"/>
          <p:nvPr/>
        </p:nvSpPr>
        <p:spPr>
          <a:xfrm>
            <a:off x="600075" y="1309211"/>
            <a:ext cx="8915400" cy="2585323"/>
          </a:xfrm>
          <a:prstGeom prst="rect">
            <a:avLst/>
          </a:prstGeom>
          <a:noFill/>
        </p:spPr>
        <p:txBody>
          <a:bodyPr wrap="square">
            <a:spAutoFit/>
          </a:bodyPr>
          <a:lstStyle/>
          <a:p>
            <a:r>
              <a:rPr lang="es-MX" dirty="0"/>
              <a:t>La paciente trae registro de </a:t>
            </a:r>
            <a:r>
              <a:rPr lang="es-MX" b="1" dirty="0"/>
              <a:t>AMPA de 5 días</a:t>
            </a:r>
            <a:r>
              <a:rPr lang="es-MX" dirty="0"/>
              <a:t>, con 2 tomas en la mañana y 2 en la noche.</a:t>
            </a:r>
          </a:p>
          <a:p>
            <a:r>
              <a:rPr lang="es-MX" dirty="0"/>
              <a:t>Día 1: 135/82 am – 165/85 pm</a:t>
            </a:r>
          </a:p>
          <a:p>
            <a:r>
              <a:rPr lang="es-MX" dirty="0"/>
              <a:t>Día 2: 134/80 am – 134/92 pm</a:t>
            </a:r>
          </a:p>
          <a:p>
            <a:r>
              <a:rPr lang="es-MX" dirty="0"/>
              <a:t>Día 3: 147/86 am – 135/82 pm</a:t>
            </a:r>
          </a:p>
          <a:p>
            <a:r>
              <a:rPr lang="es-MX" dirty="0"/>
              <a:t>Día 4: 135/85 am – 167/86 pm</a:t>
            </a:r>
          </a:p>
          <a:p>
            <a:r>
              <a:rPr lang="es-MX" dirty="0"/>
              <a:t>Día 5: 143/86 am – 153/84 pm </a:t>
            </a:r>
          </a:p>
          <a:p>
            <a:endParaRPr lang="es-MX" dirty="0"/>
          </a:p>
          <a:p>
            <a:r>
              <a:rPr lang="es-MX" dirty="0"/>
              <a:t>Se confirma diagnóstico de:</a:t>
            </a:r>
          </a:p>
          <a:p>
            <a:r>
              <a:rPr lang="es-MX" dirty="0"/>
              <a:t>¿Conducta?</a:t>
            </a:r>
          </a:p>
        </p:txBody>
      </p:sp>
    </p:spTree>
    <p:extLst>
      <p:ext uri="{BB962C8B-B14F-4D97-AF65-F5344CB8AC3E}">
        <p14:creationId xmlns:p14="http://schemas.microsoft.com/office/powerpoint/2010/main" val="3029082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4D2AA8-87C2-4C59-95E8-68296A897C21}"/>
              </a:ext>
            </a:extLst>
          </p:cNvPr>
          <p:cNvSpPr txBox="1"/>
          <p:nvPr/>
        </p:nvSpPr>
        <p:spPr>
          <a:xfrm>
            <a:off x="4679576" y="156447"/>
            <a:ext cx="7207624" cy="707886"/>
          </a:xfrm>
          <a:prstGeom prst="rect">
            <a:avLst/>
          </a:prstGeom>
          <a:noFill/>
        </p:spPr>
        <p:txBody>
          <a:bodyPr wrap="square">
            <a:spAutoFit/>
          </a:bodyPr>
          <a:lstStyle/>
          <a:p>
            <a:pPr algn="r"/>
            <a:r>
              <a:rPr lang="es-MX" sz="2000" b="1" dirty="0">
                <a:solidFill>
                  <a:schemeClr val="accent6">
                    <a:lumMod val="50000"/>
                  </a:schemeClr>
                </a:solidFill>
              </a:rPr>
              <a:t>Adopción: GPC Colombiana 2017</a:t>
            </a:r>
          </a:p>
          <a:p>
            <a:pPr algn="r"/>
            <a:r>
              <a:rPr lang="es-MX" sz="2000" b="1" dirty="0">
                <a:solidFill>
                  <a:schemeClr val="accent6">
                    <a:lumMod val="50000"/>
                  </a:schemeClr>
                </a:solidFill>
              </a:rPr>
              <a:t>Adaptación: Actualizaciones Europea (2024) y Americana (2025)</a:t>
            </a:r>
            <a:endParaRPr lang="es-CO" sz="2000" b="1" dirty="0">
              <a:solidFill>
                <a:schemeClr val="accent6">
                  <a:lumMod val="50000"/>
                </a:schemeClr>
              </a:solidFill>
            </a:endParaRPr>
          </a:p>
        </p:txBody>
      </p:sp>
      <p:sp>
        <p:nvSpPr>
          <p:cNvPr id="4" name="Content Placeholder 2">
            <a:extLst>
              <a:ext uri="{FF2B5EF4-FFF2-40B4-BE49-F238E27FC236}">
                <a16:creationId xmlns:a16="http://schemas.microsoft.com/office/drawing/2014/main" id="{D1D677F0-9449-4EE9-9FFC-34F4EB8C24C7}"/>
              </a:ext>
            </a:extLst>
          </p:cNvPr>
          <p:cNvSpPr>
            <a:spLocks noGrp="1"/>
          </p:cNvSpPr>
          <p:nvPr>
            <p:ph idx="1"/>
          </p:nvPr>
        </p:nvSpPr>
        <p:spPr>
          <a:xfrm>
            <a:off x="2962835" y="1146067"/>
            <a:ext cx="8834718" cy="1337158"/>
          </a:xfrm>
          <a:solidFill>
            <a:schemeClr val="accent6">
              <a:lumMod val="20000"/>
              <a:lumOff val="80000"/>
            </a:schemeClr>
          </a:solidFill>
          <a:ln w="19050">
            <a:solidFill>
              <a:schemeClr val="accent6">
                <a:lumMod val="50000"/>
              </a:schemeClr>
            </a:solidFill>
          </a:ln>
        </p:spPr>
        <p:txBody>
          <a:bodyPr>
            <a:normAutofit/>
          </a:bodyPr>
          <a:lstStyle/>
          <a:p>
            <a:r>
              <a:rPr sz="1600" b="1" dirty="0">
                <a:solidFill>
                  <a:schemeClr val="accent6">
                    <a:lumMod val="50000"/>
                  </a:schemeClr>
                </a:solidFill>
              </a:rPr>
              <a:t>La guía base </a:t>
            </a:r>
            <a:r>
              <a:rPr sz="1600" b="1" dirty="0" err="1">
                <a:solidFill>
                  <a:schemeClr val="accent6">
                    <a:lumMod val="50000"/>
                  </a:schemeClr>
                </a:solidFill>
              </a:rPr>
              <a:t>adoptada</a:t>
            </a:r>
            <a:r>
              <a:rPr sz="1600" b="1" dirty="0">
                <a:solidFill>
                  <a:schemeClr val="accent6">
                    <a:lumMod val="50000"/>
                  </a:schemeClr>
                </a:solidFill>
              </a:rPr>
              <a:t> </a:t>
            </a:r>
            <a:r>
              <a:rPr sz="1600" b="1" dirty="0" err="1">
                <a:solidFill>
                  <a:schemeClr val="accent6">
                    <a:lumMod val="50000"/>
                  </a:schemeClr>
                </a:solidFill>
              </a:rPr>
              <a:t>institucionalmente</a:t>
            </a:r>
            <a:r>
              <a:rPr sz="1600" b="1" dirty="0">
                <a:solidFill>
                  <a:schemeClr val="accent6">
                    <a:lumMod val="50000"/>
                  </a:schemeClr>
                </a:solidFill>
              </a:rPr>
              <a:t> es la </a:t>
            </a:r>
            <a:r>
              <a:rPr sz="1600" b="1" dirty="0" err="1">
                <a:solidFill>
                  <a:schemeClr val="accent6">
                    <a:lumMod val="50000"/>
                  </a:schemeClr>
                </a:solidFill>
              </a:rPr>
              <a:t>Guía</a:t>
            </a:r>
            <a:r>
              <a:rPr sz="1600" b="1" dirty="0">
                <a:solidFill>
                  <a:schemeClr val="accent6">
                    <a:lumMod val="50000"/>
                  </a:schemeClr>
                </a:solidFill>
              </a:rPr>
              <a:t> </a:t>
            </a:r>
            <a:r>
              <a:rPr lang="es-CO" sz="1600" b="1" dirty="0">
                <a:solidFill>
                  <a:schemeClr val="accent6">
                    <a:lumMod val="50000"/>
                  </a:schemeClr>
                </a:solidFill>
              </a:rPr>
              <a:t>Colombiana</a:t>
            </a:r>
            <a:r>
              <a:rPr sz="1600" b="1" dirty="0">
                <a:solidFill>
                  <a:schemeClr val="accent6">
                    <a:lumMod val="50000"/>
                  </a:schemeClr>
                </a:solidFill>
              </a:rPr>
              <a:t> de </a:t>
            </a:r>
            <a:r>
              <a:rPr sz="1600" b="1" dirty="0" err="1">
                <a:solidFill>
                  <a:schemeClr val="accent6">
                    <a:lumMod val="50000"/>
                  </a:schemeClr>
                </a:solidFill>
              </a:rPr>
              <a:t>Hipertensión</a:t>
            </a:r>
            <a:r>
              <a:rPr sz="1600" b="1" dirty="0">
                <a:solidFill>
                  <a:schemeClr val="accent6">
                    <a:lumMod val="50000"/>
                  </a:schemeClr>
                </a:solidFill>
              </a:rPr>
              <a:t> Arterial 2017.</a:t>
            </a:r>
          </a:p>
          <a:p>
            <a:r>
              <a:rPr sz="1600" b="1" dirty="0">
                <a:solidFill>
                  <a:schemeClr val="accent6">
                    <a:lumMod val="50000"/>
                  </a:schemeClr>
                </a:solidFill>
              </a:rPr>
              <a:t>Sus recomendaciones se </a:t>
            </a:r>
            <a:r>
              <a:rPr sz="1600" b="1" dirty="0" err="1">
                <a:solidFill>
                  <a:schemeClr val="accent6">
                    <a:lumMod val="50000"/>
                  </a:schemeClr>
                </a:solidFill>
              </a:rPr>
              <a:t>han</a:t>
            </a:r>
            <a:r>
              <a:rPr sz="1600" b="1" dirty="0">
                <a:solidFill>
                  <a:schemeClr val="accent6">
                    <a:lumMod val="50000"/>
                  </a:schemeClr>
                </a:solidFill>
              </a:rPr>
              <a:t> </a:t>
            </a:r>
            <a:r>
              <a:rPr sz="1600" b="1" dirty="0" err="1">
                <a:solidFill>
                  <a:schemeClr val="accent6">
                    <a:lumMod val="50000"/>
                  </a:schemeClr>
                </a:solidFill>
              </a:rPr>
              <a:t>adaptado</a:t>
            </a:r>
            <a:r>
              <a:rPr sz="1600" b="1" dirty="0">
                <a:solidFill>
                  <a:schemeClr val="accent6">
                    <a:lumMod val="50000"/>
                  </a:schemeClr>
                </a:solidFill>
              </a:rPr>
              <a:t> </a:t>
            </a:r>
            <a:r>
              <a:rPr sz="1600" b="1" dirty="0" err="1">
                <a:solidFill>
                  <a:schemeClr val="accent6">
                    <a:lumMod val="50000"/>
                  </a:schemeClr>
                </a:solidFill>
              </a:rPr>
              <a:t>considerando</a:t>
            </a:r>
            <a:r>
              <a:rPr sz="1600" b="1" dirty="0">
                <a:solidFill>
                  <a:schemeClr val="accent6">
                    <a:lumMod val="50000"/>
                  </a:schemeClr>
                </a:solidFill>
              </a:rPr>
              <a:t> </a:t>
            </a:r>
            <a:r>
              <a:rPr sz="1600" b="1" dirty="0" err="1">
                <a:solidFill>
                  <a:schemeClr val="accent6">
                    <a:lumMod val="50000"/>
                  </a:schemeClr>
                </a:solidFill>
              </a:rPr>
              <a:t>actualizaciones</a:t>
            </a:r>
            <a:r>
              <a:rPr sz="1600" b="1" dirty="0">
                <a:solidFill>
                  <a:schemeClr val="accent6">
                    <a:lumMod val="50000"/>
                  </a:schemeClr>
                </a:solidFill>
              </a:rPr>
              <a:t> de la guía </a:t>
            </a:r>
            <a:r>
              <a:rPr sz="1600" b="1" dirty="0" err="1">
                <a:solidFill>
                  <a:schemeClr val="accent6">
                    <a:lumMod val="50000"/>
                  </a:schemeClr>
                </a:solidFill>
              </a:rPr>
              <a:t>europea</a:t>
            </a:r>
            <a:r>
              <a:rPr sz="1600" b="1" dirty="0">
                <a:solidFill>
                  <a:schemeClr val="accent6">
                    <a:lumMod val="50000"/>
                  </a:schemeClr>
                </a:solidFill>
              </a:rPr>
              <a:t> y americana.</a:t>
            </a:r>
          </a:p>
          <a:p>
            <a:r>
              <a:rPr sz="1600" b="1" dirty="0">
                <a:solidFill>
                  <a:schemeClr val="accent6">
                    <a:lumMod val="50000"/>
                  </a:schemeClr>
                </a:solidFill>
              </a:rPr>
              <a:t>La </a:t>
            </a:r>
            <a:r>
              <a:rPr sz="1600" b="1" dirty="0" err="1">
                <a:solidFill>
                  <a:schemeClr val="accent6">
                    <a:lumMod val="50000"/>
                  </a:schemeClr>
                </a:solidFill>
              </a:rPr>
              <a:t>adaptación</a:t>
            </a:r>
            <a:r>
              <a:rPr sz="1600" b="1" dirty="0">
                <a:solidFill>
                  <a:schemeClr val="accent6">
                    <a:lumMod val="50000"/>
                  </a:schemeClr>
                </a:solidFill>
              </a:rPr>
              <a:t> se </a:t>
            </a:r>
            <a:r>
              <a:rPr sz="1600" b="1" dirty="0" err="1">
                <a:solidFill>
                  <a:schemeClr val="accent6">
                    <a:lumMod val="50000"/>
                  </a:schemeClr>
                </a:solidFill>
              </a:rPr>
              <a:t>ajusta</a:t>
            </a:r>
            <a:r>
              <a:rPr sz="1600" b="1" dirty="0">
                <a:solidFill>
                  <a:schemeClr val="accent6">
                    <a:lumMod val="50000"/>
                  </a:schemeClr>
                </a:solidFill>
              </a:rPr>
              <a:t> al </a:t>
            </a:r>
            <a:r>
              <a:rPr sz="1600" b="1" dirty="0" err="1">
                <a:solidFill>
                  <a:schemeClr val="accent6">
                    <a:lumMod val="50000"/>
                  </a:schemeClr>
                </a:solidFill>
              </a:rPr>
              <a:t>contexto</a:t>
            </a:r>
            <a:r>
              <a:rPr sz="1600" b="1" dirty="0">
                <a:solidFill>
                  <a:schemeClr val="accent6">
                    <a:lumMod val="50000"/>
                  </a:schemeClr>
                </a:solidFill>
              </a:rPr>
              <a:t> </a:t>
            </a:r>
            <a:r>
              <a:rPr sz="1600" b="1" dirty="0" err="1">
                <a:solidFill>
                  <a:schemeClr val="accent6">
                    <a:lumMod val="50000"/>
                  </a:schemeClr>
                </a:solidFill>
              </a:rPr>
              <a:t>institucional</a:t>
            </a:r>
            <a:r>
              <a:rPr sz="1600" b="1" dirty="0">
                <a:solidFill>
                  <a:schemeClr val="accent6">
                    <a:lumMod val="50000"/>
                  </a:schemeClr>
                </a:solidFill>
              </a:rPr>
              <a:t> y </a:t>
            </a:r>
            <a:r>
              <a:rPr sz="1600" b="1" dirty="0" err="1">
                <a:solidFill>
                  <a:schemeClr val="accent6">
                    <a:lumMod val="50000"/>
                  </a:schemeClr>
                </a:solidFill>
              </a:rPr>
              <a:t>orienta</a:t>
            </a:r>
            <a:r>
              <a:rPr sz="1600" b="1" dirty="0">
                <a:solidFill>
                  <a:schemeClr val="accent6">
                    <a:lumMod val="50000"/>
                  </a:schemeClr>
                </a:solidFill>
              </a:rPr>
              <a:t> la </a:t>
            </a:r>
            <a:r>
              <a:rPr sz="1600" b="1" dirty="0" err="1">
                <a:solidFill>
                  <a:schemeClr val="accent6">
                    <a:lumMod val="50000"/>
                  </a:schemeClr>
                </a:solidFill>
              </a:rPr>
              <a:t>práctica</a:t>
            </a:r>
            <a:r>
              <a:rPr sz="1600" b="1" dirty="0">
                <a:solidFill>
                  <a:schemeClr val="accent6">
                    <a:lumMod val="50000"/>
                  </a:schemeClr>
                </a:solidFill>
              </a:rPr>
              <a:t> </a:t>
            </a:r>
            <a:r>
              <a:rPr sz="1600" b="1" dirty="0" err="1">
                <a:solidFill>
                  <a:schemeClr val="accent6">
                    <a:lumMod val="50000"/>
                  </a:schemeClr>
                </a:solidFill>
              </a:rPr>
              <a:t>clínica</a:t>
            </a:r>
            <a:r>
              <a:rPr sz="1600" b="1" dirty="0">
                <a:solidFill>
                  <a:schemeClr val="accent6">
                    <a:lumMod val="50000"/>
                  </a:schemeClr>
                </a:solidFill>
              </a:rPr>
              <a:t> </a:t>
            </a:r>
            <a:r>
              <a:rPr sz="1600" b="1" dirty="0" err="1">
                <a:solidFill>
                  <a:schemeClr val="accent6">
                    <a:lumMod val="50000"/>
                  </a:schemeClr>
                </a:solidFill>
              </a:rPr>
              <a:t>diaria</a:t>
            </a:r>
            <a:r>
              <a:rPr sz="1600" b="1" dirty="0">
                <a:solidFill>
                  <a:srgbClr val="002060"/>
                </a:solidFill>
              </a:rPr>
              <a:t>.</a:t>
            </a:r>
          </a:p>
          <a:p>
            <a:pPr marL="0" indent="0">
              <a:buNone/>
            </a:pPr>
            <a:endParaRPr sz="1600" b="1" dirty="0">
              <a:solidFill>
                <a:srgbClr val="002060"/>
              </a:solidFill>
            </a:endParaRPr>
          </a:p>
        </p:txBody>
      </p:sp>
      <p:pic>
        <p:nvPicPr>
          <p:cNvPr id="8" name="Imagen 7">
            <a:extLst>
              <a:ext uri="{FF2B5EF4-FFF2-40B4-BE49-F238E27FC236}">
                <a16:creationId xmlns:a16="http://schemas.microsoft.com/office/drawing/2014/main" id="{E46B7EF4-41DE-440A-B59F-3D90723BB111}"/>
              </a:ext>
            </a:extLst>
          </p:cNvPr>
          <p:cNvPicPr>
            <a:picLocks noChangeAspect="1"/>
          </p:cNvPicPr>
          <p:nvPr/>
        </p:nvPicPr>
        <p:blipFill rotWithShape="1">
          <a:blip r:embed="rId4"/>
          <a:srcRect l="7527"/>
          <a:stretch/>
        </p:blipFill>
        <p:spPr>
          <a:xfrm>
            <a:off x="563807" y="2754993"/>
            <a:ext cx="3976387" cy="3873500"/>
          </a:xfrm>
          <a:prstGeom prst="rect">
            <a:avLst/>
          </a:prstGeom>
          <a:ln w="19050">
            <a:solidFill>
              <a:schemeClr val="accent6">
                <a:lumMod val="50000"/>
              </a:schemeClr>
            </a:solidFill>
          </a:ln>
        </p:spPr>
      </p:pic>
      <p:pic>
        <p:nvPicPr>
          <p:cNvPr id="10" name="Imagen 9">
            <a:extLst>
              <a:ext uri="{FF2B5EF4-FFF2-40B4-BE49-F238E27FC236}">
                <a16:creationId xmlns:a16="http://schemas.microsoft.com/office/drawing/2014/main" id="{DB82C9A4-31ED-4CB3-A72B-07D3D3A3EC47}"/>
              </a:ext>
            </a:extLst>
          </p:cNvPr>
          <p:cNvPicPr>
            <a:picLocks noChangeAspect="1"/>
          </p:cNvPicPr>
          <p:nvPr/>
        </p:nvPicPr>
        <p:blipFill>
          <a:blip r:embed="rId5"/>
          <a:stretch>
            <a:fillRect/>
          </a:stretch>
        </p:blipFill>
        <p:spPr>
          <a:xfrm>
            <a:off x="6183311" y="2704123"/>
            <a:ext cx="4376682" cy="2212158"/>
          </a:xfrm>
          <a:prstGeom prst="rect">
            <a:avLst/>
          </a:prstGeom>
          <a:ln w="19050">
            <a:solidFill>
              <a:schemeClr val="accent6">
                <a:lumMod val="50000"/>
              </a:schemeClr>
            </a:solidFill>
          </a:ln>
        </p:spPr>
      </p:pic>
      <p:pic>
        <p:nvPicPr>
          <p:cNvPr id="14" name="Imagen 13">
            <a:extLst>
              <a:ext uri="{FF2B5EF4-FFF2-40B4-BE49-F238E27FC236}">
                <a16:creationId xmlns:a16="http://schemas.microsoft.com/office/drawing/2014/main" id="{4FA58ED3-03D1-4974-90BD-09B482D2E460}"/>
              </a:ext>
            </a:extLst>
          </p:cNvPr>
          <p:cNvPicPr>
            <a:picLocks noChangeAspect="1"/>
          </p:cNvPicPr>
          <p:nvPr/>
        </p:nvPicPr>
        <p:blipFill>
          <a:blip r:embed="rId6"/>
          <a:stretch>
            <a:fillRect/>
          </a:stretch>
        </p:blipFill>
        <p:spPr>
          <a:xfrm>
            <a:off x="6183311" y="5137179"/>
            <a:ext cx="4376681" cy="1491314"/>
          </a:xfrm>
          <a:prstGeom prst="rect">
            <a:avLst/>
          </a:prstGeom>
          <a:ln w="19050">
            <a:solidFill>
              <a:schemeClr val="accent6">
                <a:lumMod val="50000"/>
              </a:schemeClr>
            </a:solidFill>
          </a:ln>
        </p:spPr>
      </p:pic>
      <p:sp>
        <p:nvSpPr>
          <p:cNvPr id="17" name="CuadroTexto 16">
            <a:extLst>
              <a:ext uri="{FF2B5EF4-FFF2-40B4-BE49-F238E27FC236}">
                <a16:creationId xmlns:a16="http://schemas.microsoft.com/office/drawing/2014/main" id="{0AEDAADD-1A49-4BB2-AD98-ED392CDEF81B}"/>
              </a:ext>
            </a:extLst>
          </p:cNvPr>
          <p:cNvSpPr txBox="1"/>
          <p:nvPr/>
        </p:nvSpPr>
        <p:spPr>
          <a:xfrm>
            <a:off x="4333005" y="2570327"/>
            <a:ext cx="6094378" cy="369332"/>
          </a:xfrm>
          <a:prstGeom prst="rect">
            <a:avLst/>
          </a:prstGeom>
          <a:noFill/>
        </p:spPr>
        <p:txBody>
          <a:bodyPr wrap="square">
            <a:spAutoFit/>
          </a:bodyPr>
          <a:lstStyle/>
          <a:p>
            <a:r>
              <a:rPr lang="es-MX" dirty="0"/>
              <a:t>📌</a:t>
            </a:r>
            <a:endParaRPr lang="es-CO" dirty="0"/>
          </a:p>
        </p:txBody>
      </p:sp>
    </p:spTree>
    <p:extLst>
      <p:ext uri="{BB962C8B-B14F-4D97-AF65-F5344CB8AC3E}">
        <p14:creationId xmlns:p14="http://schemas.microsoft.com/office/powerpoint/2010/main" val="2910541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0011F9AB-FACA-47C0-8948-0521D1278CC5}"/>
              </a:ext>
            </a:extLst>
          </p:cNvPr>
          <p:cNvSpPr>
            <a:spLocks noGrp="1"/>
          </p:cNvSpPr>
          <p:nvPr>
            <p:ph type="title"/>
          </p:nvPr>
        </p:nvSpPr>
        <p:spPr>
          <a:xfrm>
            <a:off x="1604343" y="412350"/>
            <a:ext cx="10306049" cy="468594"/>
          </a:xfrm>
        </p:spPr>
        <p:txBody>
          <a:bodyPr>
            <a:noAutofit/>
          </a:bodyPr>
          <a:lstStyle/>
          <a:p>
            <a:r>
              <a:rPr lang="es-CO" sz="4000" b="1" u="sng" dirty="0">
                <a:solidFill>
                  <a:schemeClr val="accent6">
                    <a:lumMod val="50000"/>
                  </a:schemeClr>
                </a:solidFill>
              </a:rPr>
              <a:t>Recomendación 1</a:t>
            </a:r>
            <a:r>
              <a:rPr lang="es-CO" sz="4000" b="1" dirty="0">
                <a:solidFill>
                  <a:schemeClr val="accent6">
                    <a:lumMod val="50000"/>
                  </a:schemeClr>
                </a:solidFill>
              </a:rPr>
              <a:t>: DEFINICIÓN Y DIAGNÓSTICO</a:t>
            </a:r>
          </a:p>
        </p:txBody>
      </p:sp>
      <p:sp>
        <p:nvSpPr>
          <p:cNvPr id="7" name="CuadroTexto 6">
            <a:extLst>
              <a:ext uri="{FF2B5EF4-FFF2-40B4-BE49-F238E27FC236}">
                <a16:creationId xmlns:a16="http://schemas.microsoft.com/office/drawing/2014/main" id="{5EB57AD6-AC4E-4936-8C61-A4E2DFB3EDBE}"/>
              </a:ext>
            </a:extLst>
          </p:cNvPr>
          <p:cNvSpPr txBox="1"/>
          <p:nvPr/>
        </p:nvSpPr>
        <p:spPr>
          <a:xfrm>
            <a:off x="4015123" y="1613351"/>
            <a:ext cx="7272002" cy="338554"/>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pPr algn="ctr"/>
            <a:r>
              <a:rPr lang="es-MX" sz="1600" b="1" dirty="0">
                <a:solidFill>
                  <a:schemeClr val="accent6">
                    <a:lumMod val="50000"/>
                  </a:schemeClr>
                </a:solidFill>
              </a:rPr>
              <a:t>Presión arterial sistólica ≥140 mmHg y/o presión arterial diastólica ≥90 mmHg</a:t>
            </a:r>
            <a:endParaRPr lang="es-CO" sz="1600" b="1" dirty="0">
              <a:solidFill>
                <a:schemeClr val="accent6">
                  <a:lumMod val="50000"/>
                </a:schemeClr>
              </a:solidFill>
            </a:endParaRPr>
          </a:p>
        </p:txBody>
      </p:sp>
      <p:sp>
        <p:nvSpPr>
          <p:cNvPr id="11" name="CuadroTexto 10">
            <a:extLst>
              <a:ext uri="{FF2B5EF4-FFF2-40B4-BE49-F238E27FC236}">
                <a16:creationId xmlns:a16="http://schemas.microsoft.com/office/drawing/2014/main" id="{5CA70AB5-21C0-4D87-9127-2EE5101C1D31}"/>
              </a:ext>
            </a:extLst>
          </p:cNvPr>
          <p:cNvSpPr txBox="1"/>
          <p:nvPr/>
        </p:nvSpPr>
        <p:spPr>
          <a:xfrm>
            <a:off x="838199" y="3372123"/>
            <a:ext cx="5743576" cy="2062103"/>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MX" sz="1600" b="1" dirty="0"/>
              <a:t>Detalles clave de la definición:</a:t>
            </a:r>
          </a:p>
          <a:p>
            <a:endParaRPr lang="es-MX" sz="1600" b="1" dirty="0"/>
          </a:p>
          <a:p>
            <a:pPr>
              <a:buFont typeface="Arial" panose="020B0604020202020204" pitchFamily="34" charset="0"/>
              <a:buChar char="•"/>
            </a:pPr>
            <a:r>
              <a:rPr lang="es-MX" sz="1600" dirty="0"/>
              <a:t>Umbral diagnóstico en consultorio: ≥140/90 mmHg</a:t>
            </a:r>
          </a:p>
          <a:p>
            <a:pPr>
              <a:buFont typeface="Arial" panose="020B0604020202020204" pitchFamily="34" charset="0"/>
              <a:buChar char="•"/>
            </a:pPr>
            <a:r>
              <a:rPr lang="es-MX" sz="1600" dirty="0"/>
              <a:t>El diagnóstico </a:t>
            </a:r>
            <a:r>
              <a:rPr lang="es-MX" sz="1600" b="1" dirty="0"/>
              <a:t>no debe basarse en una sola medición</a:t>
            </a:r>
            <a:r>
              <a:rPr lang="es-MX" sz="1600" dirty="0"/>
              <a:t>.</a:t>
            </a:r>
          </a:p>
          <a:p>
            <a:pPr>
              <a:buFont typeface="Arial" panose="020B0604020202020204" pitchFamily="34" charset="0"/>
              <a:buChar char="•"/>
            </a:pPr>
            <a:r>
              <a:rPr lang="es-MX" sz="1600" dirty="0"/>
              <a:t>Se recomienda </a:t>
            </a:r>
            <a:r>
              <a:rPr lang="es-MX" sz="1600" b="1" dirty="0"/>
              <a:t>confirmación</a:t>
            </a:r>
            <a:r>
              <a:rPr lang="es-MX" sz="1600" dirty="0"/>
              <a:t> con:</a:t>
            </a:r>
          </a:p>
          <a:p>
            <a:pPr marL="742950" lvl="1" indent="-285750">
              <a:buFont typeface="Arial" panose="020B0604020202020204" pitchFamily="34" charset="0"/>
              <a:buChar char="•"/>
            </a:pPr>
            <a:r>
              <a:rPr lang="es-MX" sz="1600" b="1" dirty="0"/>
              <a:t>MAPA </a:t>
            </a:r>
            <a:r>
              <a:rPr lang="es-MX" sz="1600" dirty="0"/>
              <a:t>cuando esté disponible.</a:t>
            </a:r>
          </a:p>
          <a:p>
            <a:pPr marL="742950" lvl="1" indent="-285750">
              <a:buFont typeface="Arial" panose="020B0604020202020204" pitchFamily="34" charset="0"/>
              <a:buChar char="•"/>
            </a:pPr>
            <a:r>
              <a:rPr lang="es-MX" sz="1600" b="1" dirty="0"/>
              <a:t>AMPA </a:t>
            </a:r>
            <a:endParaRPr lang="es-MX" sz="1600" dirty="0"/>
          </a:p>
          <a:p>
            <a:pPr marL="742950" lvl="1" indent="-285750">
              <a:buFont typeface="Arial" panose="020B0604020202020204" pitchFamily="34" charset="0"/>
              <a:buChar char="•"/>
            </a:pPr>
            <a:r>
              <a:rPr lang="es-MX" sz="1600" b="1" dirty="0"/>
              <a:t>Medición en consultorio </a:t>
            </a:r>
            <a:r>
              <a:rPr lang="es-MX" sz="1600" dirty="0"/>
              <a:t>en próxima visita 1-2 semanas</a:t>
            </a:r>
          </a:p>
        </p:txBody>
      </p:sp>
      <p:pic>
        <p:nvPicPr>
          <p:cNvPr id="3074" name="Picture 2" descr="Diagnóstico y tratamiento de la hipertensión arterial sistémica">
            <a:extLst>
              <a:ext uri="{FF2B5EF4-FFF2-40B4-BE49-F238E27FC236}">
                <a16:creationId xmlns:a16="http://schemas.microsoft.com/office/drawing/2014/main" id="{723D1FE6-57A7-4005-A2D7-14BC7FDB10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031" r="20432"/>
          <a:stretch/>
        </p:blipFill>
        <p:spPr bwMode="auto">
          <a:xfrm>
            <a:off x="1604343" y="1187443"/>
            <a:ext cx="1943100" cy="1720225"/>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65542EF3-7D69-4A43-8DBC-74B043511FB8}"/>
              </a:ext>
            </a:extLst>
          </p:cNvPr>
          <p:cNvSpPr txBox="1"/>
          <p:nvPr/>
        </p:nvSpPr>
        <p:spPr>
          <a:xfrm>
            <a:off x="3634395" y="6519058"/>
            <a:ext cx="8275997" cy="276999"/>
          </a:xfrm>
          <a:prstGeom prst="rect">
            <a:avLst/>
          </a:prstGeom>
          <a:noFill/>
        </p:spPr>
        <p:txBody>
          <a:bodyPr wrap="square">
            <a:spAutoFit/>
          </a:bodyPr>
          <a:lstStyle/>
          <a:p>
            <a:r>
              <a:rPr lang="es-CO" sz="1200" b="1" dirty="0">
                <a:effectLst/>
                <a:ea typeface="Calibri" panose="020F0502020204030204" pitchFamily="34" charset="0"/>
              </a:rPr>
              <a:t>Guía ESC 2024 sobre el manejo de la presión arterial elevada y la hipertensión </a:t>
            </a:r>
            <a:endParaRPr lang="es-MX" sz="1000" b="1" dirty="0"/>
          </a:p>
        </p:txBody>
      </p:sp>
      <p:pic>
        <p:nvPicPr>
          <p:cNvPr id="1026" name="Picture 2" descr="Imágenes de Logo pdf - Descarga gratuita en Freepik">
            <a:extLst>
              <a:ext uri="{FF2B5EF4-FFF2-40B4-BE49-F238E27FC236}">
                <a16:creationId xmlns:a16="http://schemas.microsoft.com/office/drawing/2014/main" id="{8CF67FDB-A372-4014-BFAD-84D96E60C94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9077324" y="3595133"/>
            <a:ext cx="1266825" cy="1266825"/>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D98AE4C4-BCD9-42B9-854C-74122DF6D3EB}"/>
              </a:ext>
            </a:extLst>
          </p:cNvPr>
          <p:cNvSpPr txBox="1"/>
          <p:nvPr/>
        </p:nvSpPr>
        <p:spPr>
          <a:xfrm>
            <a:off x="8724900" y="4906096"/>
            <a:ext cx="1971675" cy="461665"/>
          </a:xfrm>
          <a:prstGeom prst="rect">
            <a:avLst/>
          </a:prstGeom>
          <a:noFill/>
        </p:spPr>
        <p:txBody>
          <a:bodyPr wrap="square" rtlCol="0">
            <a:spAutoFit/>
          </a:bodyPr>
          <a:lstStyle/>
          <a:p>
            <a:r>
              <a:rPr lang="es-CO" sz="1200" b="1" dirty="0">
                <a:solidFill>
                  <a:srgbClr val="C00000"/>
                </a:solidFill>
              </a:rPr>
              <a:t>Revisar Material Educativo Técnica de Medición de PA</a:t>
            </a:r>
          </a:p>
        </p:txBody>
      </p:sp>
    </p:spTree>
    <p:extLst>
      <p:ext uri="{BB962C8B-B14F-4D97-AF65-F5344CB8AC3E}">
        <p14:creationId xmlns:p14="http://schemas.microsoft.com/office/powerpoint/2010/main" val="162055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0BEBDB-1956-48F0-9A78-B6F6BFA3B3EA}"/>
              </a:ext>
            </a:extLst>
          </p:cNvPr>
          <p:cNvSpPr>
            <a:spLocks noGrp="1"/>
          </p:cNvSpPr>
          <p:nvPr>
            <p:ph type="title"/>
          </p:nvPr>
        </p:nvSpPr>
        <p:spPr>
          <a:xfrm>
            <a:off x="4829085" y="145360"/>
            <a:ext cx="9753600" cy="468594"/>
          </a:xfrm>
        </p:spPr>
        <p:txBody>
          <a:bodyPr>
            <a:noAutofit/>
          </a:bodyPr>
          <a:lstStyle/>
          <a:p>
            <a:r>
              <a:rPr lang="es-CO" sz="3600" b="1" u="sng" dirty="0">
                <a:solidFill>
                  <a:schemeClr val="accent6">
                    <a:lumMod val="50000"/>
                  </a:schemeClr>
                </a:solidFill>
              </a:rPr>
              <a:t>MAPA y AMPA</a:t>
            </a:r>
          </a:p>
        </p:txBody>
      </p:sp>
      <p:sp>
        <p:nvSpPr>
          <p:cNvPr id="6" name="CuadroTexto 5">
            <a:extLst>
              <a:ext uri="{FF2B5EF4-FFF2-40B4-BE49-F238E27FC236}">
                <a16:creationId xmlns:a16="http://schemas.microsoft.com/office/drawing/2014/main" id="{531A500E-E583-4A5C-AE34-18B4E9A1BAF2}"/>
              </a:ext>
            </a:extLst>
          </p:cNvPr>
          <p:cNvSpPr txBox="1"/>
          <p:nvPr/>
        </p:nvSpPr>
        <p:spPr>
          <a:xfrm>
            <a:off x="580249" y="1209318"/>
            <a:ext cx="5531222" cy="3970318"/>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MX" dirty="0"/>
              <a:t>👉 </a:t>
            </a:r>
            <a:r>
              <a:rPr lang="es-MX" b="1" dirty="0"/>
              <a:t>Indicar MAPA cuando:</a:t>
            </a:r>
            <a:endParaRPr lang="es-MX" dirty="0"/>
          </a:p>
          <a:p>
            <a:pPr>
              <a:buFont typeface="+mj-lt"/>
              <a:buAutoNum type="arabicPeriod"/>
            </a:pPr>
            <a:r>
              <a:rPr lang="es-MX" b="1" dirty="0"/>
              <a:t> Sospecha de hipertensión de bata blanca</a:t>
            </a:r>
            <a:endParaRPr lang="es-MX" dirty="0"/>
          </a:p>
          <a:p>
            <a:pPr marL="742950" lvl="1" indent="-285750">
              <a:buFont typeface="+mj-lt"/>
              <a:buAutoNum type="arabicPeriod"/>
            </a:pPr>
            <a:r>
              <a:rPr lang="es-MX" dirty="0"/>
              <a:t>PA elevada en consulta (≥140/90 mmHg)</a:t>
            </a:r>
          </a:p>
          <a:p>
            <a:pPr marL="742950" lvl="1" indent="-285750">
              <a:buFont typeface="+mj-lt"/>
              <a:buAutoNum type="arabicPeriod"/>
            </a:pPr>
            <a:r>
              <a:rPr lang="es-MX" dirty="0"/>
              <a:t>Sin daño de órgano blanco</a:t>
            </a:r>
          </a:p>
          <a:p>
            <a:pPr marL="742950" lvl="1" indent="-285750">
              <a:buFont typeface="+mj-lt"/>
              <a:buAutoNum type="arabicPeriod"/>
            </a:pPr>
            <a:r>
              <a:rPr lang="es-MX" dirty="0"/>
              <a:t>Bajo o moderado riesgo cardiovascular</a:t>
            </a:r>
          </a:p>
          <a:p>
            <a:pPr>
              <a:buFont typeface="+mj-lt"/>
              <a:buAutoNum type="arabicPeriod"/>
            </a:pPr>
            <a:r>
              <a:rPr lang="es-MX" b="1" dirty="0"/>
              <a:t> Sospecha de hipertensión enmascarada</a:t>
            </a:r>
            <a:endParaRPr lang="es-MX" dirty="0"/>
          </a:p>
          <a:p>
            <a:pPr marL="742950" lvl="1" indent="-285750">
              <a:buFont typeface="+mj-lt"/>
              <a:buAutoNum type="arabicPeriod"/>
            </a:pPr>
            <a:r>
              <a:rPr lang="es-MX" dirty="0"/>
              <a:t>PA normal en consulta</a:t>
            </a:r>
          </a:p>
          <a:p>
            <a:pPr marL="742950" lvl="1" indent="-285750">
              <a:buFont typeface="+mj-lt"/>
              <a:buAutoNum type="arabicPeriod"/>
            </a:pPr>
            <a:r>
              <a:rPr lang="es-MX" dirty="0"/>
              <a:t>Daño de órgano blanco, DM, ERC o alto riesgo CV</a:t>
            </a:r>
          </a:p>
          <a:p>
            <a:pPr>
              <a:buFont typeface="+mj-lt"/>
              <a:buAutoNum type="arabicPeriod"/>
            </a:pPr>
            <a:r>
              <a:rPr lang="es-MX" b="1" dirty="0"/>
              <a:t> Hipertensión aparentemente resistente</a:t>
            </a:r>
            <a:endParaRPr lang="es-MX" dirty="0"/>
          </a:p>
          <a:p>
            <a:pPr marL="742950" lvl="1" indent="-285750">
              <a:buFont typeface="+mj-lt"/>
              <a:buAutoNum type="arabicPeriod"/>
            </a:pPr>
            <a:r>
              <a:rPr lang="es-MX" dirty="0"/>
              <a:t>PA no controlada con ≥3 fármacos (incluye diurético)</a:t>
            </a:r>
          </a:p>
          <a:p>
            <a:pPr>
              <a:buFont typeface="+mj-lt"/>
              <a:buAutoNum type="arabicPeriod"/>
            </a:pPr>
            <a:r>
              <a:rPr lang="es-MX" b="1" dirty="0"/>
              <a:t> Gran variabilidad de cifras en consulta</a:t>
            </a:r>
            <a:endParaRPr lang="es-MX" dirty="0"/>
          </a:p>
          <a:p>
            <a:pPr marL="742950" lvl="1" indent="-285750">
              <a:buFont typeface="+mj-lt"/>
              <a:buAutoNum type="arabicPeriod"/>
            </a:pPr>
            <a:r>
              <a:rPr lang="es-MX" dirty="0"/>
              <a:t>Diferencias marcadas entre tomas o visitas</a:t>
            </a:r>
          </a:p>
          <a:p>
            <a:pPr>
              <a:buFont typeface="+mj-lt"/>
              <a:buAutoNum type="arabicPeriod"/>
            </a:pPr>
            <a:r>
              <a:rPr lang="es-MX" b="1" dirty="0"/>
              <a:t> Evaluación de patrón nocturno</a:t>
            </a:r>
          </a:p>
        </p:txBody>
      </p:sp>
      <p:sp>
        <p:nvSpPr>
          <p:cNvPr id="8" name="CuadroTexto 7">
            <a:extLst>
              <a:ext uri="{FF2B5EF4-FFF2-40B4-BE49-F238E27FC236}">
                <a16:creationId xmlns:a16="http://schemas.microsoft.com/office/drawing/2014/main" id="{0FD7DDB2-2019-401F-B612-E6E36EBE7440}"/>
              </a:ext>
            </a:extLst>
          </p:cNvPr>
          <p:cNvSpPr txBox="1"/>
          <p:nvPr/>
        </p:nvSpPr>
        <p:spPr>
          <a:xfrm>
            <a:off x="6404380" y="1209318"/>
            <a:ext cx="4901795" cy="2585323"/>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MX" dirty="0"/>
              <a:t>👉 </a:t>
            </a:r>
            <a:r>
              <a:rPr lang="es-MX" b="1" dirty="0"/>
              <a:t>Indicar AMPA cuando:</a:t>
            </a:r>
            <a:endParaRPr lang="es-MX" dirty="0"/>
          </a:p>
          <a:p>
            <a:pPr>
              <a:buFont typeface="+mj-lt"/>
              <a:buAutoNum type="arabicPeriod"/>
            </a:pPr>
            <a:r>
              <a:rPr lang="es-MX" b="1" dirty="0"/>
              <a:t> Confirmación diagnóstica de HTA</a:t>
            </a:r>
            <a:endParaRPr lang="es-MX" dirty="0"/>
          </a:p>
          <a:p>
            <a:pPr marL="742950" lvl="1" indent="-285750">
              <a:buFont typeface="+mj-lt"/>
              <a:buAutoNum type="arabicPeriod"/>
            </a:pPr>
            <a:r>
              <a:rPr lang="es-MX" dirty="0"/>
              <a:t>PA elevada en consulta</a:t>
            </a:r>
          </a:p>
          <a:p>
            <a:pPr marL="742950" lvl="1" indent="-285750">
              <a:buFont typeface="+mj-lt"/>
              <a:buAutoNum type="arabicPeriod"/>
            </a:pPr>
            <a:r>
              <a:rPr lang="es-MX" dirty="0"/>
              <a:t>MAPA no disponible</a:t>
            </a:r>
          </a:p>
          <a:p>
            <a:pPr>
              <a:buFont typeface="+mj-lt"/>
              <a:buAutoNum type="arabicPeriod"/>
            </a:pPr>
            <a:r>
              <a:rPr lang="es-MX" b="1" dirty="0"/>
              <a:t> Seguimiento del tratamiento antihipertensivo</a:t>
            </a:r>
            <a:endParaRPr lang="es-MX" dirty="0"/>
          </a:p>
          <a:p>
            <a:pPr marL="742950" lvl="1" indent="-285750">
              <a:buFont typeface="+mj-lt"/>
              <a:buAutoNum type="arabicPeriod"/>
            </a:pPr>
            <a:r>
              <a:rPr lang="es-MX" dirty="0"/>
              <a:t>Ajustes terapéuticos</a:t>
            </a:r>
          </a:p>
          <a:p>
            <a:pPr marL="742950" lvl="1" indent="-285750">
              <a:buFont typeface="+mj-lt"/>
              <a:buAutoNum type="arabicPeriod"/>
            </a:pPr>
            <a:r>
              <a:rPr lang="es-MX" dirty="0"/>
              <a:t>Evaluación de control tensional</a:t>
            </a:r>
          </a:p>
          <a:p>
            <a:pPr>
              <a:buFont typeface="+mj-lt"/>
              <a:buAutoNum type="arabicPeriod"/>
            </a:pPr>
            <a:r>
              <a:rPr lang="es-MX" b="1" dirty="0"/>
              <a:t> Sospecha de bata blanca</a:t>
            </a:r>
            <a:endParaRPr lang="es-MX" dirty="0"/>
          </a:p>
          <a:p>
            <a:pPr marL="742950" lvl="1" indent="-285750">
              <a:buFont typeface="+mj-lt"/>
              <a:buAutoNum type="arabicPeriod"/>
            </a:pPr>
            <a:r>
              <a:rPr lang="es-MX" dirty="0"/>
              <a:t>Como alternativa válida si no hay MAPA</a:t>
            </a:r>
          </a:p>
        </p:txBody>
      </p:sp>
      <p:sp>
        <p:nvSpPr>
          <p:cNvPr id="11" name="CuadroTexto 10">
            <a:extLst>
              <a:ext uri="{FF2B5EF4-FFF2-40B4-BE49-F238E27FC236}">
                <a16:creationId xmlns:a16="http://schemas.microsoft.com/office/drawing/2014/main" id="{A967FE8E-222D-4B68-9A07-91003AC32B24}"/>
              </a:ext>
            </a:extLst>
          </p:cNvPr>
          <p:cNvSpPr txBox="1"/>
          <p:nvPr/>
        </p:nvSpPr>
        <p:spPr>
          <a:xfrm>
            <a:off x="780258" y="5877772"/>
            <a:ext cx="10046921" cy="523220"/>
          </a:xfrm>
          <a:prstGeom prst="rect">
            <a:avLst/>
          </a:prstGeom>
          <a:noFill/>
        </p:spPr>
        <p:txBody>
          <a:bodyPr wrap="square">
            <a:spAutoFit/>
          </a:bodyPr>
          <a:lstStyle/>
          <a:p>
            <a:pPr algn="ctr"/>
            <a:r>
              <a:rPr lang="es-MX" sz="1400" i="1" dirty="0">
                <a:solidFill>
                  <a:schemeClr val="accent6">
                    <a:lumMod val="50000"/>
                  </a:schemeClr>
                </a:solidFill>
              </a:rPr>
              <a:t>El AMPA es la estrategia inicial preferida por disponibilidad y costo-efectividad, reservando el MAPA para escenarios específicos que impactan decisiones diagnósticas y terapéuticas</a:t>
            </a:r>
            <a:endParaRPr lang="es-CO" sz="1400" i="1" dirty="0">
              <a:solidFill>
                <a:schemeClr val="accent6">
                  <a:lumMod val="50000"/>
                </a:schemeClr>
              </a:solidFill>
            </a:endParaRPr>
          </a:p>
        </p:txBody>
      </p:sp>
      <p:sp>
        <p:nvSpPr>
          <p:cNvPr id="9" name="CuadroTexto 8">
            <a:extLst>
              <a:ext uri="{FF2B5EF4-FFF2-40B4-BE49-F238E27FC236}">
                <a16:creationId xmlns:a16="http://schemas.microsoft.com/office/drawing/2014/main" id="{05B0B3DB-CB7C-452E-9887-8C22F0E64A0B}"/>
              </a:ext>
            </a:extLst>
          </p:cNvPr>
          <p:cNvSpPr txBox="1"/>
          <p:nvPr/>
        </p:nvSpPr>
        <p:spPr>
          <a:xfrm>
            <a:off x="7037791" y="4093037"/>
            <a:ext cx="3634971" cy="1077218"/>
          </a:xfrm>
          <a:prstGeom prst="rect">
            <a:avLst/>
          </a:prstGeom>
          <a:solidFill>
            <a:schemeClr val="accent4">
              <a:lumMod val="40000"/>
              <a:lumOff val="60000"/>
            </a:schemeClr>
          </a:solidFill>
          <a:ln w="19050">
            <a:solidFill>
              <a:schemeClr val="accent4">
                <a:lumMod val="75000"/>
              </a:schemeClr>
            </a:solidFill>
          </a:ln>
        </p:spPr>
        <p:txBody>
          <a:bodyPr wrap="square">
            <a:spAutoFit/>
          </a:bodyPr>
          <a:lstStyle/>
          <a:p>
            <a:pPr>
              <a:buFont typeface="Arial" panose="020B0604020202020204" pitchFamily="34" charset="0"/>
              <a:buChar char="•"/>
            </a:pPr>
            <a:r>
              <a:rPr lang="es-MX" sz="1600" b="1" dirty="0"/>
              <a:t>MAPA 24 h</a:t>
            </a:r>
            <a:r>
              <a:rPr lang="es-MX" sz="1600" dirty="0"/>
              <a:t>: ≥130/80 mmHg</a:t>
            </a:r>
          </a:p>
          <a:p>
            <a:pPr>
              <a:buFont typeface="Arial" panose="020B0604020202020204" pitchFamily="34" charset="0"/>
              <a:buChar char="•"/>
            </a:pPr>
            <a:r>
              <a:rPr lang="es-MX" sz="1600" b="1" dirty="0"/>
              <a:t>MAPA diurno</a:t>
            </a:r>
            <a:r>
              <a:rPr lang="es-MX" sz="1600" dirty="0"/>
              <a:t>: ≥135/85 mmHg</a:t>
            </a:r>
          </a:p>
          <a:p>
            <a:pPr>
              <a:buFont typeface="Arial" panose="020B0604020202020204" pitchFamily="34" charset="0"/>
              <a:buChar char="•"/>
            </a:pPr>
            <a:r>
              <a:rPr lang="es-MX" sz="1600" b="1" dirty="0"/>
              <a:t>MAPA nocturno</a:t>
            </a:r>
            <a:r>
              <a:rPr lang="es-MX" sz="1600" dirty="0"/>
              <a:t>:≥120/70 mmHg</a:t>
            </a:r>
          </a:p>
          <a:p>
            <a:pPr>
              <a:buFont typeface="Arial" panose="020B0604020202020204" pitchFamily="34" charset="0"/>
              <a:buChar char="•"/>
            </a:pPr>
            <a:r>
              <a:rPr lang="es-MX" sz="1600" b="1" dirty="0"/>
              <a:t>AMPA (domiciliaria)</a:t>
            </a:r>
            <a:r>
              <a:rPr lang="es-MX" sz="1600" dirty="0"/>
              <a:t>: ≥135/85 mmHg</a:t>
            </a:r>
            <a:endParaRPr lang="es-CO" sz="1600" dirty="0"/>
          </a:p>
        </p:txBody>
      </p:sp>
      <p:sp>
        <p:nvSpPr>
          <p:cNvPr id="13" name="CuadroTexto 12">
            <a:extLst>
              <a:ext uri="{FF2B5EF4-FFF2-40B4-BE49-F238E27FC236}">
                <a16:creationId xmlns:a16="http://schemas.microsoft.com/office/drawing/2014/main" id="{D58544B4-2835-40D7-95A5-FEAB2AE9534D}"/>
              </a:ext>
            </a:extLst>
          </p:cNvPr>
          <p:cNvSpPr txBox="1"/>
          <p:nvPr/>
        </p:nvSpPr>
        <p:spPr>
          <a:xfrm>
            <a:off x="3424845" y="6581001"/>
            <a:ext cx="8275997" cy="276999"/>
          </a:xfrm>
          <a:prstGeom prst="rect">
            <a:avLst/>
          </a:prstGeom>
          <a:noFill/>
        </p:spPr>
        <p:txBody>
          <a:bodyPr wrap="square">
            <a:spAutoFit/>
          </a:bodyPr>
          <a:lstStyle/>
          <a:p>
            <a:r>
              <a:rPr lang="es-CO" sz="1200" b="1" dirty="0">
                <a:effectLst/>
                <a:ea typeface="Calibri" panose="020F0502020204030204" pitchFamily="34" charset="0"/>
              </a:rPr>
              <a:t>Guía ESC 2024 sobre el manejo de la presión arterial elevada y la hipertensión </a:t>
            </a:r>
            <a:endParaRPr lang="es-MX" sz="1000" b="1" dirty="0"/>
          </a:p>
        </p:txBody>
      </p:sp>
    </p:spTree>
    <p:extLst>
      <p:ext uri="{BB962C8B-B14F-4D97-AF65-F5344CB8AC3E}">
        <p14:creationId xmlns:p14="http://schemas.microsoft.com/office/powerpoint/2010/main" val="204547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53370804-4D30-419E-832E-825E5B930C91}"/>
              </a:ext>
            </a:extLst>
          </p:cNvPr>
          <p:cNvSpPr>
            <a:spLocks noGrp="1"/>
          </p:cNvSpPr>
          <p:nvPr>
            <p:ph type="title"/>
          </p:nvPr>
        </p:nvSpPr>
        <p:spPr>
          <a:xfrm>
            <a:off x="2368959" y="438138"/>
            <a:ext cx="9738705" cy="468594"/>
          </a:xfrm>
        </p:spPr>
        <p:txBody>
          <a:bodyPr>
            <a:noAutofit/>
          </a:bodyPr>
          <a:lstStyle/>
          <a:p>
            <a:r>
              <a:rPr lang="es-CO" sz="4000" b="1" u="sng" dirty="0">
                <a:solidFill>
                  <a:schemeClr val="accent6">
                    <a:lumMod val="50000"/>
                  </a:schemeClr>
                </a:solidFill>
              </a:rPr>
              <a:t>Recomendación 2: </a:t>
            </a:r>
            <a:r>
              <a:rPr lang="es-CO" sz="4000" b="1" dirty="0">
                <a:solidFill>
                  <a:schemeClr val="accent6">
                    <a:lumMod val="50000"/>
                  </a:schemeClr>
                </a:solidFill>
              </a:rPr>
              <a:t>CLASIFICACIÓN</a:t>
            </a:r>
          </a:p>
        </p:txBody>
      </p:sp>
      <p:sp>
        <p:nvSpPr>
          <p:cNvPr id="3" name="Content Placeholder 2">
            <a:extLst>
              <a:ext uri="{FF2B5EF4-FFF2-40B4-BE49-F238E27FC236}">
                <a16:creationId xmlns:a16="http://schemas.microsoft.com/office/drawing/2014/main" id="{C4C7E370-D327-4127-B01A-262FE1C78C51}"/>
              </a:ext>
            </a:extLst>
          </p:cNvPr>
          <p:cNvSpPr>
            <a:spLocks noGrp="1"/>
          </p:cNvSpPr>
          <p:nvPr>
            <p:ph idx="1"/>
          </p:nvPr>
        </p:nvSpPr>
        <p:spPr>
          <a:xfrm>
            <a:off x="838200" y="1327687"/>
            <a:ext cx="10515600" cy="2175669"/>
          </a:xfrm>
        </p:spPr>
        <p:txBody>
          <a:bodyPr>
            <a:normAutofit/>
          </a:bodyPr>
          <a:lstStyle/>
          <a:p>
            <a:pPr marL="0" indent="0">
              <a:buNone/>
            </a:pPr>
            <a:endParaRPr sz="2000" b="1" dirty="0"/>
          </a:p>
          <a:p>
            <a:r>
              <a:rPr sz="2000" b="1" dirty="0" err="1">
                <a:solidFill>
                  <a:schemeClr val="accent6">
                    <a:lumMod val="50000"/>
                  </a:schemeClr>
                </a:solidFill>
              </a:rPr>
              <a:t>Hipertensión</a:t>
            </a:r>
            <a:r>
              <a:rPr sz="2000" b="1" dirty="0">
                <a:solidFill>
                  <a:schemeClr val="accent6">
                    <a:lumMod val="50000"/>
                  </a:schemeClr>
                </a:solidFill>
              </a:rPr>
              <a:t> </a:t>
            </a:r>
            <a:r>
              <a:rPr sz="2000" b="1" dirty="0" err="1">
                <a:solidFill>
                  <a:schemeClr val="accent6">
                    <a:lumMod val="50000"/>
                  </a:schemeClr>
                </a:solidFill>
              </a:rPr>
              <a:t>grado</a:t>
            </a:r>
            <a:r>
              <a:rPr sz="2000" b="1" dirty="0">
                <a:solidFill>
                  <a:schemeClr val="accent6">
                    <a:lumMod val="50000"/>
                  </a:schemeClr>
                </a:solidFill>
              </a:rPr>
              <a:t> 1: 140–159 / 90–99 mmHg</a:t>
            </a:r>
          </a:p>
          <a:p>
            <a:r>
              <a:rPr sz="2000" b="1" dirty="0" err="1">
                <a:solidFill>
                  <a:schemeClr val="accent6">
                    <a:lumMod val="50000"/>
                  </a:schemeClr>
                </a:solidFill>
              </a:rPr>
              <a:t>Hipertensión</a:t>
            </a:r>
            <a:r>
              <a:rPr sz="2000" b="1" dirty="0">
                <a:solidFill>
                  <a:schemeClr val="accent6">
                    <a:lumMod val="50000"/>
                  </a:schemeClr>
                </a:solidFill>
              </a:rPr>
              <a:t> </a:t>
            </a:r>
            <a:r>
              <a:rPr sz="2000" b="1" dirty="0" err="1">
                <a:solidFill>
                  <a:schemeClr val="accent6">
                    <a:lumMod val="50000"/>
                  </a:schemeClr>
                </a:solidFill>
              </a:rPr>
              <a:t>grado</a:t>
            </a:r>
            <a:r>
              <a:rPr sz="2000" b="1" dirty="0">
                <a:solidFill>
                  <a:schemeClr val="accent6">
                    <a:lumMod val="50000"/>
                  </a:schemeClr>
                </a:solidFill>
              </a:rPr>
              <a:t> 2: ≥160 / ≥100 mmHg</a:t>
            </a:r>
          </a:p>
        </p:txBody>
      </p:sp>
      <p:sp>
        <p:nvSpPr>
          <p:cNvPr id="4" name="CuadroTexto 3">
            <a:extLst>
              <a:ext uri="{FF2B5EF4-FFF2-40B4-BE49-F238E27FC236}">
                <a16:creationId xmlns:a16="http://schemas.microsoft.com/office/drawing/2014/main" id="{2BDD6E32-7EC1-4796-9026-03D99AD11E25}"/>
              </a:ext>
            </a:extLst>
          </p:cNvPr>
          <p:cNvSpPr txBox="1"/>
          <p:nvPr/>
        </p:nvSpPr>
        <p:spPr>
          <a:xfrm>
            <a:off x="4598895" y="6561006"/>
            <a:ext cx="6096000" cy="276999"/>
          </a:xfrm>
          <a:prstGeom prst="rect">
            <a:avLst/>
          </a:prstGeom>
          <a:noFill/>
        </p:spPr>
        <p:txBody>
          <a:bodyPr wrap="square">
            <a:spAutoFit/>
          </a:bodyPr>
          <a:lstStyle/>
          <a:p>
            <a:r>
              <a:rPr lang="es-MX" sz="1200" b="1" dirty="0"/>
              <a:t>Guía Colombiana de Hipertensión Primaria (HTA) 2017</a:t>
            </a:r>
            <a:endParaRPr lang="es-MX" sz="1200" dirty="0"/>
          </a:p>
        </p:txBody>
      </p:sp>
    </p:spTree>
    <p:extLst>
      <p:ext uri="{BB962C8B-B14F-4D97-AF65-F5344CB8AC3E}">
        <p14:creationId xmlns:p14="http://schemas.microsoft.com/office/powerpoint/2010/main" val="2537278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2134585" y="405299"/>
            <a:ext cx="9753600" cy="468594"/>
          </a:xfrm>
        </p:spPr>
        <p:txBody>
          <a:bodyPr>
            <a:noAutofit/>
          </a:bodyPr>
          <a:lstStyle/>
          <a:p>
            <a:r>
              <a:rPr lang="es-CO" sz="4000" b="1" u="sng" dirty="0">
                <a:solidFill>
                  <a:schemeClr val="accent6">
                    <a:lumMod val="50000"/>
                  </a:schemeClr>
                </a:solidFill>
              </a:rPr>
              <a:t> Recomendación 3: </a:t>
            </a:r>
            <a:r>
              <a:rPr lang="es-CO" sz="4000" b="1" dirty="0">
                <a:solidFill>
                  <a:schemeClr val="accent6">
                    <a:lumMod val="50000"/>
                  </a:schemeClr>
                </a:solidFill>
              </a:rPr>
              <a:t>EXÁMENES INICIO</a:t>
            </a:r>
          </a:p>
        </p:txBody>
      </p:sp>
      <p:sp>
        <p:nvSpPr>
          <p:cNvPr id="4" name="CuadroTexto 3">
            <a:extLst>
              <a:ext uri="{FF2B5EF4-FFF2-40B4-BE49-F238E27FC236}">
                <a16:creationId xmlns:a16="http://schemas.microsoft.com/office/drawing/2014/main" id="{C1E62FA6-990E-4D96-A9B3-FCBF86854899}"/>
              </a:ext>
            </a:extLst>
          </p:cNvPr>
          <p:cNvSpPr txBox="1"/>
          <p:nvPr/>
        </p:nvSpPr>
        <p:spPr>
          <a:xfrm>
            <a:off x="554200" y="1808891"/>
            <a:ext cx="4875050" cy="2862322"/>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r>
              <a:rPr lang="es-CO" b="1" dirty="0"/>
              <a:t>Exámenes básicos (TODOS los pacientes)</a:t>
            </a:r>
          </a:p>
          <a:p>
            <a:endParaRPr lang="es-CO" b="1" dirty="0"/>
          </a:p>
          <a:p>
            <a:pPr>
              <a:buFont typeface="Arial" panose="020B0604020202020204" pitchFamily="34" charset="0"/>
              <a:buChar char="•"/>
            </a:pPr>
            <a:r>
              <a:rPr lang="es-CO" dirty="0"/>
              <a:t>Creatinina sérica: cálculo de TFG</a:t>
            </a:r>
          </a:p>
          <a:p>
            <a:pPr>
              <a:buFont typeface="Arial" panose="020B0604020202020204" pitchFamily="34" charset="0"/>
              <a:buChar char="•"/>
            </a:pPr>
            <a:r>
              <a:rPr lang="es-CO" dirty="0"/>
              <a:t>Potasio sérico</a:t>
            </a:r>
          </a:p>
          <a:p>
            <a:pPr>
              <a:buFont typeface="Arial" panose="020B0604020202020204" pitchFamily="34" charset="0"/>
              <a:buChar char="•"/>
            </a:pPr>
            <a:r>
              <a:rPr lang="es-CO" dirty="0"/>
              <a:t>Glucemia en ayunas / HbA1c</a:t>
            </a:r>
          </a:p>
          <a:p>
            <a:pPr>
              <a:buFont typeface="Arial" panose="020B0604020202020204" pitchFamily="34" charset="0"/>
              <a:buChar char="•"/>
            </a:pPr>
            <a:r>
              <a:rPr lang="es-CO" dirty="0"/>
              <a:t>Perfil lipídico completo</a:t>
            </a:r>
          </a:p>
          <a:p>
            <a:pPr>
              <a:buFont typeface="Arial" panose="020B0604020202020204" pitchFamily="34" charset="0"/>
              <a:buChar char="•"/>
            </a:pPr>
            <a:r>
              <a:rPr lang="es-CO" dirty="0"/>
              <a:t>Parcial de orina</a:t>
            </a:r>
          </a:p>
          <a:p>
            <a:pPr>
              <a:buFont typeface="Arial" panose="020B0604020202020204" pitchFamily="34" charset="0"/>
              <a:buChar char="•"/>
            </a:pPr>
            <a:r>
              <a:rPr lang="es-CO" dirty="0"/>
              <a:t>Relación albúmina/creatinina urinaria </a:t>
            </a:r>
          </a:p>
          <a:p>
            <a:pPr>
              <a:buFont typeface="Arial" panose="020B0604020202020204" pitchFamily="34" charset="0"/>
              <a:buChar char="•"/>
            </a:pPr>
            <a:r>
              <a:rPr lang="es-CO" dirty="0"/>
              <a:t>Electrocardiograma (ECG)</a:t>
            </a:r>
          </a:p>
          <a:p>
            <a:pPr>
              <a:buFont typeface="Arial" panose="020B0604020202020204" pitchFamily="34" charset="0"/>
              <a:buChar char="•"/>
            </a:pPr>
            <a:r>
              <a:rPr lang="es-CO" b="1" dirty="0"/>
              <a:t>Valoración por Nutrición</a:t>
            </a:r>
          </a:p>
        </p:txBody>
      </p:sp>
      <p:sp>
        <p:nvSpPr>
          <p:cNvPr id="6" name="CuadroTexto 5">
            <a:extLst>
              <a:ext uri="{FF2B5EF4-FFF2-40B4-BE49-F238E27FC236}">
                <a16:creationId xmlns:a16="http://schemas.microsoft.com/office/drawing/2014/main" id="{96D4ADDA-F380-4E4D-B1B2-CD2E1CE54D54}"/>
              </a:ext>
            </a:extLst>
          </p:cNvPr>
          <p:cNvSpPr txBox="1"/>
          <p:nvPr/>
        </p:nvSpPr>
        <p:spPr>
          <a:xfrm>
            <a:off x="5792173" y="1808891"/>
            <a:ext cx="5466377" cy="2308324"/>
          </a:xfrm>
          <a:prstGeom prst="rect">
            <a:avLst/>
          </a:prstGeom>
          <a:solidFill>
            <a:schemeClr val="accent4">
              <a:lumMod val="20000"/>
              <a:lumOff val="80000"/>
            </a:schemeClr>
          </a:solidFill>
          <a:ln w="19050">
            <a:solidFill>
              <a:schemeClr val="accent4">
                <a:lumMod val="75000"/>
              </a:schemeClr>
            </a:solidFill>
          </a:ln>
        </p:spPr>
        <p:txBody>
          <a:bodyPr wrap="square">
            <a:spAutoFit/>
          </a:bodyPr>
          <a:lstStyle/>
          <a:p>
            <a:r>
              <a:rPr lang="es-MX" b="1" dirty="0"/>
              <a:t>Exámenes complementarios (según perfil clínico)</a:t>
            </a:r>
          </a:p>
          <a:p>
            <a:pPr>
              <a:buFont typeface="Arial" panose="020B0604020202020204" pitchFamily="34" charset="0"/>
              <a:buChar char="•"/>
            </a:pPr>
            <a:r>
              <a:rPr lang="es-MX" dirty="0"/>
              <a:t>Ecocardiograma de inicio sólo si: </a:t>
            </a:r>
          </a:p>
          <a:p>
            <a:pPr marL="742950" lvl="1" indent="-285750">
              <a:buFont typeface="Arial" panose="020B0604020202020204" pitchFamily="34" charset="0"/>
              <a:buChar char="•"/>
            </a:pPr>
            <a:r>
              <a:rPr lang="es-MX" dirty="0"/>
              <a:t>Sospecha de hipertrofia ventricular izquierda por EKG</a:t>
            </a:r>
          </a:p>
          <a:p>
            <a:pPr marL="742950" lvl="1" indent="-285750">
              <a:buFont typeface="Arial" panose="020B0604020202020204" pitchFamily="34" charset="0"/>
              <a:buChar char="•"/>
            </a:pPr>
            <a:r>
              <a:rPr lang="es-MX" dirty="0"/>
              <a:t>Síntomas sugestivos de enfermedad cardiaca</a:t>
            </a:r>
          </a:p>
          <a:p>
            <a:pPr marL="742950" lvl="1" indent="-285750">
              <a:buFont typeface="Arial" panose="020B0604020202020204" pitchFamily="34" charset="0"/>
              <a:buChar char="•"/>
            </a:pPr>
            <a:endParaRPr lang="es-MX" dirty="0"/>
          </a:p>
          <a:p>
            <a:pPr>
              <a:buFont typeface="Arial" panose="020B0604020202020204" pitchFamily="34" charset="0"/>
              <a:buChar char="•"/>
            </a:pPr>
            <a:r>
              <a:rPr lang="es-MX" dirty="0"/>
              <a:t>Ácido úrico en alto riesgo cardiovascular </a:t>
            </a:r>
          </a:p>
          <a:p>
            <a:pPr>
              <a:buFont typeface="Arial" panose="020B0604020202020204" pitchFamily="34" charset="0"/>
              <a:buChar char="•"/>
            </a:pPr>
            <a:r>
              <a:rPr lang="es-MX" dirty="0"/>
              <a:t>TSH (Si clínica sugestiva)</a:t>
            </a:r>
          </a:p>
        </p:txBody>
      </p:sp>
      <p:sp>
        <p:nvSpPr>
          <p:cNvPr id="5" name="CuadroTexto 4">
            <a:extLst>
              <a:ext uri="{FF2B5EF4-FFF2-40B4-BE49-F238E27FC236}">
                <a16:creationId xmlns:a16="http://schemas.microsoft.com/office/drawing/2014/main" id="{6F68EEDC-7C86-41E4-952F-8618778F4145}"/>
              </a:ext>
            </a:extLst>
          </p:cNvPr>
          <p:cNvSpPr txBox="1"/>
          <p:nvPr/>
        </p:nvSpPr>
        <p:spPr>
          <a:xfrm>
            <a:off x="1114425" y="6566227"/>
            <a:ext cx="10773760" cy="276999"/>
          </a:xfrm>
          <a:prstGeom prst="rect">
            <a:avLst/>
          </a:prstGeom>
          <a:noFill/>
        </p:spPr>
        <p:txBody>
          <a:bodyPr wrap="square">
            <a:spAutoFit/>
          </a:bodyPr>
          <a:lstStyle/>
          <a:p>
            <a:r>
              <a:rPr lang="es-CO" sz="1200" b="1" dirty="0">
                <a:effectLst/>
                <a:ea typeface="Calibri" panose="020F0502020204030204" pitchFamily="34" charset="0"/>
              </a:rPr>
              <a:t>Guía ESC 2024 sobre el manejo de la presión arterial elevada y la hipertensión </a:t>
            </a:r>
            <a:r>
              <a:rPr lang="es-MX" sz="1200" b="1" dirty="0"/>
              <a:t>/ Consenso institucional Medicina Interna – Medicina Familiar</a:t>
            </a:r>
            <a:endParaRPr lang="es-MX" sz="1200" dirty="0"/>
          </a:p>
        </p:txBody>
      </p:sp>
    </p:spTree>
    <p:extLst>
      <p:ext uri="{BB962C8B-B14F-4D97-AF65-F5344CB8AC3E}">
        <p14:creationId xmlns:p14="http://schemas.microsoft.com/office/powerpoint/2010/main" val="265324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53370804-4D30-419E-832E-825E5B930C91}"/>
              </a:ext>
            </a:extLst>
          </p:cNvPr>
          <p:cNvSpPr>
            <a:spLocks noGrp="1"/>
          </p:cNvSpPr>
          <p:nvPr>
            <p:ph type="title"/>
          </p:nvPr>
        </p:nvSpPr>
        <p:spPr>
          <a:xfrm>
            <a:off x="2297551" y="122244"/>
            <a:ext cx="9483941" cy="468594"/>
          </a:xfrm>
        </p:spPr>
        <p:txBody>
          <a:bodyPr>
            <a:noAutofit/>
          </a:bodyPr>
          <a:lstStyle/>
          <a:p>
            <a:r>
              <a:rPr lang="es-CO" sz="4000" b="1" u="sng" dirty="0">
                <a:solidFill>
                  <a:schemeClr val="accent6">
                    <a:lumMod val="50000"/>
                  </a:schemeClr>
                </a:solidFill>
              </a:rPr>
              <a:t>Recomendación 4: ESTRATIFICACIÓN RCV</a:t>
            </a:r>
          </a:p>
        </p:txBody>
      </p:sp>
      <p:pic>
        <p:nvPicPr>
          <p:cNvPr id="8" name="Imagen 7">
            <a:extLst>
              <a:ext uri="{FF2B5EF4-FFF2-40B4-BE49-F238E27FC236}">
                <a16:creationId xmlns:a16="http://schemas.microsoft.com/office/drawing/2014/main" id="{255F9DB8-77F0-4547-A403-90159C57B82E}"/>
              </a:ext>
            </a:extLst>
          </p:cNvPr>
          <p:cNvPicPr>
            <a:picLocks noChangeAspect="1"/>
          </p:cNvPicPr>
          <p:nvPr/>
        </p:nvPicPr>
        <p:blipFill>
          <a:blip r:embed="rId4"/>
          <a:stretch>
            <a:fillRect/>
          </a:stretch>
        </p:blipFill>
        <p:spPr>
          <a:xfrm>
            <a:off x="822571" y="848531"/>
            <a:ext cx="4226086" cy="5749351"/>
          </a:xfrm>
          <a:prstGeom prst="rect">
            <a:avLst/>
          </a:prstGeom>
        </p:spPr>
      </p:pic>
      <p:sp>
        <p:nvSpPr>
          <p:cNvPr id="10" name="CuadroTexto 9">
            <a:extLst>
              <a:ext uri="{FF2B5EF4-FFF2-40B4-BE49-F238E27FC236}">
                <a16:creationId xmlns:a16="http://schemas.microsoft.com/office/drawing/2014/main" id="{4AC9FE29-C487-4C16-BD5F-9C2831A068D3}"/>
              </a:ext>
            </a:extLst>
          </p:cNvPr>
          <p:cNvSpPr txBox="1"/>
          <p:nvPr/>
        </p:nvSpPr>
        <p:spPr>
          <a:xfrm>
            <a:off x="3579778" y="6597882"/>
            <a:ext cx="7047163" cy="276999"/>
          </a:xfrm>
          <a:prstGeom prst="rect">
            <a:avLst/>
          </a:prstGeom>
          <a:noFill/>
        </p:spPr>
        <p:txBody>
          <a:bodyPr wrap="square">
            <a:spAutoFit/>
          </a:bodyPr>
          <a:lstStyle/>
          <a:p>
            <a:r>
              <a:rPr lang="es-CO" sz="1200" b="1" dirty="0"/>
              <a:t>Consenso Colombiano para el diagnóstico y tratamiento de dislipidemias en adultos 2024</a:t>
            </a:r>
          </a:p>
        </p:txBody>
      </p:sp>
      <p:sp>
        <p:nvSpPr>
          <p:cNvPr id="11" name="CuadroTexto 10">
            <a:extLst>
              <a:ext uri="{FF2B5EF4-FFF2-40B4-BE49-F238E27FC236}">
                <a16:creationId xmlns:a16="http://schemas.microsoft.com/office/drawing/2014/main" id="{53D65C82-9CE5-4015-A74F-48B1D55406E9}"/>
              </a:ext>
            </a:extLst>
          </p:cNvPr>
          <p:cNvSpPr txBox="1"/>
          <p:nvPr/>
        </p:nvSpPr>
        <p:spPr>
          <a:xfrm>
            <a:off x="7039522" y="1344407"/>
            <a:ext cx="2996119" cy="369332"/>
          </a:xfrm>
          <a:prstGeom prst="rect">
            <a:avLst/>
          </a:prstGeom>
          <a:noFill/>
        </p:spPr>
        <p:txBody>
          <a:bodyPr wrap="square" rtlCol="0">
            <a:spAutoFit/>
          </a:bodyPr>
          <a:lstStyle/>
          <a:p>
            <a:r>
              <a:rPr lang="es-CO" b="1" dirty="0">
                <a:solidFill>
                  <a:srgbClr val="C00000"/>
                </a:solidFill>
              </a:rPr>
              <a:t>No </a:t>
            </a:r>
            <a:r>
              <a:rPr lang="es-CO" b="1" dirty="0" err="1">
                <a:solidFill>
                  <a:srgbClr val="C00000"/>
                </a:solidFill>
              </a:rPr>
              <a:t>Framinghan</a:t>
            </a:r>
            <a:r>
              <a:rPr lang="es-CO" b="1" dirty="0">
                <a:solidFill>
                  <a:srgbClr val="C00000"/>
                </a:solidFill>
              </a:rPr>
              <a:t> </a:t>
            </a:r>
          </a:p>
        </p:txBody>
      </p:sp>
      <p:pic>
        <p:nvPicPr>
          <p:cNvPr id="13" name="Imagen 12">
            <a:extLst>
              <a:ext uri="{FF2B5EF4-FFF2-40B4-BE49-F238E27FC236}">
                <a16:creationId xmlns:a16="http://schemas.microsoft.com/office/drawing/2014/main" id="{AD9CC144-B039-4033-A4A5-A2D7D5B266F6}"/>
              </a:ext>
            </a:extLst>
          </p:cNvPr>
          <p:cNvPicPr>
            <a:picLocks noChangeAspect="1"/>
          </p:cNvPicPr>
          <p:nvPr/>
        </p:nvPicPr>
        <p:blipFill>
          <a:blip r:embed="rId5"/>
          <a:stretch>
            <a:fillRect/>
          </a:stretch>
        </p:blipFill>
        <p:spPr>
          <a:xfrm>
            <a:off x="5048657" y="1918203"/>
            <a:ext cx="6300121" cy="1995038"/>
          </a:xfrm>
          <a:prstGeom prst="rect">
            <a:avLst/>
          </a:prstGeom>
        </p:spPr>
      </p:pic>
      <p:pic>
        <p:nvPicPr>
          <p:cNvPr id="9" name="Picture 2" descr="Imágenes de Logo pdf - Descarga gratuita en Freepik">
            <a:extLst>
              <a:ext uri="{FF2B5EF4-FFF2-40B4-BE49-F238E27FC236}">
                <a16:creationId xmlns:a16="http://schemas.microsoft.com/office/drawing/2014/main" id="{C63525FC-A08F-44B4-99FE-33646C9B514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7381874" y="4622149"/>
            <a:ext cx="1266825" cy="1266825"/>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8C3EB74A-830C-4115-8CCB-68AFD8C6C1C5}"/>
              </a:ext>
            </a:extLst>
          </p:cNvPr>
          <p:cNvSpPr txBox="1"/>
          <p:nvPr/>
        </p:nvSpPr>
        <p:spPr>
          <a:xfrm>
            <a:off x="7212879" y="5888974"/>
            <a:ext cx="1971675" cy="461665"/>
          </a:xfrm>
          <a:prstGeom prst="rect">
            <a:avLst/>
          </a:prstGeom>
          <a:noFill/>
        </p:spPr>
        <p:txBody>
          <a:bodyPr wrap="square" rtlCol="0">
            <a:spAutoFit/>
          </a:bodyPr>
          <a:lstStyle/>
          <a:p>
            <a:pPr algn="ctr"/>
            <a:r>
              <a:rPr lang="es-CO" sz="1200" b="1" dirty="0">
                <a:solidFill>
                  <a:srgbClr val="C00000"/>
                </a:solidFill>
              </a:rPr>
              <a:t>Revisar Material Educativo RCV</a:t>
            </a:r>
          </a:p>
        </p:txBody>
      </p:sp>
    </p:spTree>
    <p:extLst>
      <p:ext uri="{BB962C8B-B14F-4D97-AF65-F5344CB8AC3E}">
        <p14:creationId xmlns:p14="http://schemas.microsoft.com/office/powerpoint/2010/main" val="1347506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2055080" y="266150"/>
            <a:ext cx="9753600" cy="468594"/>
          </a:xfrm>
        </p:spPr>
        <p:txBody>
          <a:bodyPr>
            <a:noAutofit/>
          </a:bodyPr>
          <a:lstStyle/>
          <a:p>
            <a:r>
              <a:rPr lang="es-CO" sz="4000" b="1" u="sng" dirty="0">
                <a:solidFill>
                  <a:schemeClr val="accent6">
                    <a:lumMod val="50000"/>
                  </a:schemeClr>
                </a:solidFill>
              </a:rPr>
              <a:t>Recomendación 5: EXÁMENES DE CONTROL</a:t>
            </a:r>
          </a:p>
        </p:txBody>
      </p:sp>
      <p:graphicFrame>
        <p:nvGraphicFramePr>
          <p:cNvPr id="3" name="Diagrama 2">
            <a:extLst>
              <a:ext uri="{FF2B5EF4-FFF2-40B4-BE49-F238E27FC236}">
                <a16:creationId xmlns:a16="http://schemas.microsoft.com/office/drawing/2014/main" id="{7D544B03-A0E8-445A-BD1E-3F297B847D9A}"/>
              </a:ext>
            </a:extLst>
          </p:cNvPr>
          <p:cNvGraphicFramePr/>
          <p:nvPr>
            <p:extLst>
              <p:ext uri="{D42A27DB-BD31-4B8C-83A1-F6EECF244321}">
                <p14:modId xmlns:p14="http://schemas.microsoft.com/office/powerpoint/2010/main" val="73609469"/>
              </p:ext>
            </p:extLst>
          </p:nvPr>
        </p:nvGraphicFramePr>
        <p:xfrm>
          <a:off x="1592540" y="988554"/>
          <a:ext cx="9006919" cy="3970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uadroTexto 6">
            <a:extLst>
              <a:ext uri="{FF2B5EF4-FFF2-40B4-BE49-F238E27FC236}">
                <a16:creationId xmlns:a16="http://schemas.microsoft.com/office/drawing/2014/main" id="{82D9E36C-D375-417E-AA1F-68A171567900}"/>
              </a:ext>
            </a:extLst>
          </p:cNvPr>
          <p:cNvSpPr txBox="1"/>
          <p:nvPr/>
        </p:nvSpPr>
        <p:spPr>
          <a:xfrm>
            <a:off x="1114425" y="4983794"/>
            <a:ext cx="9571045" cy="923330"/>
          </a:xfrm>
          <a:prstGeom prst="rect">
            <a:avLst/>
          </a:prstGeom>
          <a:solidFill>
            <a:schemeClr val="accent6">
              <a:lumMod val="20000"/>
              <a:lumOff val="80000"/>
            </a:schemeClr>
          </a:solidFill>
          <a:ln w="19050">
            <a:solidFill>
              <a:schemeClr val="accent6">
                <a:lumMod val="50000"/>
              </a:schemeClr>
            </a:solidFill>
          </a:ln>
        </p:spPr>
        <p:txBody>
          <a:bodyPr wrap="square">
            <a:spAutoFit/>
          </a:bodyPr>
          <a:lstStyle/>
          <a:p>
            <a:pPr algn="just"/>
            <a:r>
              <a:rPr lang="es-MX" b="1" dirty="0"/>
              <a:t>Ecocardiograma y Oftalmología: </a:t>
            </a:r>
            <a:r>
              <a:rPr lang="es-MX" dirty="0"/>
              <a:t>En pacientes con mayor riesgo de HVI y daño microvascular (historia de HTA de por los menos 5 años, así como con HTA estadio II, HTA refractaría o con enfermedad renal crónica estadio II o superior)</a:t>
            </a:r>
          </a:p>
        </p:txBody>
      </p:sp>
      <p:sp>
        <p:nvSpPr>
          <p:cNvPr id="6" name="CuadroTexto 5">
            <a:extLst>
              <a:ext uri="{FF2B5EF4-FFF2-40B4-BE49-F238E27FC236}">
                <a16:creationId xmlns:a16="http://schemas.microsoft.com/office/drawing/2014/main" id="{8851FA25-F60C-4ADB-95BA-9BF8ED29E9DC}"/>
              </a:ext>
            </a:extLst>
          </p:cNvPr>
          <p:cNvSpPr txBox="1"/>
          <p:nvPr/>
        </p:nvSpPr>
        <p:spPr>
          <a:xfrm>
            <a:off x="1114425" y="6566227"/>
            <a:ext cx="10773760" cy="276999"/>
          </a:xfrm>
          <a:prstGeom prst="rect">
            <a:avLst/>
          </a:prstGeom>
          <a:noFill/>
        </p:spPr>
        <p:txBody>
          <a:bodyPr wrap="square">
            <a:spAutoFit/>
          </a:bodyPr>
          <a:lstStyle/>
          <a:p>
            <a:r>
              <a:rPr lang="es-CO" sz="1200" b="1" dirty="0">
                <a:effectLst/>
                <a:ea typeface="Calibri" panose="020F0502020204030204" pitchFamily="34" charset="0"/>
              </a:rPr>
              <a:t>Guía ESC 2024 sobre el manejo de la presión arterial elevada y la hipertensión </a:t>
            </a:r>
            <a:r>
              <a:rPr lang="es-MX" sz="1200" b="1" dirty="0"/>
              <a:t>/ Consenso institucional Medicina Interna – Medicina Familiar</a:t>
            </a:r>
            <a:endParaRPr lang="es-MX" sz="1200" dirty="0"/>
          </a:p>
        </p:txBody>
      </p:sp>
    </p:spTree>
    <p:extLst>
      <p:ext uri="{BB962C8B-B14F-4D97-AF65-F5344CB8AC3E}">
        <p14:creationId xmlns:p14="http://schemas.microsoft.com/office/powerpoint/2010/main" val="959190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323850" y="494081"/>
            <a:ext cx="11868150" cy="468594"/>
          </a:xfrm>
        </p:spPr>
        <p:txBody>
          <a:bodyPr>
            <a:noAutofit/>
          </a:bodyPr>
          <a:lstStyle/>
          <a:p>
            <a:pPr algn="ctr"/>
            <a:r>
              <a:rPr lang="es-CO" sz="4000" b="1" u="sng" dirty="0">
                <a:solidFill>
                  <a:schemeClr val="accent6">
                    <a:lumMod val="50000"/>
                  </a:schemeClr>
                </a:solidFill>
              </a:rPr>
              <a:t>Recomendación 6: </a:t>
            </a:r>
            <a:br>
              <a:rPr lang="es-CO" sz="4000" b="1" u="sng" dirty="0">
                <a:solidFill>
                  <a:schemeClr val="accent6">
                    <a:lumMod val="50000"/>
                  </a:schemeClr>
                </a:solidFill>
              </a:rPr>
            </a:br>
            <a:r>
              <a:rPr lang="es-CO" sz="4000" b="1" u="sng" dirty="0">
                <a:solidFill>
                  <a:schemeClr val="accent6">
                    <a:lumMod val="50000"/>
                  </a:schemeClr>
                </a:solidFill>
              </a:rPr>
              <a:t>TRATAMIENTO NO FARMACOLÓGICO</a:t>
            </a:r>
          </a:p>
        </p:txBody>
      </p:sp>
      <p:pic>
        <p:nvPicPr>
          <p:cNvPr id="6" name="Picture 2" descr="Imágenes de Logo pdf - Descarga gratuita en Freepik">
            <a:extLst>
              <a:ext uri="{FF2B5EF4-FFF2-40B4-BE49-F238E27FC236}">
                <a16:creationId xmlns:a16="http://schemas.microsoft.com/office/drawing/2014/main" id="{2BB31F20-5B5F-4395-866F-2CF3F3B31D75}"/>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9239245" y="4763439"/>
            <a:ext cx="1266825" cy="126682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CAA8E7B8-1A1A-4D8B-83AB-F9EE52303081}"/>
              </a:ext>
            </a:extLst>
          </p:cNvPr>
          <p:cNvSpPr txBox="1"/>
          <p:nvPr/>
        </p:nvSpPr>
        <p:spPr>
          <a:xfrm>
            <a:off x="8810620" y="6133087"/>
            <a:ext cx="2162180" cy="461665"/>
          </a:xfrm>
          <a:prstGeom prst="rect">
            <a:avLst/>
          </a:prstGeom>
          <a:noFill/>
        </p:spPr>
        <p:txBody>
          <a:bodyPr wrap="square" rtlCol="0">
            <a:spAutoFit/>
          </a:bodyPr>
          <a:lstStyle/>
          <a:p>
            <a:pPr algn="ctr"/>
            <a:r>
              <a:rPr lang="es-CO" sz="1200" b="1" dirty="0">
                <a:solidFill>
                  <a:srgbClr val="C00000"/>
                </a:solidFill>
              </a:rPr>
              <a:t>Revisar Material Educativo Tratamiento NO farmacológico</a:t>
            </a:r>
          </a:p>
        </p:txBody>
      </p:sp>
      <p:sp>
        <p:nvSpPr>
          <p:cNvPr id="8" name="CuadroTexto 7">
            <a:extLst>
              <a:ext uri="{FF2B5EF4-FFF2-40B4-BE49-F238E27FC236}">
                <a16:creationId xmlns:a16="http://schemas.microsoft.com/office/drawing/2014/main" id="{70731DDE-31D8-4597-862B-9ADC2A698E5F}"/>
              </a:ext>
            </a:extLst>
          </p:cNvPr>
          <p:cNvSpPr txBox="1"/>
          <p:nvPr/>
        </p:nvSpPr>
        <p:spPr>
          <a:xfrm>
            <a:off x="4598895" y="6561006"/>
            <a:ext cx="6096000" cy="276999"/>
          </a:xfrm>
          <a:prstGeom prst="rect">
            <a:avLst/>
          </a:prstGeom>
          <a:noFill/>
        </p:spPr>
        <p:txBody>
          <a:bodyPr wrap="square">
            <a:spAutoFit/>
          </a:bodyPr>
          <a:lstStyle/>
          <a:p>
            <a:r>
              <a:rPr lang="es-MX" sz="1200" b="1" dirty="0"/>
              <a:t>Guía Colombiana de Hipertensión Primaria (HTA) 2017</a:t>
            </a:r>
            <a:endParaRPr lang="es-MX" sz="1200" dirty="0"/>
          </a:p>
        </p:txBody>
      </p:sp>
      <p:graphicFrame>
        <p:nvGraphicFramePr>
          <p:cNvPr id="10" name="Marcador de contenido 9">
            <a:extLst>
              <a:ext uri="{FF2B5EF4-FFF2-40B4-BE49-F238E27FC236}">
                <a16:creationId xmlns:a16="http://schemas.microsoft.com/office/drawing/2014/main" id="{F3E988B4-1BBB-474F-8584-B8DF483FD51F}"/>
              </a:ext>
            </a:extLst>
          </p:cNvPr>
          <p:cNvGraphicFramePr>
            <a:graphicFrameLocks noGrp="1"/>
          </p:cNvGraphicFramePr>
          <p:nvPr>
            <p:ph idx="1"/>
            <p:extLst>
              <p:ext uri="{D42A27DB-BD31-4B8C-83A1-F6EECF244321}">
                <p14:modId xmlns:p14="http://schemas.microsoft.com/office/powerpoint/2010/main" val="2327184450"/>
              </p:ext>
            </p:extLst>
          </p:nvPr>
        </p:nvGraphicFramePr>
        <p:xfrm>
          <a:off x="200024" y="1512411"/>
          <a:ext cx="11172825" cy="463967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40623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1219200" y="341965"/>
            <a:ext cx="9753600" cy="468594"/>
          </a:xfrm>
        </p:spPr>
        <p:txBody>
          <a:bodyPr>
            <a:noAutofit/>
          </a:bodyPr>
          <a:lstStyle/>
          <a:p>
            <a:pPr algn="ctr"/>
            <a:r>
              <a:rPr lang="es-CO" sz="4000" b="1" u="sng" dirty="0">
                <a:solidFill>
                  <a:schemeClr val="accent6">
                    <a:lumMod val="50000"/>
                  </a:schemeClr>
                </a:solidFill>
              </a:rPr>
              <a:t>Recomendación 7: </a:t>
            </a:r>
            <a:br>
              <a:rPr lang="es-CO" sz="4000" b="1" u="sng" dirty="0">
                <a:solidFill>
                  <a:schemeClr val="accent6">
                    <a:lumMod val="50000"/>
                  </a:schemeClr>
                </a:solidFill>
              </a:rPr>
            </a:br>
            <a:r>
              <a:rPr lang="es-CO" sz="4000" b="1" u="sng" dirty="0">
                <a:solidFill>
                  <a:schemeClr val="accent6">
                    <a:lumMod val="50000"/>
                  </a:schemeClr>
                </a:solidFill>
              </a:rPr>
              <a:t>TRATAMIENTO FARMACOLÓGICO</a:t>
            </a:r>
          </a:p>
        </p:txBody>
      </p:sp>
      <p:sp>
        <p:nvSpPr>
          <p:cNvPr id="9" name="CuadroTexto 8">
            <a:extLst>
              <a:ext uri="{FF2B5EF4-FFF2-40B4-BE49-F238E27FC236}">
                <a16:creationId xmlns:a16="http://schemas.microsoft.com/office/drawing/2014/main" id="{837560DC-6140-403B-AD76-B17C8F43D497}"/>
              </a:ext>
            </a:extLst>
          </p:cNvPr>
          <p:cNvSpPr txBox="1"/>
          <p:nvPr/>
        </p:nvSpPr>
        <p:spPr>
          <a:xfrm>
            <a:off x="784122" y="1483352"/>
            <a:ext cx="10670459" cy="1477328"/>
          </a:xfrm>
          <a:prstGeom prst="rect">
            <a:avLst/>
          </a:prstGeom>
          <a:solidFill>
            <a:schemeClr val="accent6">
              <a:lumMod val="20000"/>
              <a:lumOff val="80000"/>
            </a:schemeClr>
          </a:solidFill>
          <a:ln w="28575">
            <a:solidFill>
              <a:schemeClr val="accent6">
                <a:lumMod val="50000"/>
              </a:schemeClr>
            </a:solidFill>
          </a:ln>
        </p:spPr>
        <p:txBody>
          <a:bodyPr wrap="square">
            <a:spAutoFit/>
          </a:bodyPr>
          <a:lstStyle/>
          <a:p>
            <a:r>
              <a:rPr lang="es-MX" b="1" dirty="0"/>
              <a:t>¿Cuándo iniciar?</a:t>
            </a:r>
            <a:endParaRPr lang="es-MX" dirty="0"/>
          </a:p>
          <a:p>
            <a:pPr>
              <a:buFont typeface="Arial" panose="020B0604020202020204" pitchFamily="34" charset="0"/>
              <a:buChar char="•"/>
            </a:pPr>
            <a:r>
              <a:rPr lang="es-MX" b="1" dirty="0"/>
              <a:t>PA ≥160/100 mmHg</a:t>
            </a:r>
            <a:r>
              <a:rPr lang="es-MX" dirty="0"/>
              <a:t> → iniciar tratamiento farmacológico con TERAPIA DUAL </a:t>
            </a:r>
          </a:p>
          <a:p>
            <a:pPr>
              <a:buFont typeface="Arial" panose="020B0604020202020204" pitchFamily="34" charset="0"/>
              <a:buChar char="•"/>
            </a:pPr>
            <a:r>
              <a:rPr lang="es-MX" b="1" dirty="0"/>
              <a:t>PA ≥140/90 mmHg</a:t>
            </a:r>
            <a:r>
              <a:rPr lang="es-MX" dirty="0"/>
              <a:t> → iniciar tratamiento farmacológico con TERAPIA DUAL si alto RCV</a:t>
            </a:r>
          </a:p>
          <a:p>
            <a:pPr>
              <a:buFont typeface="Arial" panose="020B0604020202020204" pitchFamily="34" charset="0"/>
              <a:buChar char="•"/>
            </a:pPr>
            <a:r>
              <a:rPr lang="es-MX" b="1" dirty="0"/>
              <a:t>PA ≥140/90 mmHg</a:t>
            </a:r>
            <a:r>
              <a:rPr lang="es-MX" dirty="0"/>
              <a:t> → iniciar tratamiento farmacológico con MONOTERAPIA si bajo- moderado RCV/fragilidad</a:t>
            </a:r>
          </a:p>
          <a:p>
            <a:r>
              <a:rPr lang="es-MX" dirty="0"/>
              <a:t> </a:t>
            </a:r>
          </a:p>
        </p:txBody>
      </p:sp>
      <p:sp>
        <p:nvSpPr>
          <p:cNvPr id="11" name="CuadroTexto 10">
            <a:extLst>
              <a:ext uri="{FF2B5EF4-FFF2-40B4-BE49-F238E27FC236}">
                <a16:creationId xmlns:a16="http://schemas.microsoft.com/office/drawing/2014/main" id="{93E0B63D-11B4-4C48-B701-78890190EDF8}"/>
              </a:ext>
            </a:extLst>
          </p:cNvPr>
          <p:cNvSpPr txBox="1"/>
          <p:nvPr/>
        </p:nvSpPr>
        <p:spPr>
          <a:xfrm>
            <a:off x="784122" y="3419475"/>
            <a:ext cx="5711928" cy="2585323"/>
          </a:xfrm>
          <a:prstGeom prst="rect">
            <a:avLst/>
          </a:prstGeom>
          <a:solidFill>
            <a:schemeClr val="accent6">
              <a:lumMod val="20000"/>
              <a:lumOff val="80000"/>
            </a:schemeClr>
          </a:solidFill>
          <a:ln w="28575">
            <a:solidFill>
              <a:schemeClr val="accent6">
                <a:lumMod val="50000"/>
              </a:schemeClr>
            </a:solidFill>
          </a:ln>
        </p:spPr>
        <p:txBody>
          <a:bodyPr wrap="square">
            <a:spAutoFit/>
          </a:bodyPr>
          <a:lstStyle/>
          <a:p>
            <a:r>
              <a:rPr lang="es-MX" b="1" dirty="0"/>
              <a:t>¿Con qué iniciar?</a:t>
            </a:r>
          </a:p>
          <a:p>
            <a:pPr>
              <a:buFont typeface="Arial" panose="020B0604020202020204" pitchFamily="34" charset="0"/>
              <a:buChar char="•"/>
            </a:pPr>
            <a:r>
              <a:rPr lang="es-MX" b="1" dirty="0"/>
              <a:t>Primera línea</a:t>
            </a:r>
            <a:r>
              <a:rPr lang="es-MX" dirty="0"/>
              <a:t>:</a:t>
            </a:r>
          </a:p>
          <a:p>
            <a:pPr marL="742950" lvl="1" indent="-285750">
              <a:buFont typeface="Arial" panose="020B0604020202020204" pitchFamily="34" charset="0"/>
              <a:buChar char="•"/>
            </a:pPr>
            <a:r>
              <a:rPr lang="es-MX" dirty="0"/>
              <a:t>IECA o ARA II</a:t>
            </a:r>
          </a:p>
          <a:p>
            <a:pPr marL="742950" lvl="1" indent="-285750">
              <a:buFont typeface="Arial" panose="020B0604020202020204" pitchFamily="34" charset="0"/>
              <a:buChar char="•"/>
            </a:pPr>
            <a:r>
              <a:rPr lang="es-MX" dirty="0"/>
              <a:t>Calcio antagonista</a:t>
            </a:r>
          </a:p>
          <a:p>
            <a:pPr marL="742950" lvl="1" indent="-285750">
              <a:buFont typeface="Arial" panose="020B0604020202020204" pitchFamily="34" charset="0"/>
              <a:buChar char="•"/>
            </a:pPr>
            <a:r>
              <a:rPr lang="es-MX" dirty="0"/>
              <a:t>Diurético tiazídico o tiazida-</a:t>
            </a:r>
            <a:r>
              <a:rPr lang="es-MX" dirty="0" err="1"/>
              <a:t>like</a:t>
            </a:r>
            <a:endParaRPr lang="es-MX" dirty="0"/>
          </a:p>
          <a:p>
            <a:pPr>
              <a:buFont typeface="Arial" panose="020B0604020202020204" pitchFamily="34" charset="0"/>
              <a:buChar char="•"/>
            </a:pPr>
            <a:endParaRPr lang="es-MX" b="1" dirty="0"/>
          </a:p>
          <a:p>
            <a:r>
              <a:rPr lang="es-MX" b="1" dirty="0"/>
              <a:t>¿Cómo iniciar?</a:t>
            </a:r>
          </a:p>
          <a:p>
            <a:pPr marL="742950" lvl="1" indent="-285750">
              <a:buFont typeface="Arial" panose="020B0604020202020204" pitchFamily="34" charset="0"/>
              <a:buChar char="•"/>
            </a:pPr>
            <a:r>
              <a:rPr lang="es-MX" dirty="0"/>
              <a:t>Preferir </a:t>
            </a:r>
            <a:r>
              <a:rPr lang="es-MX" b="1" dirty="0"/>
              <a:t>combinación a dosis bajas</a:t>
            </a:r>
            <a:r>
              <a:rPr lang="es-MX" dirty="0"/>
              <a:t> desde el inicio</a:t>
            </a:r>
          </a:p>
          <a:p>
            <a:pPr marL="742950" lvl="1" indent="-285750">
              <a:buFont typeface="Arial" panose="020B0604020202020204" pitchFamily="34" charset="0"/>
              <a:buChar char="•"/>
            </a:pPr>
            <a:r>
              <a:rPr lang="es-MX" dirty="0"/>
              <a:t>IECA/ARA II + calcio antagonista o diurético</a:t>
            </a:r>
          </a:p>
        </p:txBody>
      </p:sp>
      <p:sp>
        <p:nvSpPr>
          <p:cNvPr id="4" name="Flecha: curvada hacia la derecha 3">
            <a:extLst>
              <a:ext uri="{FF2B5EF4-FFF2-40B4-BE49-F238E27FC236}">
                <a16:creationId xmlns:a16="http://schemas.microsoft.com/office/drawing/2014/main" id="{7B3760CD-E087-4DEE-8962-1CEDD3C790EB}"/>
              </a:ext>
            </a:extLst>
          </p:cNvPr>
          <p:cNvSpPr/>
          <p:nvPr/>
        </p:nvSpPr>
        <p:spPr>
          <a:xfrm>
            <a:off x="315247" y="2571750"/>
            <a:ext cx="422172" cy="1552575"/>
          </a:xfrm>
          <a:prstGeom prst="curvedRightArrow">
            <a:avLst/>
          </a:prstGeom>
          <a:solidFill>
            <a:schemeClr val="accent6">
              <a:lumMod val="5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7" name="CuadroTexto 6">
            <a:extLst>
              <a:ext uri="{FF2B5EF4-FFF2-40B4-BE49-F238E27FC236}">
                <a16:creationId xmlns:a16="http://schemas.microsoft.com/office/drawing/2014/main" id="{2DA51373-C9DE-4561-AD92-D95A22DDF2D0}"/>
              </a:ext>
            </a:extLst>
          </p:cNvPr>
          <p:cNvSpPr txBox="1"/>
          <p:nvPr/>
        </p:nvSpPr>
        <p:spPr>
          <a:xfrm>
            <a:off x="1114425" y="6566227"/>
            <a:ext cx="10773760" cy="276999"/>
          </a:xfrm>
          <a:prstGeom prst="rect">
            <a:avLst/>
          </a:prstGeom>
          <a:noFill/>
        </p:spPr>
        <p:txBody>
          <a:bodyPr wrap="square">
            <a:spAutoFit/>
          </a:bodyPr>
          <a:lstStyle/>
          <a:p>
            <a:r>
              <a:rPr lang="es-CO" sz="1200" b="1" dirty="0">
                <a:effectLst/>
                <a:ea typeface="Calibri" panose="020F0502020204030204" pitchFamily="34" charset="0"/>
              </a:rPr>
              <a:t>Guía ESC 2024 sobre el manejo de la presión arterial elevada y la hipertensión </a:t>
            </a:r>
            <a:r>
              <a:rPr lang="es-MX" sz="1200" b="1" dirty="0"/>
              <a:t>/ Consenso institucional Medicina Interna – Medicina Familiar</a:t>
            </a:r>
            <a:endParaRPr lang="es-MX" sz="1200" dirty="0"/>
          </a:p>
        </p:txBody>
      </p:sp>
    </p:spTree>
    <p:extLst>
      <p:ext uri="{BB962C8B-B14F-4D97-AF65-F5344CB8AC3E}">
        <p14:creationId xmlns:p14="http://schemas.microsoft.com/office/powerpoint/2010/main" val="1617963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4098" name="Picture 2" descr="Cuándo y por qué iniciar el tratamiento farmacológico con doble terapia |  Medicina de Familia. SEMERGEN">
            <a:extLst>
              <a:ext uri="{FF2B5EF4-FFF2-40B4-BE49-F238E27FC236}">
                <a16:creationId xmlns:a16="http://schemas.microsoft.com/office/drawing/2014/main" id="{CE8742F5-9F16-4A03-AEB4-AC1E57487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642" y="882653"/>
            <a:ext cx="10103116" cy="552645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96B1834-C62F-4AF3-8D55-5CE25459077E}"/>
              </a:ext>
            </a:extLst>
          </p:cNvPr>
          <p:cNvSpPr/>
          <p:nvPr/>
        </p:nvSpPr>
        <p:spPr>
          <a:xfrm>
            <a:off x="8287967" y="1673156"/>
            <a:ext cx="612842" cy="3210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Título 4">
            <a:extLst>
              <a:ext uri="{FF2B5EF4-FFF2-40B4-BE49-F238E27FC236}">
                <a16:creationId xmlns:a16="http://schemas.microsoft.com/office/drawing/2014/main" id="{FE0CA055-7EFE-47B7-913C-B2B7E239A3B5}"/>
              </a:ext>
            </a:extLst>
          </p:cNvPr>
          <p:cNvSpPr>
            <a:spLocks noGrp="1"/>
          </p:cNvSpPr>
          <p:nvPr>
            <p:ph type="title"/>
          </p:nvPr>
        </p:nvSpPr>
        <p:spPr>
          <a:xfrm>
            <a:off x="2760077" y="153092"/>
            <a:ext cx="9753600" cy="468594"/>
          </a:xfrm>
        </p:spPr>
        <p:txBody>
          <a:bodyPr>
            <a:noAutofit/>
          </a:bodyPr>
          <a:lstStyle/>
          <a:p>
            <a:r>
              <a:rPr lang="es-CO" sz="4000" b="1" u="sng" dirty="0">
                <a:solidFill>
                  <a:schemeClr val="accent6">
                    <a:lumMod val="50000"/>
                  </a:schemeClr>
                </a:solidFill>
              </a:rPr>
              <a:t>TRATAMIENTO FARMACOLÓGICO</a:t>
            </a:r>
          </a:p>
        </p:txBody>
      </p:sp>
      <p:sp>
        <p:nvSpPr>
          <p:cNvPr id="2" name="Rectángulo 1">
            <a:extLst>
              <a:ext uri="{FF2B5EF4-FFF2-40B4-BE49-F238E27FC236}">
                <a16:creationId xmlns:a16="http://schemas.microsoft.com/office/drawing/2014/main" id="{E54C5328-3A21-47BC-B610-749B01E2CE89}"/>
              </a:ext>
            </a:extLst>
          </p:cNvPr>
          <p:cNvSpPr/>
          <p:nvPr/>
        </p:nvSpPr>
        <p:spPr>
          <a:xfrm>
            <a:off x="7991475" y="1673156"/>
            <a:ext cx="695325" cy="321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CuadroTexto 7">
            <a:extLst>
              <a:ext uri="{FF2B5EF4-FFF2-40B4-BE49-F238E27FC236}">
                <a16:creationId xmlns:a16="http://schemas.microsoft.com/office/drawing/2014/main" id="{FAF5F09F-EE36-4173-A343-EBA72113268E}"/>
              </a:ext>
            </a:extLst>
          </p:cNvPr>
          <p:cNvSpPr txBox="1"/>
          <p:nvPr/>
        </p:nvSpPr>
        <p:spPr>
          <a:xfrm>
            <a:off x="3671888" y="6566408"/>
            <a:ext cx="6257924" cy="276999"/>
          </a:xfrm>
          <a:prstGeom prst="rect">
            <a:avLst/>
          </a:prstGeom>
          <a:noFill/>
        </p:spPr>
        <p:txBody>
          <a:bodyPr wrap="square">
            <a:spAutoFit/>
          </a:bodyPr>
          <a:lstStyle/>
          <a:p>
            <a:r>
              <a:rPr lang="es-MX" sz="1200" b="1" dirty="0"/>
              <a:t>Consenso institucional Medicina Interna – Medicina Familiar</a:t>
            </a:r>
            <a:endParaRPr lang="es-CO" sz="1200" dirty="0"/>
          </a:p>
        </p:txBody>
      </p:sp>
    </p:spTree>
    <p:extLst>
      <p:ext uri="{BB962C8B-B14F-4D97-AF65-F5344CB8AC3E}">
        <p14:creationId xmlns:p14="http://schemas.microsoft.com/office/powerpoint/2010/main" val="3750929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2848567" y="446740"/>
            <a:ext cx="9753600" cy="468594"/>
          </a:xfrm>
        </p:spPr>
        <p:txBody>
          <a:bodyPr>
            <a:noAutofit/>
          </a:bodyPr>
          <a:lstStyle/>
          <a:p>
            <a:r>
              <a:rPr lang="es-CO" sz="4000" b="1" u="sng" dirty="0">
                <a:solidFill>
                  <a:schemeClr val="accent6">
                    <a:lumMod val="50000"/>
                  </a:schemeClr>
                </a:solidFill>
              </a:rPr>
              <a:t>TRATAMIENTO FARMACOLÓGICO</a:t>
            </a:r>
          </a:p>
        </p:txBody>
      </p:sp>
      <p:pic>
        <p:nvPicPr>
          <p:cNvPr id="16" name="Imagen 15">
            <a:extLst>
              <a:ext uri="{FF2B5EF4-FFF2-40B4-BE49-F238E27FC236}">
                <a16:creationId xmlns:a16="http://schemas.microsoft.com/office/drawing/2014/main" id="{A14F40A6-BC97-42C3-9252-884CB9CBE4D6}"/>
              </a:ext>
            </a:extLst>
          </p:cNvPr>
          <p:cNvPicPr>
            <a:picLocks noChangeAspect="1"/>
          </p:cNvPicPr>
          <p:nvPr/>
        </p:nvPicPr>
        <p:blipFill>
          <a:blip r:embed="rId4"/>
          <a:stretch>
            <a:fillRect/>
          </a:stretch>
        </p:blipFill>
        <p:spPr>
          <a:xfrm>
            <a:off x="5846580" y="4387924"/>
            <a:ext cx="3905795" cy="1486107"/>
          </a:xfrm>
          <a:prstGeom prst="rect">
            <a:avLst/>
          </a:prstGeom>
        </p:spPr>
      </p:pic>
      <p:graphicFrame>
        <p:nvGraphicFramePr>
          <p:cNvPr id="3" name="Diagrama 2">
            <a:extLst>
              <a:ext uri="{FF2B5EF4-FFF2-40B4-BE49-F238E27FC236}">
                <a16:creationId xmlns:a16="http://schemas.microsoft.com/office/drawing/2014/main" id="{C4BBA478-537A-41FC-B9FA-57513082CE7A}"/>
              </a:ext>
            </a:extLst>
          </p:cNvPr>
          <p:cNvGraphicFramePr/>
          <p:nvPr>
            <p:extLst>
              <p:ext uri="{D42A27DB-BD31-4B8C-83A1-F6EECF244321}">
                <p14:modId xmlns:p14="http://schemas.microsoft.com/office/powerpoint/2010/main" val="956897327"/>
              </p:ext>
            </p:extLst>
          </p:nvPr>
        </p:nvGraphicFramePr>
        <p:xfrm>
          <a:off x="1591489" y="1108394"/>
          <a:ext cx="8128000" cy="541866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Imagen 3">
            <a:extLst>
              <a:ext uri="{FF2B5EF4-FFF2-40B4-BE49-F238E27FC236}">
                <a16:creationId xmlns:a16="http://schemas.microsoft.com/office/drawing/2014/main" id="{A43B2D13-9F7A-42D2-A4EE-D3CF56639039}"/>
              </a:ext>
            </a:extLst>
          </p:cNvPr>
          <p:cNvPicPr>
            <a:picLocks noChangeAspect="1"/>
          </p:cNvPicPr>
          <p:nvPr/>
        </p:nvPicPr>
        <p:blipFill rotWithShape="1">
          <a:blip r:embed="rId10">
            <a:extLst>
              <a:ext uri="{BEBA8EAE-BF5A-486C-A8C5-ECC9F3942E4B}">
                <a14:imgProps xmlns:a14="http://schemas.microsoft.com/office/drawing/2010/main">
                  <a14:imgLayer r:embed="rId11">
                    <a14:imgEffect>
                      <a14:saturation sat="66000"/>
                    </a14:imgEffect>
                  </a14:imgLayer>
                </a14:imgProps>
              </a:ext>
            </a:extLst>
          </a:blip>
          <a:srcRect l="2160" t="2427" r="4300" b="-2427"/>
          <a:stretch/>
        </p:blipFill>
        <p:spPr>
          <a:xfrm>
            <a:off x="1406013" y="1415076"/>
            <a:ext cx="4124325" cy="2349610"/>
          </a:xfrm>
          <a:prstGeom prst="rect">
            <a:avLst/>
          </a:prstGeom>
        </p:spPr>
      </p:pic>
      <p:pic>
        <p:nvPicPr>
          <p:cNvPr id="6" name="Imagen 5">
            <a:extLst>
              <a:ext uri="{FF2B5EF4-FFF2-40B4-BE49-F238E27FC236}">
                <a16:creationId xmlns:a16="http://schemas.microsoft.com/office/drawing/2014/main" id="{04F26357-22C5-448A-83C4-06EF7568654E}"/>
              </a:ext>
            </a:extLst>
          </p:cNvPr>
          <p:cNvPicPr>
            <a:picLocks noChangeAspect="1"/>
          </p:cNvPicPr>
          <p:nvPr/>
        </p:nvPicPr>
        <p:blipFill>
          <a:blip r:embed="rId12"/>
          <a:stretch>
            <a:fillRect/>
          </a:stretch>
        </p:blipFill>
        <p:spPr>
          <a:xfrm>
            <a:off x="2081142" y="4192301"/>
            <a:ext cx="3275786" cy="1877351"/>
          </a:xfrm>
          <a:prstGeom prst="rect">
            <a:avLst/>
          </a:prstGeom>
        </p:spPr>
      </p:pic>
      <p:pic>
        <p:nvPicPr>
          <p:cNvPr id="8" name="Imagen 7">
            <a:extLst>
              <a:ext uri="{FF2B5EF4-FFF2-40B4-BE49-F238E27FC236}">
                <a16:creationId xmlns:a16="http://schemas.microsoft.com/office/drawing/2014/main" id="{42508B54-6A7D-4745-A23D-BA51129C6A81}"/>
              </a:ext>
            </a:extLst>
          </p:cNvPr>
          <p:cNvPicPr>
            <a:picLocks noChangeAspect="1"/>
          </p:cNvPicPr>
          <p:nvPr/>
        </p:nvPicPr>
        <p:blipFill>
          <a:blip r:embed="rId13"/>
          <a:stretch>
            <a:fillRect/>
          </a:stretch>
        </p:blipFill>
        <p:spPr>
          <a:xfrm>
            <a:off x="5846580" y="1622959"/>
            <a:ext cx="3458058" cy="1933845"/>
          </a:xfrm>
          <a:prstGeom prst="rect">
            <a:avLst/>
          </a:prstGeom>
        </p:spPr>
      </p:pic>
      <p:sp>
        <p:nvSpPr>
          <p:cNvPr id="9" name="CuadroTexto 8">
            <a:extLst>
              <a:ext uri="{FF2B5EF4-FFF2-40B4-BE49-F238E27FC236}">
                <a16:creationId xmlns:a16="http://schemas.microsoft.com/office/drawing/2014/main" id="{DD6C39F4-80F8-4730-8254-00DF265D6819}"/>
              </a:ext>
            </a:extLst>
          </p:cNvPr>
          <p:cNvSpPr txBox="1"/>
          <p:nvPr/>
        </p:nvSpPr>
        <p:spPr>
          <a:xfrm>
            <a:off x="3719035" y="6556744"/>
            <a:ext cx="10773760" cy="276999"/>
          </a:xfrm>
          <a:prstGeom prst="rect">
            <a:avLst/>
          </a:prstGeom>
          <a:noFill/>
        </p:spPr>
        <p:txBody>
          <a:bodyPr wrap="square">
            <a:spAutoFit/>
          </a:bodyPr>
          <a:lstStyle/>
          <a:p>
            <a:r>
              <a:rPr lang="es-CO" sz="1200" b="1" dirty="0">
                <a:effectLst/>
                <a:ea typeface="Calibri" panose="020F0502020204030204" pitchFamily="34" charset="0"/>
              </a:rPr>
              <a:t>Guía AHA 2025</a:t>
            </a:r>
            <a:r>
              <a:rPr lang="es-MX" sz="1200" b="1" dirty="0"/>
              <a:t>/ Consenso institucional Medicina Interna – Medicina Familiar</a:t>
            </a:r>
            <a:endParaRPr lang="es-MX" sz="1200" dirty="0"/>
          </a:p>
        </p:txBody>
      </p:sp>
    </p:spTree>
    <p:extLst>
      <p:ext uri="{BB962C8B-B14F-4D97-AF65-F5344CB8AC3E}">
        <p14:creationId xmlns:p14="http://schemas.microsoft.com/office/powerpoint/2010/main" val="2981944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3300911" y="307819"/>
            <a:ext cx="9753600" cy="468594"/>
          </a:xfrm>
        </p:spPr>
        <p:txBody>
          <a:bodyPr>
            <a:noAutofit/>
          </a:bodyPr>
          <a:lstStyle/>
          <a:p>
            <a:r>
              <a:rPr lang="es-CO" sz="4000" b="1" u="sng" dirty="0">
                <a:solidFill>
                  <a:schemeClr val="accent6">
                    <a:lumMod val="50000"/>
                  </a:schemeClr>
                </a:solidFill>
              </a:rPr>
              <a:t>Recomendación 8: METAS</a:t>
            </a:r>
          </a:p>
        </p:txBody>
      </p:sp>
      <p:graphicFrame>
        <p:nvGraphicFramePr>
          <p:cNvPr id="4" name="Marcador de contenido 3">
            <a:extLst>
              <a:ext uri="{FF2B5EF4-FFF2-40B4-BE49-F238E27FC236}">
                <a16:creationId xmlns:a16="http://schemas.microsoft.com/office/drawing/2014/main" id="{6AB03BBC-C207-4239-9734-E1EEA5781257}"/>
              </a:ext>
            </a:extLst>
          </p:cNvPr>
          <p:cNvGraphicFramePr>
            <a:graphicFrameLocks noGrp="1"/>
          </p:cNvGraphicFramePr>
          <p:nvPr>
            <p:ph idx="1"/>
            <p:extLst>
              <p:ext uri="{D42A27DB-BD31-4B8C-83A1-F6EECF244321}">
                <p14:modId xmlns:p14="http://schemas.microsoft.com/office/powerpoint/2010/main" val="4015048951"/>
              </p:ext>
            </p:extLst>
          </p:nvPr>
        </p:nvGraphicFramePr>
        <p:xfrm>
          <a:off x="450008" y="1412163"/>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uadroTexto 4">
            <a:extLst>
              <a:ext uri="{FF2B5EF4-FFF2-40B4-BE49-F238E27FC236}">
                <a16:creationId xmlns:a16="http://schemas.microsoft.com/office/drawing/2014/main" id="{856DBCEB-13A3-4BE6-9535-73AD384B2796}"/>
              </a:ext>
            </a:extLst>
          </p:cNvPr>
          <p:cNvSpPr txBox="1"/>
          <p:nvPr/>
        </p:nvSpPr>
        <p:spPr>
          <a:xfrm>
            <a:off x="5424488" y="6547162"/>
            <a:ext cx="6257924" cy="276999"/>
          </a:xfrm>
          <a:prstGeom prst="rect">
            <a:avLst/>
          </a:prstGeom>
          <a:noFill/>
        </p:spPr>
        <p:txBody>
          <a:bodyPr wrap="square">
            <a:spAutoFit/>
          </a:bodyPr>
          <a:lstStyle/>
          <a:p>
            <a:r>
              <a:rPr lang="es-MX" sz="1200" b="1" dirty="0"/>
              <a:t>Guía AHA 2025</a:t>
            </a:r>
            <a:endParaRPr lang="es-CO" sz="1200" dirty="0"/>
          </a:p>
        </p:txBody>
      </p:sp>
    </p:spTree>
    <p:extLst>
      <p:ext uri="{BB962C8B-B14F-4D97-AF65-F5344CB8AC3E}">
        <p14:creationId xmlns:p14="http://schemas.microsoft.com/office/powerpoint/2010/main" val="1997131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ítulo 4">
            <a:extLst>
              <a:ext uri="{FF2B5EF4-FFF2-40B4-BE49-F238E27FC236}">
                <a16:creationId xmlns:a16="http://schemas.microsoft.com/office/drawing/2014/main" id="{63D63637-32B1-4088-AB9E-E1B4E1B8B89B}"/>
              </a:ext>
            </a:extLst>
          </p:cNvPr>
          <p:cNvSpPr>
            <a:spLocks noGrp="1"/>
          </p:cNvSpPr>
          <p:nvPr>
            <p:ph type="title"/>
          </p:nvPr>
        </p:nvSpPr>
        <p:spPr>
          <a:xfrm>
            <a:off x="3064877" y="417243"/>
            <a:ext cx="9753600" cy="468594"/>
          </a:xfrm>
        </p:spPr>
        <p:txBody>
          <a:bodyPr>
            <a:noAutofit/>
          </a:bodyPr>
          <a:lstStyle/>
          <a:p>
            <a:r>
              <a:rPr lang="es-CO" sz="4000" b="1" u="sng" dirty="0">
                <a:solidFill>
                  <a:schemeClr val="accent6">
                    <a:lumMod val="50000"/>
                  </a:schemeClr>
                </a:solidFill>
              </a:rPr>
              <a:t>HIPERTENSIÓN RESISTENTE</a:t>
            </a:r>
          </a:p>
        </p:txBody>
      </p:sp>
      <p:sp>
        <p:nvSpPr>
          <p:cNvPr id="4" name="CuadroTexto 3">
            <a:extLst>
              <a:ext uri="{FF2B5EF4-FFF2-40B4-BE49-F238E27FC236}">
                <a16:creationId xmlns:a16="http://schemas.microsoft.com/office/drawing/2014/main" id="{1EDE944B-39E9-477F-A640-905E6C3DD4F1}"/>
              </a:ext>
            </a:extLst>
          </p:cNvPr>
          <p:cNvSpPr txBox="1"/>
          <p:nvPr/>
        </p:nvSpPr>
        <p:spPr>
          <a:xfrm>
            <a:off x="884904" y="1356469"/>
            <a:ext cx="10864645" cy="646331"/>
          </a:xfrm>
          <a:prstGeom prst="rect">
            <a:avLst/>
          </a:prstGeom>
          <a:solidFill>
            <a:schemeClr val="accent6">
              <a:lumMod val="20000"/>
              <a:lumOff val="80000"/>
            </a:schemeClr>
          </a:solidFill>
        </p:spPr>
        <p:txBody>
          <a:bodyPr wrap="square">
            <a:spAutoFit/>
          </a:bodyPr>
          <a:lstStyle/>
          <a:p>
            <a:pPr algn="just">
              <a:spcBef>
                <a:spcPts val="3600"/>
              </a:spcBef>
              <a:spcAft>
                <a:spcPts val="2300"/>
              </a:spcAft>
            </a:pPr>
            <a:r>
              <a:rPr lang="es-ES" b="1" dirty="0">
                <a:solidFill>
                  <a:schemeClr val="accent6">
                    <a:lumMod val="50000"/>
                  </a:schemeClr>
                </a:solidFill>
                <a:effectLst/>
                <a:ea typeface="Arial Unicode MS"/>
                <a:cs typeface="Arial Unicode MS"/>
              </a:rPr>
              <a:t>Se define como presión arterial ≥130/80 mmHg pese al uso de ≥3 fármacos de distintas clases (incluido un diurético) a dosis óptimas</a:t>
            </a:r>
            <a:r>
              <a:rPr lang="es-ES" b="1" dirty="0">
                <a:solidFill>
                  <a:schemeClr val="accent6">
                    <a:lumMod val="50000"/>
                  </a:schemeClr>
                </a:solidFill>
                <a:ea typeface="Arial Unicode MS"/>
                <a:cs typeface="Arial Unicode MS"/>
              </a:rPr>
              <a:t>. </a:t>
            </a:r>
            <a:r>
              <a:rPr lang="es-ES" dirty="0">
                <a:solidFill>
                  <a:schemeClr val="accent6">
                    <a:lumMod val="50000"/>
                  </a:schemeClr>
                </a:solidFill>
                <a:effectLst/>
                <a:ea typeface="Arial Unicode MS"/>
                <a:cs typeface="Arial Unicode MS"/>
              </a:rPr>
              <a:t>Se recomienda:</a:t>
            </a:r>
          </a:p>
        </p:txBody>
      </p:sp>
      <p:sp>
        <p:nvSpPr>
          <p:cNvPr id="7" name="CuadroTexto 6">
            <a:extLst>
              <a:ext uri="{FF2B5EF4-FFF2-40B4-BE49-F238E27FC236}">
                <a16:creationId xmlns:a16="http://schemas.microsoft.com/office/drawing/2014/main" id="{0E2D13A4-BF0A-4BAC-98B7-1C988A366570}"/>
              </a:ext>
            </a:extLst>
          </p:cNvPr>
          <p:cNvSpPr txBox="1"/>
          <p:nvPr/>
        </p:nvSpPr>
        <p:spPr>
          <a:xfrm>
            <a:off x="1179871" y="2556387"/>
            <a:ext cx="9468464" cy="3139321"/>
          </a:xfrm>
          <a:prstGeom prst="rect">
            <a:avLst/>
          </a:prstGeom>
          <a:noFill/>
        </p:spPr>
        <p:txBody>
          <a:bodyPr wrap="square" rtlCol="0">
            <a:spAutoFit/>
          </a:bodyPr>
          <a:lstStyle/>
          <a:p>
            <a:pPr marL="342900" indent="-342900">
              <a:buFont typeface="+mj-lt"/>
              <a:buAutoNum type="arabicPeriod"/>
            </a:pPr>
            <a:r>
              <a:rPr lang="es-CO" dirty="0"/>
              <a:t>Revisar adherencia terapéutica</a:t>
            </a:r>
          </a:p>
          <a:p>
            <a:pPr marL="342900" indent="-342900">
              <a:buFont typeface="+mj-lt"/>
              <a:buAutoNum type="arabicPeriod"/>
            </a:pPr>
            <a:r>
              <a:rPr lang="es-CO" dirty="0"/>
              <a:t>Descartar pseudo resistencia (</a:t>
            </a:r>
            <a:r>
              <a:rPr lang="es-ES" sz="1800" u="none" strike="noStrike" dirty="0">
                <a:solidFill>
                  <a:srgbClr val="000000"/>
                </a:solidFill>
                <a:effectLst/>
                <a:ea typeface="Arial" panose="020B0604020202020204" pitchFamily="34" charset="0"/>
              </a:rPr>
              <a:t>mala técnica de medición, dispositivos no validados).</a:t>
            </a:r>
          </a:p>
          <a:p>
            <a:pPr marL="342900" indent="-342900">
              <a:buFont typeface="+mj-lt"/>
              <a:buAutoNum type="arabicPeriod"/>
            </a:pPr>
            <a:r>
              <a:rPr lang="es-ES" sz="1800" u="none" strike="noStrike" dirty="0">
                <a:solidFill>
                  <a:srgbClr val="000000"/>
                </a:solidFill>
                <a:effectLst/>
                <a:ea typeface="Arial" panose="020B0604020202020204" pitchFamily="34" charset="0"/>
              </a:rPr>
              <a:t>Identificar fármacos interferentes (AINEs, anticonceptivos orales, descongestionantes).</a:t>
            </a:r>
            <a:endParaRPr lang="es-CO" sz="1800" u="none" strike="noStrike" dirty="0">
              <a:effectLst/>
              <a:ea typeface="Arial" panose="020B0604020202020204" pitchFamily="34" charset="0"/>
            </a:endParaRPr>
          </a:p>
          <a:p>
            <a:pPr marL="342900" indent="-342900">
              <a:buFont typeface="+mj-lt"/>
              <a:buAutoNum type="arabicPeriod"/>
            </a:pPr>
            <a:r>
              <a:rPr lang="es-ES" sz="1800" u="none" strike="noStrike" dirty="0">
                <a:solidFill>
                  <a:srgbClr val="000000"/>
                </a:solidFill>
                <a:effectLst/>
                <a:ea typeface="Arial" panose="020B0604020202020204" pitchFamily="34" charset="0"/>
              </a:rPr>
              <a:t>Evaluar causas secundarias (ej. hiperaldosteronismo primario, apnea obstructiva del sueño).</a:t>
            </a:r>
          </a:p>
          <a:p>
            <a:pPr marL="342900" indent="-342900">
              <a:buFont typeface="+mj-lt"/>
              <a:buAutoNum type="arabicPeriod"/>
            </a:pPr>
            <a:endParaRPr lang="es-ES" dirty="0">
              <a:solidFill>
                <a:srgbClr val="000000"/>
              </a:solidFill>
              <a:ea typeface="Arial" panose="020B0604020202020204" pitchFamily="34" charset="0"/>
            </a:endParaRPr>
          </a:p>
          <a:p>
            <a:endParaRPr lang="es-ES" sz="1800" u="none" strike="noStrike" dirty="0">
              <a:solidFill>
                <a:srgbClr val="000000"/>
              </a:solidFill>
              <a:effectLst/>
              <a:ea typeface="Arial" panose="020B0604020202020204" pitchFamily="34" charset="0"/>
            </a:endParaRPr>
          </a:p>
          <a:p>
            <a:pPr marL="342900" indent="-342900">
              <a:buFont typeface="+mj-lt"/>
              <a:buAutoNum type="arabicPeriod"/>
            </a:pPr>
            <a:endParaRPr lang="es-ES" dirty="0">
              <a:solidFill>
                <a:srgbClr val="000000"/>
              </a:solidFill>
              <a:ea typeface="Arial" panose="020B0604020202020204" pitchFamily="34" charset="0"/>
            </a:endParaRPr>
          </a:p>
          <a:p>
            <a:pPr algn="ctr"/>
            <a:r>
              <a:rPr lang="es-ES" sz="1800" b="1" u="none" strike="noStrike" dirty="0">
                <a:solidFill>
                  <a:srgbClr val="000000"/>
                </a:solidFill>
                <a:effectLst/>
                <a:ea typeface="Arial" panose="020B0604020202020204" pitchFamily="34" charset="0"/>
              </a:rPr>
              <a:t>REMISIÓN A ESPECIALIDAD para continuar estudios una vez evaluados paso 1,2 y 3</a:t>
            </a:r>
            <a:endParaRPr lang="es-CO" sz="1800" b="1" u="none" strike="noStrike" dirty="0">
              <a:effectLst/>
              <a:ea typeface="Arial" panose="020B0604020202020204" pitchFamily="34" charset="0"/>
            </a:endParaRPr>
          </a:p>
          <a:p>
            <a:endParaRPr lang="es-CO" sz="1800" u="none" strike="noStrike" dirty="0">
              <a:effectLst/>
              <a:latin typeface="Arial" panose="020B0604020202020204" pitchFamily="34" charset="0"/>
              <a:ea typeface="Arial" panose="020B0604020202020204" pitchFamily="34" charset="0"/>
            </a:endParaRPr>
          </a:p>
          <a:p>
            <a:endParaRPr lang="es-CO" dirty="0"/>
          </a:p>
          <a:p>
            <a:pPr marL="285750" indent="-285750">
              <a:buFontTx/>
              <a:buChar char="-"/>
            </a:pPr>
            <a:endParaRPr lang="es-CO" dirty="0"/>
          </a:p>
        </p:txBody>
      </p:sp>
      <p:sp>
        <p:nvSpPr>
          <p:cNvPr id="5" name="CuadroTexto 4">
            <a:extLst>
              <a:ext uri="{FF2B5EF4-FFF2-40B4-BE49-F238E27FC236}">
                <a16:creationId xmlns:a16="http://schemas.microsoft.com/office/drawing/2014/main" id="{1C61113F-F7AC-4C63-BD37-A876DA7BC945}"/>
              </a:ext>
            </a:extLst>
          </p:cNvPr>
          <p:cNvSpPr txBox="1"/>
          <p:nvPr/>
        </p:nvSpPr>
        <p:spPr>
          <a:xfrm>
            <a:off x="3147535" y="6509119"/>
            <a:ext cx="10773760" cy="276999"/>
          </a:xfrm>
          <a:prstGeom prst="rect">
            <a:avLst/>
          </a:prstGeom>
          <a:noFill/>
        </p:spPr>
        <p:txBody>
          <a:bodyPr wrap="square">
            <a:spAutoFit/>
          </a:bodyPr>
          <a:lstStyle/>
          <a:p>
            <a:r>
              <a:rPr lang="es-CO" sz="1200" b="1" dirty="0">
                <a:effectLst/>
                <a:ea typeface="Calibri" panose="020F0502020204030204" pitchFamily="34" charset="0"/>
              </a:rPr>
              <a:t>Guía AHA 2025</a:t>
            </a:r>
            <a:r>
              <a:rPr lang="es-MX" sz="1200" b="1" dirty="0"/>
              <a:t>/ Consenso institucional Medicina Interna – Medicina Familiar</a:t>
            </a:r>
            <a:endParaRPr lang="es-MX" sz="1200" dirty="0"/>
          </a:p>
        </p:txBody>
      </p:sp>
    </p:spTree>
    <p:extLst>
      <p:ext uri="{BB962C8B-B14F-4D97-AF65-F5344CB8AC3E}">
        <p14:creationId xmlns:p14="http://schemas.microsoft.com/office/powerpoint/2010/main" val="3985379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pic>
        <p:nvPicPr>
          <p:cNvPr id="2" name="Picture 2" descr="Imágenes de Logo pdf - Descarga gratuita en Freepik">
            <a:extLst>
              <a:ext uri="{FF2B5EF4-FFF2-40B4-BE49-F238E27FC236}">
                <a16:creationId xmlns:a16="http://schemas.microsoft.com/office/drawing/2014/main" id="{CC85C2D1-BF46-486D-819C-7699BB8414A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933449" y="509033"/>
            <a:ext cx="1266825" cy="1266825"/>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D0400B5B-6AC7-42A6-9139-87856C8DC191}"/>
              </a:ext>
            </a:extLst>
          </p:cNvPr>
          <p:cNvSpPr txBox="1"/>
          <p:nvPr/>
        </p:nvSpPr>
        <p:spPr>
          <a:xfrm>
            <a:off x="676274" y="1886671"/>
            <a:ext cx="1971675" cy="276999"/>
          </a:xfrm>
          <a:prstGeom prst="rect">
            <a:avLst/>
          </a:prstGeom>
          <a:noFill/>
        </p:spPr>
        <p:txBody>
          <a:bodyPr wrap="square" rtlCol="0">
            <a:spAutoFit/>
          </a:bodyPr>
          <a:lstStyle/>
          <a:p>
            <a:r>
              <a:rPr lang="es-CO" sz="1200" b="1" dirty="0">
                <a:solidFill>
                  <a:srgbClr val="C00000"/>
                </a:solidFill>
              </a:rPr>
              <a:t>Revisar Material Educativo</a:t>
            </a:r>
          </a:p>
        </p:txBody>
      </p:sp>
    </p:spTree>
    <p:extLst>
      <p:ext uri="{BB962C8B-B14F-4D97-AF65-F5344CB8AC3E}">
        <p14:creationId xmlns:p14="http://schemas.microsoft.com/office/powerpoint/2010/main" val="341512542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1521</TotalTime>
  <Words>1275</Words>
  <Application>Microsoft Office PowerPoint</Application>
  <PresentationFormat>Panorámica</PresentationFormat>
  <Paragraphs>186</Paragraphs>
  <Slides>17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Tema de Office</vt:lpstr>
      <vt:lpstr>Hipertensión Arterial Crónica (Primaria)</vt:lpstr>
      <vt:lpstr>Presentación de PowerPoint</vt:lpstr>
      <vt:lpstr>Presentación de PowerPoint</vt:lpstr>
      <vt:lpstr>Presentación de PowerPoint</vt:lpstr>
      <vt:lpstr>Recomendación 1: DEFINICIÓN Y DIAGNÓSTICO</vt:lpstr>
      <vt:lpstr>MAPA y AMPA</vt:lpstr>
      <vt:lpstr>Recomendación 2: CLASIFICACIÓN</vt:lpstr>
      <vt:lpstr> Recomendación 3: EXÁMENES INICIO</vt:lpstr>
      <vt:lpstr>Recomendación 4: ESTRATIFICACIÓN RCV</vt:lpstr>
      <vt:lpstr>Recomendación 5: EXÁMENES DE CONTROL</vt:lpstr>
      <vt:lpstr>Recomendación 6:  TRATAMIENTO NO FARMACOLÓGICO</vt:lpstr>
      <vt:lpstr>Recomendación 7:  TRATAMIENTO FARMACOLÓGICO</vt:lpstr>
      <vt:lpstr>TRATAMIENTO FARMACOLÓGICO</vt:lpstr>
      <vt:lpstr>TRATAMIENTO FARMACOLÓGICO</vt:lpstr>
      <vt:lpstr>Recomendación 8: METAS</vt:lpstr>
      <vt:lpstr>HIPERTENSIÓN RESISTENTE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PRESENTACIÓN</dc:title>
  <dc:creator>user</dc:creator>
  <cp:lastModifiedBy>LEIDY TOLEDO ROJAS</cp:lastModifiedBy>
  <cp:revision>45</cp:revision>
  <dcterms:created xsi:type="dcterms:W3CDTF">2024-08-26T14:52:25Z</dcterms:created>
  <dcterms:modified xsi:type="dcterms:W3CDTF">2026-02-19T18:48:46Z</dcterms:modified>
</cp:coreProperties>
</file>