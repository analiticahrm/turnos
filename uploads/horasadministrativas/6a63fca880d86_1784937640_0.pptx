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6" r:id="rId2"/>
  </p:sldMasterIdLst>
  <p:notesMasterIdLst>
    <p:notesMasterId r:id="rId13"/>
  </p:notesMasterIdLst>
  <p:sldIdLst>
    <p:sldId id="256" r:id="rId3"/>
    <p:sldId id="316" r:id="rId4"/>
    <p:sldId id="340" r:id="rId5"/>
    <p:sldId id="352" r:id="rId6"/>
    <p:sldId id="347" r:id="rId7"/>
    <p:sldId id="348" r:id="rId8"/>
    <p:sldId id="349" r:id="rId9"/>
    <p:sldId id="350" r:id="rId10"/>
    <p:sldId id="351" r:id="rId11"/>
    <p:sldId id="346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806" autoAdjust="0"/>
    <p:restoredTop sz="94660"/>
  </p:normalViewPr>
  <p:slideViewPr>
    <p:cSldViewPr snapToGrid="0">
      <p:cViewPr varScale="1">
        <p:scale>
          <a:sx n="79" d="100"/>
          <a:sy n="79" d="100"/>
        </p:scale>
        <p:origin x="2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32F6B-34BE-EE45-84F4-C70EBABA3775}" type="datetimeFigureOut">
              <a:rPr lang="es-CO" smtClean="0"/>
              <a:t>21/07/26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08438-2734-FA4D-8334-607960EEFC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0688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21/07/26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21/07/26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21/07/26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21/07/26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21/07/26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21/07/26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21/07/26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21/07/26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21/07/26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21/07/26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21/07/26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946494-D10C-4A4E-8DE4-23BF64D8BCE0}" type="slidenum">
              <a:rPr/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8901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1748E6F-9E86-4E2F-A74C-8195ADE15869}" type="slidenum">
              <a:rPr/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4300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FD045D-9E1F-4A78-98F6-FDA4AC012317}" type="slidenum">
              <a:rPr/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8188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7367FF-C927-403D-9742-67613AED7AF5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3823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1B933A-E852-4FE6-8FF7-24003DA81C8C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277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601922-5F5F-40C7-A5CD-87A5F72C7D84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4192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EDEAD30-1DD9-4D27-85DB-1CF7600EABFB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15616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8C806-2CE3-42DD-843B-62864ED66D9C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6659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3566755-ED49-42BB-B2DA-04AAA8DCA67E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96698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757295-4C62-4DC4-8EC7-7A8C059B03AB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1166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63AAD2-3058-4004-94D1-0344704C22D9}" type="slidenum">
              <a:rPr/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60743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4387A2-5E16-4155-9354-CBDD9E20773B}" type="slidenum">
              <a:rPr/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5925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21/07/26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 Light" panose="020F0302020204030204"/>
              </a:rPr>
              <a:t>Haga clic para modificar el estilo de título del patrón</a:t>
            </a:r>
            <a:endParaRPr lang="es-CO" sz="44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800" b="0" strike="noStrike" spc="-1">
                <a:solidFill>
                  <a:schemeClr val="dk1"/>
                </a:solidFill>
                <a:latin typeface="Calibri" panose="020F0502020204030204"/>
              </a:rPr>
              <a:t>Haga clic para modificar los estilos de texto del patrón</a:t>
            </a: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400" b="0" strike="noStrike" spc="-1">
                <a:solidFill>
                  <a:schemeClr val="dk1"/>
                </a:solidFill>
                <a:latin typeface="Calibri" panose="020F0502020204030204"/>
              </a:rPr>
              <a:t>Segundo nivel</a:t>
            </a:r>
            <a:endParaRPr lang="es-CO" sz="24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000" b="0" strike="noStrike" spc="-1">
                <a:solidFill>
                  <a:schemeClr val="dk1"/>
                </a:solidFill>
                <a:latin typeface="Calibri" panose="020F0502020204030204"/>
              </a:rPr>
              <a:t>Tercer nivel</a:t>
            </a:r>
            <a:endParaRPr lang="es-CO" sz="20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 panose="020F0502020204030204"/>
              </a:rPr>
              <a:t>Cuarto nivel</a:t>
            </a: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 panose="020F0502020204030204"/>
              </a:rPr>
              <a:t>Quinto nivel</a:t>
            </a: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&lt;pie de página&gt;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4EBB1-3477-49E6-85AB-80FB40787958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641379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2575" y="1491670"/>
            <a:ext cx="7824690" cy="1937330"/>
          </a:xfrm>
        </p:spPr>
        <p:txBody>
          <a:bodyPr>
            <a:noAutofit/>
          </a:bodyPr>
          <a:lstStyle/>
          <a:p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EQUIPO PRIMARIO GINECOLOGIA MES DE JULIO CON DATOS DE JUNIO 2026</a:t>
            </a:r>
            <a:endParaRPr lang="es-CO" sz="3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D6ED36-3E6F-4691-BDA3-31B08010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306" y="4233409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</a:t>
            </a:r>
          </a:p>
          <a:p>
            <a:endParaRPr lang="es-MX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SHARON KATHERINE ACUÑA RUBIANO</a:t>
            </a: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LIDER GINECOLOGIA </a:t>
            </a: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533AD-3155-FE04-DF94-1166C78B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9491EE5A-5398-8109-7601-8E7134EBBA55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ORDEN DEL DIA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392876-4D20-1326-3F30-3A5ECD87F697}"/>
              </a:ext>
            </a:extLst>
          </p:cNvPr>
          <p:cNvSpPr txBox="1"/>
          <p:nvPr/>
        </p:nvSpPr>
        <p:spPr>
          <a:xfrm>
            <a:off x="2418835" y="1777716"/>
            <a:ext cx="8294473" cy="3753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ORDEN DEL DIA</a:t>
            </a:r>
            <a:endParaRPr lang="es-CO" sz="14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4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Verificación de Quorum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Revisión de Compromisos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Aprobación del acta mes de JUNIO </a:t>
            </a:r>
            <a:r>
              <a:rPr lang="es-CO" dirty="0">
                <a:solidFill>
                  <a:srgbClr val="00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2026 (disponible en ALMERA)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Presentación FORMATO MEJORA CONTINUA EPG MES JULIO  )</a:t>
            </a:r>
            <a:endParaRPr lang="es-CO" sz="1600" dirty="0">
              <a:solidFill>
                <a:srgbClr val="000000"/>
              </a:solidFill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600" dirty="0">
                <a:solidFill>
                  <a:srgbClr val="000000"/>
                </a:solidFill>
                <a:effectLst/>
                <a:latin typeface="Helvetica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s-CO" sz="1600" dirty="0">
                <a:solidFill>
                  <a:srgbClr val="000000"/>
                </a:solidFill>
                <a:latin typeface="Helvetica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SOCIALIZACION ETMI PLUS  INTERNOS GINECOLOGIA </a:t>
            </a:r>
            <a:endParaRPr lang="es-CO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s-CO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ACTIVIDADES DURANTE EL MES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VIDEO CODIGO ROJO / AMENAZA DE PARTO PRETERMINO / MEOWS /THE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rgbClr val="00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TRAJE ANTICHOQUE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rgbClr val="00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SIMULACRO  TRANSTORNOS HIPERTENSIVOS DEL EMBARAZO 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37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CAD98-9DEB-5423-246A-4115CD735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5BF38D4D-CCFC-E86B-AE33-D48927D47507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COMPROMISOS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8C638E-9705-5832-153B-DFDDFBB8D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870" y="1694688"/>
            <a:ext cx="7281418" cy="477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53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2CEE4-5BBB-7E8B-9F5F-23EE624CB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ED5C755-8A4B-4241-496F-9E3C9957F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992" y="1499616"/>
            <a:ext cx="9168384" cy="462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52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5C1B0-7E35-9F5B-7489-DFD158B23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BF5D5A-021E-A70C-6ED3-6FB3332E8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336" y="1877568"/>
            <a:ext cx="9083040" cy="454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928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6A669C-D550-6E34-0104-E73FF2DCC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9BD7DF-5819-F633-E08D-D60A62886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060" y="826477"/>
            <a:ext cx="9409879" cy="526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83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D14A9-EA08-0D77-9104-637456E03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E8BFD04-44EA-2576-8C21-9F4FE6D55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15" y="228601"/>
            <a:ext cx="10937631" cy="627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64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F08B8-F312-094A-CB2E-89FCDC1F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1118964-EA7B-8849-BEB6-0A69F9154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118" y="492369"/>
            <a:ext cx="7566163" cy="636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64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3BC11-9EFF-6594-A71E-8808E0C73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F4DC8A0-7C53-C8D8-9882-233E749F7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323" y="2180492"/>
            <a:ext cx="8897816" cy="392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02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8894</TotalTime>
  <Words>113</Words>
  <Application>Microsoft Macintosh PowerPoint</Application>
  <PresentationFormat>Panorámica</PresentationFormat>
  <Paragraphs>20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Helvetica</vt:lpstr>
      <vt:lpstr>Tahoma</vt:lpstr>
      <vt:lpstr>Times New Roman</vt:lpstr>
      <vt:lpstr>Tema de Office</vt:lpstr>
      <vt:lpstr>3_Tema de Office</vt:lpstr>
      <vt:lpstr>                 EQUIPO PRIMARIO GINECOLOGIA MES DE JULIO CON DATOS DE JUNIO 2026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Sharon Katherine Acuña</cp:lastModifiedBy>
  <cp:revision>168</cp:revision>
  <dcterms:created xsi:type="dcterms:W3CDTF">2024-08-26T14:52:25Z</dcterms:created>
  <dcterms:modified xsi:type="dcterms:W3CDTF">2026-07-21T12:27:20Z</dcterms:modified>
</cp:coreProperties>
</file>