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316" r:id="rId4"/>
    <p:sldId id="330" r:id="rId5"/>
    <p:sldId id="323" r:id="rId6"/>
    <p:sldId id="272" r:id="rId7"/>
    <p:sldId id="262" r:id="rId8"/>
    <p:sldId id="265" r:id="rId9"/>
    <p:sldId id="266" r:id="rId10"/>
    <p:sldId id="268" r:id="rId11"/>
    <p:sldId id="270" r:id="rId12"/>
    <p:sldId id="271" r:id="rId13"/>
    <p:sldId id="269" r:id="rId14"/>
    <p:sldId id="267" r:id="rId15"/>
    <p:sldId id="263" r:id="rId16"/>
    <p:sldId id="264" r:id="rId17"/>
    <p:sldId id="331" r:id="rId18"/>
    <p:sldId id="275" r:id="rId19"/>
    <p:sldId id="277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8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4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18/12/25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DICIEMBRE     CON DATOS DE NOVIEMBRE  2025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JEFE LUISA  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LIDERES  UNIDAD FUNCIONALIDAD GINECOLOGIA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36DCB49-138A-EB6E-71C9-BFD8120B739B}"/>
              </a:ext>
            </a:extLst>
          </p:cNvPr>
          <p:cNvSpPr txBox="1"/>
          <p:nvPr/>
        </p:nvSpPr>
        <p:spPr>
          <a:xfrm>
            <a:off x="2418835" y="2161174"/>
            <a:ext cx="7701348" cy="298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ORDEN DEL DIA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NOVIEMBRE de 2025 (disponible en ALMERA)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NOVIEMBRE  2025 ( médicos/ enfermería )</a:t>
            </a:r>
            <a:endParaRPr lang="es-CO" sz="12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  Resocialización de RUTA MATERNO PERINATAL  - servicio ginecología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7  Socializacion equipo de respuesta rápida </a:t>
            </a: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OTRA ACTIVADES 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s-CO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Arial Narrow" panose="020B0604020202020204" pitchFamily="34" charset="0"/>
              <a:buChar char="-"/>
            </a:pP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Socialización pruebas de bienestar fetal – residentes Medicina Familiar </a:t>
            </a:r>
            <a:endParaRPr lang="es-CO" sz="1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buFont typeface="Arial Narrow" panose="020B0604020202020204" pitchFamily="34" charset="0"/>
              <a:buChar char="-"/>
            </a:pP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Video lavado de manos – servicio enfermería </a:t>
            </a:r>
            <a:endParaRPr lang="es-CO" sz="1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 Narrow" panose="020B0604020202020204" pitchFamily="34" charset="0"/>
              <a:buChar char="-"/>
            </a:pPr>
            <a:r>
              <a:rPr lang="es-CO" sz="1200" dirty="0">
                <a:solidFill>
                  <a:srgbClr val="000000"/>
                </a:solidFill>
                <a:effectLst/>
                <a:latin typeface="Arial Narrow" panose="020B060402020202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Protocolo de baño de paciente - servicio enfermería</a:t>
            </a:r>
            <a:endParaRPr lang="es-CO" sz="12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FB8A01-7C30-FAB1-2EF2-388DDD1F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1E9C26D7-97AB-E1A0-4F89-A33F8C7DF636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60723C-045E-FBB4-2AA0-028F117C5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263" y="2168769"/>
            <a:ext cx="9422524" cy="44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2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8E563-9385-DD41-C798-53686B088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29992983-8331-5973-ED63-91E5ACED7B5C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COMPROMISOS 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AB3787B-5FE2-1760-D6B5-EC5280E78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646" y="2309447"/>
            <a:ext cx="9483969" cy="417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4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94F97-463B-721D-714B-0910873888D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71C5F601-8DC6-31FC-224E-EFCA02059FD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E785A28-F8D2-105D-44A0-F83A5713E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86" y="2205650"/>
            <a:ext cx="9323614" cy="379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9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D50408F-79E6-B4CD-6A0F-3FEB4D042EF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811AAB-EDC0-DB92-FED6-6F6672ED1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42" y="2155371"/>
            <a:ext cx="9013371" cy="355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07E0D9-373D-00EF-46CA-DC5F0BEE775A}"/>
              </a:ext>
            </a:extLst>
          </p:cNvPr>
          <p:cNvSpPr txBox="1">
            <a:spLocks/>
          </p:cNvSpPr>
          <p:nvPr/>
        </p:nvSpPr>
        <p:spPr>
          <a:xfrm>
            <a:off x="3058473" y="707775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DIAS ESTANCIA 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95F75325-14E7-7AC2-7AA3-085AAC0FDE44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A73721F-381E-2709-7FDE-6036792C70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15" y="2269671"/>
            <a:ext cx="10189028" cy="366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4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1A2D7-31D8-6B0F-41CA-BA51991C16BD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EGRESOS OBSTETRICOS   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FB92862-CF61-1F74-EB9F-FB7D0E100469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99DB99-169D-9C80-34B6-AA8AB6D3E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992" y="2334830"/>
            <a:ext cx="9780814" cy="377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B0F67-9AEB-2598-EF11-4AC9A955EC75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GIRO CAMA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19A11068-9215-7C12-0106-0D56B490BAE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D4CCED-5DB2-C14F-0167-A502D66C5A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156" y="2155372"/>
            <a:ext cx="9454243" cy="353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6419A7-4D7A-1813-E8F5-C0FC6207D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71" y="2269671"/>
            <a:ext cx="922564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2421500" y="37673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NACIMIENTOS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4868DF-400B-9A7E-220A-0610ADF9E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13" y="2296429"/>
            <a:ext cx="8997043" cy="366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17939AE9-6DB6-0024-A649-9A35EAB68E4D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30  % 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395820-C753-6477-910D-6D2F18166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16" y="2237014"/>
            <a:ext cx="9497755" cy="34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90D8F-9985-2C38-541E-E2D0E3BC2664}"/>
              </a:ext>
            </a:extLst>
          </p:cNvPr>
          <p:cNvSpPr txBox="1">
            <a:spLocks/>
          </p:cNvSpPr>
          <p:nvPr/>
        </p:nvSpPr>
        <p:spPr>
          <a:xfrm>
            <a:off x="2170489" y="650494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PARTOS VAGINALES      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8A49927C-C003-6C1C-F806-59ABC17AEAB9}"/>
              </a:ext>
            </a:extLst>
          </p:cNvPr>
          <p:cNvSpPr/>
          <p:nvPr/>
        </p:nvSpPr>
        <p:spPr>
          <a:xfrm>
            <a:off x="9989794" y="1272138"/>
            <a:ext cx="1458731" cy="6764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70   %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01F52A66-60EE-102F-1EE9-881AE3677E7E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D922B05-C537-5073-6FE2-D3FD4B50A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897" y="2294092"/>
            <a:ext cx="9910206" cy="391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85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32447A-42DF-C103-2A07-DAACB2F8A107}"/>
              </a:ext>
            </a:extLst>
          </p:cNvPr>
          <p:cNvSpPr txBox="1">
            <a:spLocks/>
          </p:cNvSpPr>
          <p:nvPr/>
        </p:nvSpPr>
        <p:spPr>
          <a:xfrm>
            <a:off x="1309877" y="556032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PORCENTAJE OCUPACIONAL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E1F6F71-A34F-09B7-4203-13B0CF407E1C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F44AAA-CBC0-BF1D-7C48-2E40CFED0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414" y="2171700"/>
            <a:ext cx="9029700" cy="367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38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9A5B8-96DE-2522-E340-CDF331D06D98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PROMEDIO DIAS DE ESTANCIA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E448DFC6-A936-389A-2AE5-33731812DA5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D3B5563-102B-8991-DE71-3E3291D3B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609" y="2090057"/>
            <a:ext cx="9123054" cy="345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310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8983F-EE12-83FF-3A15-D5241C4D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9823F-3DFE-8C0A-5801-65A3B77649E3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TRIAGE OBSTETRICO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F848406-444F-EBFE-125F-DC3C441ABB7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056890E-A627-4322-F511-B23F2D0510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599" y="2073729"/>
            <a:ext cx="7772400" cy="385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58256"/>
              </p:ext>
            </p:extLst>
          </p:nvPr>
        </p:nvGraphicFramePr>
        <p:xfrm>
          <a:off x="2545977" y="1399738"/>
          <a:ext cx="8199445" cy="44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NOVIEMBRE  2025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 ( PREECLAMPSIA 2 ECLAMPSIA 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7963</TotalTime>
  <Words>329</Words>
  <Application>Microsoft Macintosh PowerPoint</Application>
  <PresentationFormat>Panorámica</PresentationFormat>
  <Paragraphs>68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Aptos</vt:lpstr>
      <vt:lpstr>Arial</vt:lpstr>
      <vt:lpstr>Arial Narrow</vt:lpstr>
      <vt:lpstr>Calibri</vt:lpstr>
      <vt:lpstr>Calibri Light</vt:lpstr>
      <vt:lpstr>Helvetica</vt:lpstr>
      <vt:lpstr>Tahoma</vt:lpstr>
      <vt:lpstr>Times New Roman</vt:lpstr>
      <vt:lpstr>Tema de Office</vt:lpstr>
      <vt:lpstr>1_Tema de Office</vt:lpstr>
      <vt:lpstr>                  EQUIPO PRIMARIO GINECOLOGIA MES DE DICIEMBRE     CON DATOS DE NOVIEMBRE  2025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119</cp:revision>
  <dcterms:created xsi:type="dcterms:W3CDTF">2024-08-26T14:52:25Z</dcterms:created>
  <dcterms:modified xsi:type="dcterms:W3CDTF">2025-12-18T16:54:52Z</dcterms:modified>
</cp:coreProperties>
</file>