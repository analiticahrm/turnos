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91" r:id="rId4"/>
    <p:sldId id="293" r:id="rId5"/>
    <p:sldId id="301" r:id="rId6"/>
    <p:sldId id="372" r:id="rId7"/>
    <p:sldId id="370" r:id="rId8"/>
    <p:sldId id="382" r:id="rId9"/>
    <p:sldId id="393" r:id="rId10"/>
    <p:sldId id="383" r:id="rId11"/>
    <p:sldId id="384" r:id="rId12"/>
    <p:sldId id="394" r:id="rId13"/>
    <p:sldId id="395" r:id="rId14"/>
    <p:sldId id="396" r:id="rId15"/>
    <p:sldId id="391" r:id="rId16"/>
    <p:sldId id="392" r:id="rId17"/>
    <p:sldId id="381" r:id="rId18"/>
    <p:sldId id="385" r:id="rId19"/>
    <p:sldId id="363" r:id="rId20"/>
    <p:sldId id="388" r:id="rId21"/>
    <p:sldId id="386" r:id="rId22"/>
    <p:sldId id="387" r:id="rId23"/>
    <p:sldId id="259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2000" autoAdjust="0"/>
    <p:restoredTop sz="91753" autoAdjust="0"/>
  </p:normalViewPr>
  <p:slideViewPr>
    <p:cSldViewPr snapToGrid="0">
      <p:cViewPr varScale="1">
        <p:scale>
          <a:sx n="78" d="100"/>
          <a:sy n="78" d="100"/>
        </p:scale>
        <p:origin x="130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DY TOLEDO ROJAS" userId="c10416f8c6a8dd15" providerId="LiveId" clId="{41B6C3BB-9627-4210-8309-760118159455}"/>
    <pc:docChg chg="modSld">
      <pc:chgData name="LEIDY TOLEDO ROJAS" userId="c10416f8c6a8dd15" providerId="LiveId" clId="{41B6C3BB-9627-4210-8309-760118159455}" dt="2026-01-14T13:29:59.627" v="3" actId="20577"/>
      <pc:docMkLst>
        <pc:docMk/>
      </pc:docMkLst>
      <pc:sldChg chg="modSp mod">
        <pc:chgData name="LEIDY TOLEDO ROJAS" userId="c10416f8c6a8dd15" providerId="LiveId" clId="{41B6C3BB-9627-4210-8309-760118159455}" dt="2026-01-14T13:29:59.627" v="3" actId="20577"/>
        <pc:sldMkLst>
          <pc:docMk/>
          <pc:sldMk cId="3216495585" sldId="371"/>
        </pc:sldMkLst>
        <pc:spChg chg="mod">
          <ac:chgData name="LEIDY TOLEDO ROJAS" userId="c10416f8c6a8dd15" providerId="LiveId" clId="{41B6C3BB-9627-4210-8309-760118159455}" dt="2026-01-14T13:29:59.627" v="3" actId="20577"/>
          <ac:spMkLst>
            <pc:docMk/>
            <pc:sldMk cId="3216495585" sldId="371"/>
            <ac:spMk id="7" creationId="{ED6DB0B0-49E7-4959-ADB4-CBB748BFC3CC}"/>
          </ac:spMkLst>
        </pc:spChg>
      </pc:sldChg>
    </pc:docChg>
  </pc:docChgLst>
  <pc:docChgLst>
    <pc:chgData name="LEIDY TOLEDO ROJAS" userId="c10416f8c6a8dd15" providerId="LiveId" clId="{1B7C85DF-C6DF-4C8A-A7F0-6A26655CD861}"/>
    <pc:docChg chg="undo custSel addSld modSld sldOrd">
      <pc:chgData name="LEIDY TOLEDO ROJAS" userId="c10416f8c6a8dd15" providerId="LiveId" clId="{1B7C85DF-C6DF-4C8A-A7F0-6A26655CD861}" dt="2025-12-03T14:37:38.598" v="1881" actId="14100"/>
      <pc:docMkLst>
        <pc:docMk/>
      </pc:docMkLst>
      <pc:sldChg chg="modSp mod">
        <pc:chgData name="LEIDY TOLEDO ROJAS" userId="c10416f8c6a8dd15" providerId="LiveId" clId="{1B7C85DF-C6DF-4C8A-A7F0-6A26655CD861}" dt="2025-12-02T14:34:56.849" v="1061" actId="20577"/>
        <pc:sldMkLst>
          <pc:docMk/>
          <pc:sldMk cId="571115019" sldId="258"/>
        </pc:sldMkLst>
        <pc:spChg chg="mod">
          <ac:chgData name="LEIDY TOLEDO ROJAS" userId="c10416f8c6a8dd15" providerId="LiveId" clId="{1B7C85DF-C6DF-4C8A-A7F0-6A26655CD861}" dt="2025-12-02T14:34:56.849" v="1061" actId="20577"/>
          <ac:spMkLst>
            <pc:docMk/>
            <pc:sldMk cId="571115019" sldId="258"/>
            <ac:spMk id="3" creationId="{4F7559F5-0BE3-46D7-9CCE-7216A049AD23}"/>
          </ac:spMkLst>
        </pc:spChg>
      </pc:sldChg>
      <pc:sldChg chg="modSp mod">
        <pc:chgData name="LEIDY TOLEDO ROJAS" userId="c10416f8c6a8dd15" providerId="LiveId" clId="{1B7C85DF-C6DF-4C8A-A7F0-6A26655CD861}" dt="2025-12-02T14:36:26.163" v="1094" actId="20577"/>
        <pc:sldMkLst>
          <pc:docMk/>
          <pc:sldMk cId="1986252075" sldId="341"/>
        </pc:sldMkLst>
        <pc:spChg chg="mod">
          <ac:chgData name="LEIDY TOLEDO ROJAS" userId="c10416f8c6a8dd15" providerId="LiveId" clId="{1B7C85DF-C6DF-4C8A-A7F0-6A26655CD861}" dt="2025-12-02T04:28:28.927" v="837" actId="6549"/>
          <ac:spMkLst>
            <pc:docMk/>
            <pc:sldMk cId="1986252075" sldId="341"/>
            <ac:spMk id="6" creationId="{B77C2D3C-3365-487D-9EA7-9C52C559DF98}"/>
          </ac:spMkLst>
        </pc:spChg>
        <pc:spChg chg="mod">
          <ac:chgData name="LEIDY TOLEDO ROJAS" userId="c10416f8c6a8dd15" providerId="LiveId" clId="{1B7C85DF-C6DF-4C8A-A7F0-6A26655CD861}" dt="2025-12-02T14:36:26.163" v="1094" actId="20577"/>
          <ac:spMkLst>
            <pc:docMk/>
            <pc:sldMk cId="1986252075" sldId="341"/>
            <ac:spMk id="7" creationId="{95BA3522-DEC5-4F0E-9C3A-73F43DD5FF21}"/>
          </ac:spMkLst>
        </pc:spChg>
      </pc:sldChg>
      <pc:sldChg chg="modSp mod">
        <pc:chgData name="LEIDY TOLEDO ROJAS" userId="c10416f8c6a8dd15" providerId="LiveId" clId="{1B7C85DF-C6DF-4C8A-A7F0-6A26655CD861}" dt="2025-12-02T02:43:44.479" v="728" actId="207"/>
        <pc:sldMkLst>
          <pc:docMk/>
          <pc:sldMk cId="3550543332" sldId="360"/>
        </pc:sldMkLst>
        <pc:spChg chg="mod">
          <ac:chgData name="LEIDY TOLEDO ROJAS" userId="c10416f8c6a8dd15" providerId="LiveId" clId="{1B7C85DF-C6DF-4C8A-A7F0-6A26655CD861}" dt="2025-12-02T02:43:44.479" v="728" actId="207"/>
          <ac:spMkLst>
            <pc:docMk/>
            <pc:sldMk cId="3550543332" sldId="360"/>
            <ac:spMk id="4" creationId="{37F62C7E-6ACD-406A-A039-C71AEF9CBB8E}"/>
          </ac:spMkLst>
        </pc:spChg>
      </pc:sldChg>
      <pc:sldChg chg="modSp mod">
        <pc:chgData name="LEIDY TOLEDO ROJAS" userId="c10416f8c6a8dd15" providerId="LiveId" clId="{1B7C85DF-C6DF-4C8A-A7F0-6A26655CD861}" dt="2025-12-02T04:25:35.581" v="832" actId="20577"/>
        <pc:sldMkLst>
          <pc:docMk/>
          <pc:sldMk cId="2120285162" sldId="363"/>
        </pc:sldMkLst>
        <pc:spChg chg="mod">
          <ac:chgData name="LEIDY TOLEDO ROJAS" userId="c10416f8c6a8dd15" providerId="LiveId" clId="{1B7C85DF-C6DF-4C8A-A7F0-6A26655CD861}" dt="2025-12-02T04:25:35.581" v="832" actId="20577"/>
          <ac:spMkLst>
            <pc:docMk/>
            <pc:sldMk cId="2120285162" sldId="363"/>
            <ac:spMk id="4" creationId="{37F62C7E-6ACD-406A-A039-C71AEF9CBB8E}"/>
          </ac:spMkLst>
        </pc:spChg>
      </pc:sldChg>
      <pc:sldChg chg="modSp mod modShow">
        <pc:chgData name="LEIDY TOLEDO ROJAS" userId="c10416f8c6a8dd15" providerId="LiveId" clId="{1B7C85DF-C6DF-4C8A-A7F0-6A26655CD861}" dt="2025-12-02T16:49:53.673" v="1810" actId="20577"/>
        <pc:sldMkLst>
          <pc:docMk/>
          <pc:sldMk cId="2771475450" sldId="369"/>
        </pc:sldMkLst>
        <pc:spChg chg="mod">
          <ac:chgData name="LEIDY TOLEDO ROJAS" userId="c10416f8c6a8dd15" providerId="LiveId" clId="{1B7C85DF-C6DF-4C8A-A7F0-6A26655CD861}" dt="2025-12-01T17:04:03.187" v="527" actId="1036"/>
          <ac:spMkLst>
            <pc:docMk/>
            <pc:sldMk cId="2771475450" sldId="369"/>
            <ac:spMk id="2" creationId="{F93DC04A-55AE-4227-9F17-1755F6F4C8B9}"/>
          </ac:spMkLst>
        </pc:spChg>
        <pc:spChg chg="mod">
          <ac:chgData name="LEIDY TOLEDO ROJAS" userId="c10416f8c6a8dd15" providerId="LiveId" clId="{1B7C85DF-C6DF-4C8A-A7F0-6A26655CD861}" dt="2025-12-02T16:49:53.673" v="1810" actId="20577"/>
          <ac:spMkLst>
            <pc:docMk/>
            <pc:sldMk cId="2771475450" sldId="369"/>
            <ac:spMk id="13" creationId="{F0C006F2-4E19-4A34-9FDF-DD22D011EB0C}"/>
          </ac:spMkLst>
        </pc:spChg>
      </pc:sldChg>
      <pc:sldChg chg="addSp delSp modSp mod">
        <pc:chgData name="LEIDY TOLEDO ROJAS" userId="c10416f8c6a8dd15" providerId="LiveId" clId="{1B7C85DF-C6DF-4C8A-A7F0-6A26655CD861}" dt="2025-12-03T14:36:38.507" v="1860" actId="1076"/>
        <pc:sldMkLst>
          <pc:docMk/>
          <pc:sldMk cId="2197530608" sldId="370"/>
        </pc:sldMkLst>
        <pc:spChg chg="mod">
          <ac:chgData name="LEIDY TOLEDO ROJAS" userId="c10416f8c6a8dd15" providerId="LiveId" clId="{1B7C85DF-C6DF-4C8A-A7F0-6A26655CD861}" dt="2025-12-02T15:55:09.223" v="1574" actId="20577"/>
          <ac:spMkLst>
            <pc:docMk/>
            <pc:sldMk cId="2197530608" sldId="370"/>
            <ac:spMk id="7" creationId="{CE4EF4D5-CDBB-4E25-89BF-A03D7CB3AB28}"/>
          </ac:spMkLst>
        </pc:spChg>
        <pc:spChg chg="mod">
          <ac:chgData name="LEIDY TOLEDO ROJAS" userId="c10416f8c6a8dd15" providerId="LiveId" clId="{1B7C85DF-C6DF-4C8A-A7F0-6A26655CD861}" dt="2025-12-03T14:36:26.256" v="1854" actId="1076"/>
          <ac:spMkLst>
            <pc:docMk/>
            <pc:sldMk cId="2197530608" sldId="370"/>
            <ac:spMk id="9" creationId="{7BC085ED-D63A-4E3C-812F-2452E26905D0}"/>
          </ac:spMkLst>
        </pc:spChg>
        <pc:picChg chg="add del mod modCrop">
          <ac:chgData name="LEIDY TOLEDO ROJAS" userId="c10416f8c6a8dd15" providerId="LiveId" clId="{1B7C85DF-C6DF-4C8A-A7F0-6A26655CD861}" dt="2025-12-03T14:35:53.742" v="1841" actId="22"/>
          <ac:picMkLst>
            <pc:docMk/>
            <pc:sldMk cId="2197530608" sldId="370"/>
            <ac:picMk id="3" creationId="{08D650FB-5344-47EE-BD50-C18FC9967302}"/>
          </ac:picMkLst>
        </pc:picChg>
        <pc:picChg chg="add mod modCrop">
          <ac:chgData name="LEIDY TOLEDO ROJAS" userId="c10416f8c6a8dd15" providerId="LiveId" clId="{1B7C85DF-C6DF-4C8A-A7F0-6A26655CD861}" dt="2025-12-03T14:36:36.943" v="1859" actId="1076"/>
          <ac:picMkLst>
            <pc:docMk/>
            <pc:sldMk cId="2197530608" sldId="370"/>
            <ac:picMk id="6" creationId="{54083C58-CBFA-4E4D-920F-B17DBDA8FAFB}"/>
          </ac:picMkLst>
        </pc:picChg>
        <pc:picChg chg="add del mod">
          <ac:chgData name="LEIDY TOLEDO ROJAS" userId="c10416f8c6a8dd15" providerId="LiveId" clId="{1B7C85DF-C6DF-4C8A-A7F0-6A26655CD861}" dt="2025-12-03T14:36:38.507" v="1860" actId="1076"/>
          <ac:picMkLst>
            <pc:docMk/>
            <pc:sldMk cId="2197530608" sldId="370"/>
            <ac:picMk id="11" creationId="{E4A4B7C8-602D-45B5-80EE-A0A2DB7F0387}"/>
          </ac:picMkLst>
        </pc:picChg>
      </pc:sldChg>
      <pc:sldChg chg="modSp mod">
        <pc:chgData name="LEIDY TOLEDO ROJAS" userId="c10416f8c6a8dd15" providerId="LiveId" clId="{1B7C85DF-C6DF-4C8A-A7F0-6A26655CD861}" dt="2025-12-02T15:38:40.230" v="1427" actId="1076"/>
        <pc:sldMkLst>
          <pc:docMk/>
          <pc:sldMk cId="3216495585" sldId="371"/>
        </pc:sldMkLst>
        <pc:spChg chg="mod">
          <ac:chgData name="LEIDY TOLEDO ROJAS" userId="c10416f8c6a8dd15" providerId="LiveId" clId="{1B7C85DF-C6DF-4C8A-A7F0-6A26655CD861}" dt="2025-12-02T15:38:33.777" v="1422" actId="1076"/>
          <ac:spMkLst>
            <pc:docMk/>
            <pc:sldMk cId="3216495585" sldId="371"/>
            <ac:spMk id="2" creationId="{E3AA9535-F858-4BA4-AE16-10C17CB866EC}"/>
          </ac:spMkLst>
        </pc:spChg>
        <pc:picChg chg="mod">
          <ac:chgData name="LEIDY TOLEDO ROJAS" userId="c10416f8c6a8dd15" providerId="LiveId" clId="{1B7C85DF-C6DF-4C8A-A7F0-6A26655CD861}" dt="2025-12-02T15:38:38.954" v="1426" actId="14100"/>
          <ac:picMkLst>
            <pc:docMk/>
            <pc:sldMk cId="3216495585" sldId="371"/>
            <ac:picMk id="3" creationId="{E1F375AF-BF35-4F56-8792-2B89B9E6B8BE}"/>
          </ac:picMkLst>
        </pc:picChg>
        <pc:picChg chg="mod">
          <ac:chgData name="LEIDY TOLEDO ROJAS" userId="c10416f8c6a8dd15" providerId="LiveId" clId="{1B7C85DF-C6DF-4C8A-A7F0-6A26655CD861}" dt="2025-12-02T15:38:40.230" v="1427" actId="1076"/>
          <ac:picMkLst>
            <pc:docMk/>
            <pc:sldMk cId="3216495585" sldId="371"/>
            <ac:picMk id="15" creationId="{5E9E3F28-43CD-477A-B824-D50C98F335D6}"/>
          </ac:picMkLst>
        </pc:picChg>
      </pc:sldChg>
      <pc:sldChg chg="modSp mod ord">
        <pc:chgData name="LEIDY TOLEDO ROJAS" userId="c10416f8c6a8dd15" providerId="LiveId" clId="{1B7C85DF-C6DF-4C8A-A7F0-6A26655CD861}" dt="2025-12-02T15:50:23.218" v="1554" actId="1076"/>
        <pc:sldMkLst>
          <pc:docMk/>
          <pc:sldMk cId="1024722523" sldId="372"/>
        </pc:sldMkLst>
        <pc:spChg chg="mod">
          <ac:chgData name="LEIDY TOLEDO ROJAS" userId="c10416f8c6a8dd15" providerId="LiveId" clId="{1B7C85DF-C6DF-4C8A-A7F0-6A26655CD861}" dt="2025-12-02T15:50:07.448" v="1535" actId="404"/>
          <ac:spMkLst>
            <pc:docMk/>
            <pc:sldMk cId="1024722523" sldId="372"/>
            <ac:spMk id="5" creationId="{6DE98070-1D4E-482E-88B9-B10579D10416}"/>
          </ac:spMkLst>
        </pc:spChg>
        <pc:spChg chg="mod">
          <ac:chgData name="LEIDY TOLEDO ROJAS" userId="c10416f8c6a8dd15" providerId="LiveId" clId="{1B7C85DF-C6DF-4C8A-A7F0-6A26655CD861}" dt="2025-12-02T15:50:23.218" v="1554" actId="1076"/>
          <ac:spMkLst>
            <pc:docMk/>
            <pc:sldMk cId="1024722523" sldId="372"/>
            <ac:spMk id="6" creationId="{3DE042AA-BF33-4A5B-94FE-92F34884DC50}"/>
          </ac:spMkLst>
        </pc:spChg>
        <pc:picChg chg="mod">
          <ac:chgData name="LEIDY TOLEDO ROJAS" userId="c10416f8c6a8dd15" providerId="LiveId" clId="{1B7C85DF-C6DF-4C8A-A7F0-6A26655CD861}" dt="2025-12-02T15:50:09.024" v="1536" actId="1076"/>
          <ac:picMkLst>
            <pc:docMk/>
            <pc:sldMk cId="1024722523" sldId="372"/>
            <ac:picMk id="3" creationId="{224617A0-A0A4-4EE2-A38E-65F9FD1F4FCA}"/>
          </ac:picMkLst>
        </pc:picChg>
      </pc:sldChg>
      <pc:sldChg chg="addSp modSp mod">
        <pc:chgData name="LEIDY TOLEDO ROJAS" userId="c10416f8c6a8dd15" providerId="LiveId" clId="{1B7C85DF-C6DF-4C8A-A7F0-6A26655CD861}" dt="2025-12-03T14:37:01.737" v="1869" actId="1076"/>
        <pc:sldMkLst>
          <pc:docMk/>
          <pc:sldMk cId="3926097301" sldId="373"/>
        </pc:sldMkLst>
        <pc:spChg chg="mod">
          <ac:chgData name="LEIDY TOLEDO ROJAS" userId="c10416f8c6a8dd15" providerId="LiveId" clId="{1B7C85DF-C6DF-4C8A-A7F0-6A26655CD861}" dt="2025-12-02T02:41:26.809" v="682" actId="20577"/>
          <ac:spMkLst>
            <pc:docMk/>
            <pc:sldMk cId="3926097301" sldId="373"/>
            <ac:spMk id="5" creationId="{D95CD314-20C1-4AC4-BE43-B143069FB229}"/>
          </ac:spMkLst>
        </pc:spChg>
        <pc:spChg chg="mod">
          <ac:chgData name="LEIDY TOLEDO ROJAS" userId="c10416f8c6a8dd15" providerId="LiveId" clId="{1B7C85DF-C6DF-4C8A-A7F0-6A26655CD861}" dt="2025-12-02T15:55:36.963" v="1580" actId="20577"/>
          <ac:spMkLst>
            <pc:docMk/>
            <pc:sldMk cId="3926097301" sldId="373"/>
            <ac:spMk id="6" creationId="{D161724C-544C-4A1D-9C52-9C1F9022D071}"/>
          </ac:spMkLst>
        </pc:spChg>
        <pc:spChg chg="mod">
          <ac:chgData name="LEIDY TOLEDO ROJAS" userId="c10416f8c6a8dd15" providerId="LiveId" clId="{1B7C85DF-C6DF-4C8A-A7F0-6A26655CD861}" dt="2025-12-03T14:36:56.674" v="1865" actId="1076"/>
          <ac:spMkLst>
            <pc:docMk/>
            <pc:sldMk cId="3926097301" sldId="373"/>
            <ac:spMk id="7" creationId="{1885E948-CB5E-4AAE-902E-9FD47EDF365C}"/>
          </ac:spMkLst>
        </pc:spChg>
        <pc:picChg chg="add mod">
          <ac:chgData name="LEIDY TOLEDO ROJAS" userId="c10416f8c6a8dd15" providerId="LiveId" clId="{1B7C85DF-C6DF-4C8A-A7F0-6A26655CD861}" dt="2025-12-03T14:37:01.737" v="1869" actId="1076"/>
          <ac:picMkLst>
            <pc:docMk/>
            <pc:sldMk cId="3926097301" sldId="373"/>
            <ac:picMk id="8" creationId="{5943C6F9-0E5E-4DD9-BE30-3DE8210CCED8}"/>
          </ac:picMkLst>
        </pc:picChg>
      </pc:sldChg>
      <pc:sldChg chg="modSp mod ord">
        <pc:chgData name="LEIDY TOLEDO ROJAS" userId="c10416f8c6a8dd15" providerId="LiveId" clId="{1B7C85DF-C6DF-4C8A-A7F0-6A26655CD861}" dt="2025-12-02T15:42:36.240" v="1465" actId="1035"/>
        <pc:sldMkLst>
          <pc:docMk/>
          <pc:sldMk cId="3367846665" sldId="374"/>
        </pc:sldMkLst>
        <pc:spChg chg="mod">
          <ac:chgData name="LEIDY TOLEDO ROJAS" userId="c10416f8c6a8dd15" providerId="LiveId" clId="{1B7C85DF-C6DF-4C8A-A7F0-6A26655CD861}" dt="2025-12-02T15:42:36.240" v="1465" actId="1035"/>
          <ac:spMkLst>
            <pc:docMk/>
            <pc:sldMk cId="3367846665" sldId="374"/>
            <ac:spMk id="10" creationId="{0976A955-917C-4AE7-B306-DD18330CF21D}"/>
          </ac:spMkLst>
        </pc:spChg>
      </pc:sldChg>
      <pc:sldChg chg="modSp mod">
        <pc:chgData name="LEIDY TOLEDO ROJAS" userId="c10416f8c6a8dd15" providerId="LiveId" clId="{1B7C85DF-C6DF-4C8A-A7F0-6A26655CD861}" dt="2025-12-01T17:03:32.270" v="525" actId="113"/>
        <pc:sldMkLst>
          <pc:docMk/>
          <pc:sldMk cId="1219504131" sldId="375"/>
        </pc:sldMkLst>
        <pc:spChg chg="mod">
          <ac:chgData name="LEIDY TOLEDO ROJAS" userId="c10416f8c6a8dd15" providerId="LiveId" clId="{1B7C85DF-C6DF-4C8A-A7F0-6A26655CD861}" dt="2025-12-01T17:03:32.270" v="525" actId="113"/>
          <ac:spMkLst>
            <pc:docMk/>
            <pc:sldMk cId="1219504131" sldId="375"/>
            <ac:spMk id="4" creationId="{74B8CC86-FE67-40DF-8FF4-FE021016ADF1}"/>
          </ac:spMkLst>
        </pc:spChg>
      </pc:sldChg>
      <pc:sldChg chg="modSp mod">
        <pc:chgData name="LEIDY TOLEDO ROJAS" userId="c10416f8c6a8dd15" providerId="LiveId" clId="{1B7C85DF-C6DF-4C8A-A7F0-6A26655CD861}" dt="2025-12-02T16:47:17.960" v="1601" actId="20577"/>
        <pc:sldMkLst>
          <pc:docMk/>
          <pc:sldMk cId="4189777080" sldId="376"/>
        </pc:sldMkLst>
        <pc:spChg chg="mod">
          <ac:chgData name="LEIDY TOLEDO ROJAS" userId="c10416f8c6a8dd15" providerId="LiveId" clId="{1B7C85DF-C6DF-4C8A-A7F0-6A26655CD861}" dt="2025-12-02T04:25:18.234" v="828" actId="14100"/>
          <ac:spMkLst>
            <pc:docMk/>
            <pc:sldMk cId="4189777080" sldId="376"/>
            <ac:spMk id="3" creationId="{EB2AB518-DFA9-AEBD-0444-BEF3B3902C5A}"/>
          </ac:spMkLst>
        </pc:spChg>
        <pc:spChg chg="mod">
          <ac:chgData name="LEIDY TOLEDO ROJAS" userId="c10416f8c6a8dd15" providerId="LiveId" clId="{1B7C85DF-C6DF-4C8A-A7F0-6A26655CD861}" dt="2025-12-02T16:47:17.960" v="1601" actId="20577"/>
          <ac:spMkLst>
            <pc:docMk/>
            <pc:sldMk cId="4189777080" sldId="376"/>
            <ac:spMk id="4" creationId="{37F62C7E-6ACD-406A-A039-C71AEF9CBB8E}"/>
          </ac:spMkLst>
        </pc:spChg>
      </pc:sldChg>
      <pc:sldChg chg="addSp delSp modSp add mod ord modNotesTx">
        <pc:chgData name="LEIDY TOLEDO ROJAS" userId="c10416f8c6a8dd15" providerId="LiveId" clId="{1B7C85DF-C6DF-4C8A-A7F0-6A26655CD861}" dt="2025-12-02T14:46:43.490" v="1110" actId="20577"/>
        <pc:sldMkLst>
          <pc:docMk/>
          <pc:sldMk cId="3239368325" sldId="377"/>
        </pc:sldMkLst>
        <pc:spChg chg="del">
          <ac:chgData name="LEIDY TOLEDO ROJAS" userId="c10416f8c6a8dd15" providerId="LiveId" clId="{1B7C85DF-C6DF-4C8A-A7F0-6A26655CD861}" dt="2025-12-01T16:56:33.223" v="3" actId="478"/>
          <ac:spMkLst>
            <pc:docMk/>
            <pc:sldMk cId="3239368325" sldId="377"/>
            <ac:spMk id="3" creationId="{EB2AB518-DFA9-AEBD-0444-BEF3B3902C5A}"/>
          </ac:spMkLst>
        </pc:spChg>
        <pc:spChg chg="del">
          <ac:chgData name="LEIDY TOLEDO ROJAS" userId="c10416f8c6a8dd15" providerId="LiveId" clId="{1B7C85DF-C6DF-4C8A-A7F0-6A26655CD861}" dt="2025-12-01T16:56:34.952" v="4" actId="478"/>
          <ac:spMkLst>
            <pc:docMk/>
            <pc:sldMk cId="3239368325" sldId="377"/>
            <ac:spMk id="4" creationId="{37F62C7E-6ACD-406A-A039-C71AEF9CBB8E}"/>
          </ac:spMkLst>
        </pc:spChg>
        <pc:spChg chg="add mod">
          <ac:chgData name="LEIDY TOLEDO ROJAS" userId="c10416f8c6a8dd15" providerId="LiveId" clId="{1B7C85DF-C6DF-4C8A-A7F0-6A26655CD861}" dt="2025-12-01T16:57:11.425" v="19" actId="207"/>
          <ac:spMkLst>
            <pc:docMk/>
            <pc:sldMk cId="3239368325" sldId="377"/>
            <ac:spMk id="5" creationId="{A014D75A-0D3D-49B2-851B-9DDE42038741}"/>
          </ac:spMkLst>
        </pc:spChg>
        <pc:spChg chg="add mod">
          <ac:chgData name="LEIDY TOLEDO ROJAS" userId="c10416f8c6a8dd15" providerId="LiveId" clId="{1B7C85DF-C6DF-4C8A-A7F0-6A26655CD861}" dt="2025-12-02T04:23:06.128" v="810" actId="20577"/>
          <ac:spMkLst>
            <pc:docMk/>
            <pc:sldMk cId="3239368325" sldId="377"/>
            <ac:spMk id="6" creationId="{D0483439-186C-42F7-A5F2-BA88717F8597}"/>
          </ac:spMkLst>
        </pc:spChg>
        <pc:spChg chg="add mod">
          <ac:chgData name="LEIDY TOLEDO ROJAS" userId="c10416f8c6a8dd15" providerId="LiveId" clId="{1B7C85DF-C6DF-4C8A-A7F0-6A26655CD861}" dt="2025-12-02T14:46:43.490" v="1110" actId="20577"/>
          <ac:spMkLst>
            <pc:docMk/>
            <pc:sldMk cId="3239368325" sldId="377"/>
            <ac:spMk id="7" creationId="{FAA7EF11-8FBA-4799-B38C-3F330F53BB8F}"/>
          </ac:spMkLst>
        </pc:spChg>
      </pc:sldChg>
      <pc:sldChg chg="addSp delSp modSp add mod ord">
        <pc:chgData name="LEIDY TOLEDO ROJAS" userId="c10416f8c6a8dd15" providerId="LiveId" clId="{1B7C85DF-C6DF-4C8A-A7F0-6A26655CD861}" dt="2025-12-02T15:53:09.093" v="1558" actId="1076"/>
        <pc:sldMkLst>
          <pc:docMk/>
          <pc:sldMk cId="171014289" sldId="378"/>
        </pc:sldMkLst>
        <pc:spChg chg="add mod">
          <ac:chgData name="LEIDY TOLEDO ROJAS" userId="c10416f8c6a8dd15" providerId="LiveId" clId="{1B7C85DF-C6DF-4C8A-A7F0-6A26655CD861}" dt="2025-12-02T15:53:06.856" v="1557" actId="1076"/>
          <ac:spMkLst>
            <pc:docMk/>
            <pc:sldMk cId="171014289" sldId="378"/>
            <ac:spMk id="2" creationId="{EF929556-794C-4283-97FB-CC0765B7F669}"/>
          </ac:spMkLst>
        </pc:spChg>
        <pc:spChg chg="del">
          <ac:chgData name="LEIDY TOLEDO ROJAS" userId="c10416f8c6a8dd15" providerId="LiveId" clId="{1B7C85DF-C6DF-4C8A-A7F0-6A26655CD861}" dt="2025-12-01T17:03:19.104" v="523" actId="478"/>
          <ac:spMkLst>
            <pc:docMk/>
            <pc:sldMk cId="171014289" sldId="378"/>
            <ac:spMk id="3" creationId="{EB2AB518-DFA9-AEBD-0444-BEF3B3902C5A}"/>
          </ac:spMkLst>
        </pc:spChg>
        <pc:spChg chg="del">
          <ac:chgData name="LEIDY TOLEDO ROJAS" userId="c10416f8c6a8dd15" providerId="LiveId" clId="{1B7C85DF-C6DF-4C8A-A7F0-6A26655CD861}" dt="2025-12-01T17:03:21.676" v="524" actId="478"/>
          <ac:spMkLst>
            <pc:docMk/>
            <pc:sldMk cId="171014289" sldId="378"/>
            <ac:spMk id="4" creationId="{37F62C7E-6ACD-406A-A039-C71AEF9CBB8E}"/>
          </ac:spMkLst>
        </pc:spChg>
        <pc:spChg chg="add mod">
          <ac:chgData name="LEIDY TOLEDO ROJAS" userId="c10416f8c6a8dd15" providerId="LiveId" clId="{1B7C85DF-C6DF-4C8A-A7F0-6A26655CD861}" dt="2025-12-02T15:53:09.093" v="1558" actId="1076"/>
          <ac:spMkLst>
            <pc:docMk/>
            <pc:sldMk cId="171014289" sldId="378"/>
            <ac:spMk id="5" creationId="{95AB9E3B-14E4-419A-B50A-D45B844D1AB8}"/>
          </ac:spMkLst>
        </pc:spChg>
        <pc:picChg chg="add mod">
          <ac:chgData name="LEIDY TOLEDO ROJAS" userId="c10416f8c6a8dd15" providerId="LiveId" clId="{1B7C85DF-C6DF-4C8A-A7F0-6A26655CD861}" dt="2025-12-02T15:53:03.997" v="1556" actId="1076"/>
          <ac:picMkLst>
            <pc:docMk/>
            <pc:sldMk cId="171014289" sldId="378"/>
            <ac:picMk id="7" creationId="{CD820674-F8FB-4E4F-BE9F-26D3742508C4}"/>
          </ac:picMkLst>
        </pc:picChg>
      </pc:sldChg>
      <pc:sldChg chg="addSp delSp modSp add mod ord">
        <pc:chgData name="LEIDY TOLEDO ROJAS" userId="c10416f8c6a8dd15" providerId="LiveId" clId="{1B7C85DF-C6DF-4C8A-A7F0-6A26655CD861}" dt="2025-12-03T14:37:38.598" v="1881" actId="14100"/>
        <pc:sldMkLst>
          <pc:docMk/>
          <pc:sldMk cId="1665025565" sldId="379"/>
        </pc:sldMkLst>
        <pc:spChg chg="del">
          <ac:chgData name="LEIDY TOLEDO ROJAS" userId="c10416f8c6a8dd15" providerId="LiveId" clId="{1B7C85DF-C6DF-4C8A-A7F0-6A26655CD861}" dt="2025-12-02T02:40:32.490" v="618" actId="478"/>
          <ac:spMkLst>
            <pc:docMk/>
            <pc:sldMk cId="1665025565" sldId="379"/>
            <ac:spMk id="3" creationId="{EB2AB518-DFA9-AEBD-0444-BEF3B3902C5A}"/>
          </ac:spMkLst>
        </pc:spChg>
        <pc:spChg chg="del">
          <ac:chgData name="LEIDY TOLEDO ROJAS" userId="c10416f8c6a8dd15" providerId="LiveId" clId="{1B7C85DF-C6DF-4C8A-A7F0-6A26655CD861}" dt="2025-12-02T02:40:34.536" v="619" actId="478"/>
          <ac:spMkLst>
            <pc:docMk/>
            <pc:sldMk cId="1665025565" sldId="379"/>
            <ac:spMk id="4" creationId="{37F62C7E-6ACD-406A-A039-C71AEF9CBB8E}"/>
          </ac:spMkLst>
        </pc:spChg>
        <pc:spChg chg="add mod">
          <ac:chgData name="LEIDY TOLEDO ROJAS" userId="c10416f8c6a8dd15" providerId="LiveId" clId="{1B7C85DF-C6DF-4C8A-A7F0-6A26655CD861}" dt="2025-12-03T14:37:20.838" v="1874" actId="1076"/>
          <ac:spMkLst>
            <pc:docMk/>
            <pc:sldMk cId="1665025565" sldId="379"/>
            <ac:spMk id="7" creationId="{69D1AF68-2837-4E82-850A-5B9E4B6D37DF}"/>
          </ac:spMkLst>
        </pc:spChg>
        <pc:spChg chg="add mod">
          <ac:chgData name="LEIDY TOLEDO ROJAS" userId="c10416f8c6a8dd15" providerId="LiveId" clId="{1B7C85DF-C6DF-4C8A-A7F0-6A26655CD861}" dt="2025-12-03T14:37:22.618" v="1875" actId="1076"/>
          <ac:spMkLst>
            <pc:docMk/>
            <pc:sldMk cId="1665025565" sldId="379"/>
            <ac:spMk id="8" creationId="{04706CEF-06FA-457D-8EB8-06C3D4446DB9}"/>
          </ac:spMkLst>
        </pc:spChg>
        <pc:spChg chg="add mod">
          <ac:chgData name="LEIDY TOLEDO ROJAS" userId="c10416f8c6a8dd15" providerId="LiveId" clId="{1B7C85DF-C6DF-4C8A-A7F0-6A26655CD861}" dt="2025-12-03T14:37:24.512" v="1876" actId="1076"/>
          <ac:spMkLst>
            <pc:docMk/>
            <pc:sldMk cId="1665025565" sldId="379"/>
            <ac:spMk id="9" creationId="{10C27C79-01E3-4F6E-B976-EC1F5A4B3B00}"/>
          </ac:spMkLst>
        </pc:spChg>
        <pc:picChg chg="add del mod">
          <ac:chgData name="LEIDY TOLEDO ROJAS" userId="c10416f8c6a8dd15" providerId="LiveId" clId="{1B7C85DF-C6DF-4C8A-A7F0-6A26655CD861}" dt="2025-12-02T02:41:39.067" v="686" actId="478"/>
          <ac:picMkLst>
            <pc:docMk/>
            <pc:sldMk cId="1665025565" sldId="379"/>
            <ac:picMk id="5" creationId="{23579337-5F91-4CED-BE8F-4146B86E3957}"/>
          </ac:picMkLst>
        </pc:picChg>
        <pc:picChg chg="add mod">
          <ac:chgData name="LEIDY TOLEDO ROJAS" userId="c10416f8c6a8dd15" providerId="LiveId" clId="{1B7C85DF-C6DF-4C8A-A7F0-6A26655CD861}" dt="2025-12-03T14:37:38.598" v="1881" actId="14100"/>
          <ac:picMkLst>
            <pc:docMk/>
            <pc:sldMk cId="1665025565" sldId="379"/>
            <ac:picMk id="5" creationId="{9DF9F122-4194-4780-878B-6380ACB62023}"/>
          </ac:picMkLst>
        </pc:picChg>
      </pc:sldChg>
      <pc:sldChg chg="addSp delSp modSp add mod">
        <pc:chgData name="LEIDY TOLEDO ROJAS" userId="c10416f8c6a8dd15" providerId="LiveId" clId="{1B7C85DF-C6DF-4C8A-A7F0-6A26655CD861}" dt="2025-12-02T02:43:31.033" v="727" actId="20577"/>
        <pc:sldMkLst>
          <pc:docMk/>
          <pc:sldMk cId="2147134503" sldId="380"/>
        </pc:sldMkLst>
        <pc:spChg chg="add mod">
          <ac:chgData name="LEIDY TOLEDO ROJAS" userId="c10416f8c6a8dd15" providerId="LiveId" clId="{1B7C85DF-C6DF-4C8A-A7F0-6A26655CD861}" dt="2025-12-02T02:43:31.033" v="727" actId="20577"/>
          <ac:spMkLst>
            <pc:docMk/>
            <pc:sldMk cId="2147134503" sldId="380"/>
            <ac:spMk id="6" creationId="{4D170EE2-89E6-4F39-8672-91E37DA969C9}"/>
          </ac:spMkLst>
        </pc:spChg>
        <pc:spChg chg="del">
          <ac:chgData name="LEIDY TOLEDO ROJAS" userId="c10416f8c6a8dd15" providerId="LiveId" clId="{1B7C85DF-C6DF-4C8A-A7F0-6A26655CD861}" dt="2025-12-02T02:42:28.484" v="694" actId="478"/>
          <ac:spMkLst>
            <pc:docMk/>
            <pc:sldMk cId="2147134503" sldId="380"/>
            <ac:spMk id="7" creationId="{69D1AF68-2837-4E82-850A-5B9E4B6D37DF}"/>
          </ac:spMkLst>
        </pc:spChg>
        <pc:picChg chg="mod">
          <ac:chgData name="LEIDY TOLEDO ROJAS" userId="c10416f8c6a8dd15" providerId="LiveId" clId="{1B7C85DF-C6DF-4C8A-A7F0-6A26655CD861}" dt="2025-12-02T02:42:51.901" v="702" actId="1076"/>
          <ac:picMkLst>
            <pc:docMk/>
            <pc:sldMk cId="2147134503" sldId="380"/>
            <ac:picMk id="5" creationId="{23579337-5F91-4CED-BE8F-4146B86E3957}"/>
          </ac:picMkLst>
        </pc:picChg>
      </pc:sldChg>
      <pc:sldChg chg="modSp add mod">
        <pc:chgData name="LEIDY TOLEDO ROJAS" userId="c10416f8c6a8dd15" providerId="LiveId" clId="{1B7C85DF-C6DF-4C8A-A7F0-6A26655CD861}" dt="2025-12-02T04:25:28.735" v="830" actId="20577"/>
        <pc:sldMkLst>
          <pc:docMk/>
          <pc:sldMk cId="1952213885" sldId="381"/>
        </pc:sldMkLst>
        <pc:spChg chg="mod">
          <ac:chgData name="LEIDY TOLEDO ROJAS" userId="c10416f8c6a8dd15" providerId="LiveId" clId="{1B7C85DF-C6DF-4C8A-A7F0-6A26655CD861}" dt="2025-12-02T04:25:28.735" v="830" actId="20577"/>
          <ac:spMkLst>
            <pc:docMk/>
            <pc:sldMk cId="1952213885" sldId="381"/>
            <ac:spMk id="4" creationId="{37F62C7E-6ACD-406A-A039-C71AEF9CBB8E}"/>
          </ac:spMkLst>
        </pc:spChg>
      </pc:sldChg>
      <pc:sldChg chg="addSp delSp modSp add mod ord">
        <pc:chgData name="LEIDY TOLEDO ROJAS" userId="c10416f8c6a8dd15" providerId="LiveId" clId="{1B7C85DF-C6DF-4C8A-A7F0-6A26655CD861}" dt="2025-12-02T14:59:31.325" v="1352" actId="1076"/>
        <pc:sldMkLst>
          <pc:docMk/>
          <pc:sldMk cId="3172624139" sldId="382"/>
        </pc:sldMkLst>
        <pc:spChg chg="mod">
          <ac:chgData name="LEIDY TOLEDO ROJAS" userId="c10416f8c6a8dd15" providerId="LiveId" clId="{1B7C85DF-C6DF-4C8A-A7F0-6A26655CD861}" dt="2025-12-02T14:56:40.474" v="1302" actId="20577"/>
          <ac:spMkLst>
            <pc:docMk/>
            <pc:sldMk cId="3172624139" sldId="382"/>
            <ac:spMk id="2" creationId="{F93DC04A-55AE-4227-9F17-1755F6F4C8B9}"/>
          </ac:spMkLst>
        </pc:spChg>
        <pc:spChg chg="add mod">
          <ac:chgData name="LEIDY TOLEDO ROJAS" userId="c10416f8c6a8dd15" providerId="LiveId" clId="{1B7C85DF-C6DF-4C8A-A7F0-6A26655CD861}" dt="2025-12-02T14:57:43.086" v="1345" actId="1076"/>
          <ac:spMkLst>
            <pc:docMk/>
            <pc:sldMk cId="3172624139" sldId="382"/>
            <ac:spMk id="5" creationId="{9CAE8A14-ADC5-4EF7-A491-A75CC06A98F6}"/>
          </ac:spMkLst>
        </pc:spChg>
        <pc:spChg chg="del">
          <ac:chgData name="LEIDY TOLEDO ROJAS" userId="c10416f8c6a8dd15" providerId="LiveId" clId="{1B7C85DF-C6DF-4C8A-A7F0-6A26655CD861}" dt="2025-12-02T14:47:07.629" v="1112" actId="478"/>
          <ac:spMkLst>
            <pc:docMk/>
            <pc:sldMk cId="3172624139" sldId="382"/>
            <ac:spMk id="8" creationId="{8036FAC6-5096-4C66-BF9F-180FFD03EC93}"/>
          </ac:spMkLst>
        </pc:spChg>
        <pc:spChg chg="del">
          <ac:chgData name="LEIDY TOLEDO ROJAS" userId="c10416f8c6a8dd15" providerId="LiveId" clId="{1B7C85DF-C6DF-4C8A-A7F0-6A26655CD861}" dt="2025-12-02T14:47:21.718" v="1117" actId="478"/>
          <ac:spMkLst>
            <pc:docMk/>
            <pc:sldMk cId="3172624139" sldId="382"/>
            <ac:spMk id="10" creationId="{A459243C-FF7D-4DC6-A809-4A10F4213AF3}"/>
          </ac:spMkLst>
        </pc:spChg>
        <pc:spChg chg="del">
          <ac:chgData name="LEIDY TOLEDO ROJAS" userId="c10416f8c6a8dd15" providerId="LiveId" clId="{1B7C85DF-C6DF-4C8A-A7F0-6A26655CD861}" dt="2025-12-02T14:47:09.844" v="1113" actId="478"/>
          <ac:spMkLst>
            <pc:docMk/>
            <pc:sldMk cId="3172624139" sldId="382"/>
            <ac:spMk id="11" creationId="{9CF1D3B5-DF0F-4822-BCC5-7EA9B247470F}"/>
          </ac:spMkLst>
        </pc:spChg>
        <pc:spChg chg="del">
          <ac:chgData name="LEIDY TOLEDO ROJAS" userId="c10416f8c6a8dd15" providerId="LiveId" clId="{1B7C85DF-C6DF-4C8A-A7F0-6A26655CD861}" dt="2025-12-02T14:47:19.248" v="1116" actId="478"/>
          <ac:spMkLst>
            <pc:docMk/>
            <pc:sldMk cId="3172624139" sldId="382"/>
            <ac:spMk id="12" creationId="{52EEB3F8-6796-490F-82BB-99844C03A01B}"/>
          </ac:spMkLst>
        </pc:spChg>
        <pc:spChg chg="del mod">
          <ac:chgData name="LEIDY TOLEDO ROJAS" userId="c10416f8c6a8dd15" providerId="LiveId" clId="{1B7C85DF-C6DF-4C8A-A7F0-6A26655CD861}" dt="2025-12-02T14:47:15.808" v="1115" actId="478"/>
          <ac:spMkLst>
            <pc:docMk/>
            <pc:sldMk cId="3172624139" sldId="382"/>
            <ac:spMk id="13" creationId="{F0C006F2-4E19-4A34-9FDF-DD22D011EB0C}"/>
          </ac:spMkLst>
        </pc:spChg>
        <pc:spChg chg="add del mod">
          <ac:chgData name="LEIDY TOLEDO ROJAS" userId="c10416f8c6a8dd15" providerId="LiveId" clId="{1B7C85DF-C6DF-4C8A-A7F0-6A26655CD861}" dt="2025-12-02T14:54:21.237" v="1245" actId="478"/>
          <ac:spMkLst>
            <pc:docMk/>
            <pc:sldMk cId="3172624139" sldId="382"/>
            <ac:spMk id="14" creationId="{0664C0B6-2680-43E0-9562-30A454DC18C6}"/>
          </ac:spMkLst>
        </pc:spChg>
        <pc:spChg chg="add mod">
          <ac:chgData name="LEIDY TOLEDO ROJAS" userId="c10416f8c6a8dd15" providerId="LiveId" clId="{1B7C85DF-C6DF-4C8A-A7F0-6A26655CD861}" dt="2025-12-02T14:57:40.782" v="1344" actId="1076"/>
          <ac:spMkLst>
            <pc:docMk/>
            <pc:sldMk cId="3172624139" sldId="382"/>
            <ac:spMk id="15" creationId="{833DC03F-94E1-4D92-B085-929D7ACE9A06}"/>
          </ac:spMkLst>
        </pc:spChg>
        <pc:spChg chg="add del mod">
          <ac:chgData name="LEIDY TOLEDO ROJAS" userId="c10416f8c6a8dd15" providerId="LiveId" clId="{1B7C85DF-C6DF-4C8A-A7F0-6A26655CD861}" dt="2025-12-02T14:54:19.081" v="1244" actId="478"/>
          <ac:spMkLst>
            <pc:docMk/>
            <pc:sldMk cId="3172624139" sldId="382"/>
            <ac:spMk id="16" creationId="{1FF7B048-24E3-4D8C-99D9-C7E519E4D2EC}"/>
          </ac:spMkLst>
        </pc:spChg>
        <pc:spChg chg="add mod">
          <ac:chgData name="LEIDY TOLEDO ROJAS" userId="c10416f8c6a8dd15" providerId="LiveId" clId="{1B7C85DF-C6DF-4C8A-A7F0-6A26655CD861}" dt="2025-12-02T14:58:18.263" v="1347" actId="1076"/>
          <ac:spMkLst>
            <pc:docMk/>
            <pc:sldMk cId="3172624139" sldId="382"/>
            <ac:spMk id="17" creationId="{DF556AED-049A-461C-9CC8-85A3AF1138D0}"/>
          </ac:spMkLst>
        </pc:spChg>
        <pc:spChg chg="add mod">
          <ac:chgData name="LEIDY TOLEDO ROJAS" userId="c10416f8c6a8dd15" providerId="LiveId" clId="{1B7C85DF-C6DF-4C8A-A7F0-6A26655CD861}" dt="2025-12-02T14:58:33.954" v="1350" actId="1076"/>
          <ac:spMkLst>
            <pc:docMk/>
            <pc:sldMk cId="3172624139" sldId="382"/>
            <ac:spMk id="18" creationId="{9008EFCB-D224-4B95-A9EC-D2D6E831EA6A}"/>
          </ac:spMkLst>
        </pc:spChg>
        <pc:spChg chg="add mod">
          <ac:chgData name="LEIDY TOLEDO ROJAS" userId="c10416f8c6a8dd15" providerId="LiveId" clId="{1B7C85DF-C6DF-4C8A-A7F0-6A26655CD861}" dt="2025-12-02T14:59:31.325" v="1352" actId="1076"/>
          <ac:spMkLst>
            <pc:docMk/>
            <pc:sldMk cId="3172624139" sldId="382"/>
            <ac:spMk id="19" creationId="{F8E9E9D9-4C91-44AC-8064-E30D5566D33E}"/>
          </ac:spMkLst>
        </pc:spChg>
        <pc:graphicFrameChg chg="add del mod modGraphic">
          <ac:chgData name="LEIDY TOLEDO ROJAS" userId="c10416f8c6a8dd15" providerId="LiveId" clId="{1B7C85DF-C6DF-4C8A-A7F0-6A26655CD861}" dt="2025-12-02T14:47:56.122" v="1123" actId="478"/>
          <ac:graphicFrameMkLst>
            <pc:docMk/>
            <pc:sldMk cId="3172624139" sldId="382"/>
            <ac:graphicFrameMk id="3" creationId="{E8BF35B3-8FE6-434E-85CC-E8CBA19F3808}"/>
          </ac:graphicFrameMkLst>
        </pc:graphicFrameChg>
        <pc:graphicFrameChg chg="add mod modGraphic">
          <ac:chgData name="LEIDY TOLEDO ROJAS" userId="c10416f8c6a8dd15" providerId="LiveId" clId="{1B7C85DF-C6DF-4C8A-A7F0-6A26655CD861}" dt="2025-12-02T14:57:32.553" v="1343" actId="403"/>
          <ac:graphicFrameMkLst>
            <pc:docMk/>
            <pc:sldMk cId="3172624139" sldId="382"/>
            <ac:graphicFrameMk id="4" creationId="{7D699F77-B800-4C00-9F59-37810CC7D03C}"/>
          </ac:graphicFrameMkLst>
        </pc:graphicFrameChg>
      </pc:sldChg>
      <pc:sldChg chg="addSp delSp modSp add mod">
        <pc:chgData name="LEIDY TOLEDO ROJAS" userId="c10416f8c6a8dd15" providerId="LiveId" clId="{1B7C85DF-C6DF-4C8A-A7F0-6A26655CD861}" dt="2025-12-02T15:48:16.836" v="1518" actId="1076"/>
        <pc:sldMkLst>
          <pc:docMk/>
          <pc:sldMk cId="3602423997" sldId="383"/>
        </pc:sldMkLst>
        <pc:spChg chg="del">
          <ac:chgData name="LEIDY TOLEDO ROJAS" userId="c10416f8c6a8dd15" providerId="LiveId" clId="{1B7C85DF-C6DF-4C8A-A7F0-6A26655CD861}" dt="2025-12-02T15:38:50.338" v="1433" actId="478"/>
          <ac:spMkLst>
            <pc:docMk/>
            <pc:sldMk cId="3602423997" sldId="383"/>
            <ac:spMk id="2" creationId="{E3AA9535-F858-4BA4-AE16-10C17CB866EC}"/>
          </ac:spMkLst>
        </pc:spChg>
        <pc:spChg chg="del">
          <ac:chgData name="LEIDY TOLEDO ROJAS" userId="c10416f8c6a8dd15" providerId="LiveId" clId="{1B7C85DF-C6DF-4C8A-A7F0-6A26655CD861}" dt="2025-12-02T15:38:46.614" v="1429" actId="478"/>
          <ac:spMkLst>
            <pc:docMk/>
            <pc:sldMk cId="3602423997" sldId="383"/>
            <ac:spMk id="5" creationId="{50A6E195-37BA-4823-9285-37C55A18CDC0}"/>
          </ac:spMkLst>
        </pc:spChg>
        <pc:spChg chg="del">
          <ac:chgData name="LEIDY TOLEDO ROJAS" userId="c10416f8c6a8dd15" providerId="LiveId" clId="{1B7C85DF-C6DF-4C8A-A7F0-6A26655CD861}" dt="2025-12-02T15:38:52.018" v="1434" actId="478"/>
          <ac:spMkLst>
            <pc:docMk/>
            <pc:sldMk cId="3602423997" sldId="383"/>
            <ac:spMk id="6" creationId="{9529C9BF-80D4-48FA-96EB-114FABF94B3D}"/>
          </ac:spMkLst>
        </pc:spChg>
        <pc:spChg chg="del">
          <ac:chgData name="LEIDY TOLEDO ROJAS" userId="c10416f8c6a8dd15" providerId="LiveId" clId="{1B7C85DF-C6DF-4C8A-A7F0-6A26655CD861}" dt="2025-12-02T15:38:47.773" v="1430" actId="478"/>
          <ac:spMkLst>
            <pc:docMk/>
            <pc:sldMk cId="3602423997" sldId="383"/>
            <ac:spMk id="7" creationId="{ED6DB0B0-49E7-4959-ADB4-CBB748BFC3CC}"/>
          </ac:spMkLst>
        </pc:spChg>
        <pc:spChg chg="add del mod">
          <ac:chgData name="LEIDY TOLEDO ROJAS" userId="c10416f8c6a8dd15" providerId="LiveId" clId="{1B7C85DF-C6DF-4C8A-A7F0-6A26655CD861}" dt="2025-12-02T15:48:02.240" v="1510" actId="478"/>
          <ac:spMkLst>
            <pc:docMk/>
            <pc:sldMk cId="3602423997" sldId="383"/>
            <ac:spMk id="10" creationId="{0A783B8F-0E01-4B32-91F4-BF0282F1AB7A}"/>
          </ac:spMkLst>
        </pc:spChg>
        <pc:spChg chg="del">
          <ac:chgData name="LEIDY TOLEDO ROJAS" userId="c10416f8c6a8dd15" providerId="LiveId" clId="{1B7C85DF-C6DF-4C8A-A7F0-6A26655CD861}" dt="2025-12-02T15:38:49.116" v="1432" actId="478"/>
          <ac:spMkLst>
            <pc:docMk/>
            <pc:sldMk cId="3602423997" sldId="383"/>
            <ac:spMk id="11" creationId="{F7357901-B5FC-4BA2-B54F-FC3142013182}"/>
          </ac:spMkLst>
        </pc:spChg>
        <pc:spChg chg="add del mod">
          <ac:chgData name="LEIDY TOLEDO ROJAS" userId="c10416f8c6a8dd15" providerId="LiveId" clId="{1B7C85DF-C6DF-4C8A-A7F0-6A26655CD861}" dt="2025-12-02T15:48:02.995" v="1511" actId="478"/>
          <ac:spMkLst>
            <pc:docMk/>
            <pc:sldMk cId="3602423997" sldId="383"/>
            <ac:spMk id="13" creationId="{A938DDDA-C360-4DAF-9EE8-E240CFE992C9}"/>
          </ac:spMkLst>
        </pc:spChg>
        <pc:spChg chg="add mod">
          <ac:chgData name="LEIDY TOLEDO ROJAS" userId="c10416f8c6a8dd15" providerId="LiveId" clId="{1B7C85DF-C6DF-4C8A-A7F0-6A26655CD861}" dt="2025-12-02T15:48:10.588" v="1516" actId="1076"/>
          <ac:spMkLst>
            <pc:docMk/>
            <pc:sldMk cId="3602423997" sldId="383"/>
            <ac:spMk id="16" creationId="{95D406A5-D076-4855-917C-31B7B4AB8E64}"/>
          </ac:spMkLst>
        </pc:spChg>
        <pc:spChg chg="add mod">
          <ac:chgData name="LEIDY TOLEDO ROJAS" userId="c10416f8c6a8dd15" providerId="LiveId" clId="{1B7C85DF-C6DF-4C8A-A7F0-6A26655CD861}" dt="2025-12-02T15:48:16.836" v="1518" actId="1076"/>
          <ac:spMkLst>
            <pc:docMk/>
            <pc:sldMk cId="3602423997" sldId="383"/>
            <ac:spMk id="17" creationId="{7AA6C536-E071-4FE3-8682-918D2BC3E357}"/>
          </ac:spMkLst>
        </pc:spChg>
        <pc:picChg chg="del">
          <ac:chgData name="LEIDY TOLEDO ROJAS" userId="c10416f8c6a8dd15" providerId="LiveId" clId="{1B7C85DF-C6DF-4C8A-A7F0-6A26655CD861}" dt="2025-12-02T15:38:45.571" v="1428" actId="478"/>
          <ac:picMkLst>
            <pc:docMk/>
            <pc:sldMk cId="3602423997" sldId="383"/>
            <ac:picMk id="3" creationId="{E1F375AF-BF35-4F56-8792-2B89B9E6B8BE}"/>
          </ac:picMkLst>
        </pc:picChg>
        <pc:picChg chg="add del mod">
          <ac:chgData name="LEIDY TOLEDO ROJAS" userId="c10416f8c6a8dd15" providerId="LiveId" clId="{1B7C85DF-C6DF-4C8A-A7F0-6A26655CD861}" dt="2025-12-02T15:46:11.872" v="1483" actId="478"/>
          <ac:picMkLst>
            <pc:docMk/>
            <pc:sldMk cId="3602423997" sldId="383"/>
            <ac:picMk id="9" creationId="{C4649805-E24E-48F4-AB95-59919FA06FF4}"/>
          </ac:picMkLst>
        </pc:picChg>
        <pc:picChg chg="add">
          <ac:chgData name="LEIDY TOLEDO ROJAS" userId="c10416f8c6a8dd15" providerId="LiveId" clId="{1B7C85DF-C6DF-4C8A-A7F0-6A26655CD861}" dt="2025-12-02T15:46:31.153" v="1484" actId="22"/>
          <ac:picMkLst>
            <pc:docMk/>
            <pc:sldMk cId="3602423997" sldId="383"/>
            <ac:picMk id="14" creationId="{A2087F67-1959-4B2B-8FC1-00B8555D02EB}"/>
          </ac:picMkLst>
        </pc:picChg>
        <pc:picChg chg="del">
          <ac:chgData name="LEIDY TOLEDO ROJAS" userId="c10416f8c6a8dd15" providerId="LiveId" clId="{1B7C85DF-C6DF-4C8A-A7F0-6A26655CD861}" dt="2025-12-02T15:38:48.141" v="1431" actId="478"/>
          <ac:picMkLst>
            <pc:docMk/>
            <pc:sldMk cId="3602423997" sldId="383"/>
            <ac:picMk id="15" creationId="{5E9E3F28-43CD-477A-B824-D50C98F335D6}"/>
          </ac:picMkLst>
        </pc:picChg>
      </pc:sldChg>
      <pc:sldChg chg="addSp delSp modSp add mod ord">
        <pc:chgData name="LEIDY TOLEDO ROJAS" userId="c10416f8c6a8dd15" providerId="LiveId" clId="{1B7C85DF-C6DF-4C8A-A7F0-6A26655CD861}" dt="2025-12-02T15:47:56.975" v="1509" actId="1076"/>
        <pc:sldMkLst>
          <pc:docMk/>
          <pc:sldMk cId="18345696" sldId="384"/>
        </pc:sldMkLst>
        <pc:spChg chg="add del mod">
          <ac:chgData name="LEIDY TOLEDO ROJAS" userId="c10416f8c6a8dd15" providerId="LiveId" clId="{1B7C85DF-C6DF-4C8A-A7F0-6A26655CD861}" dt="2025-12-02T15:47:47.299" v="1504" actId="478"/>
          <ac:spMkLst>
            <pc:docMk/>
            <pc:sldMk cId="18345696" sldId="384"/>
            <ac:spMk id="8" creationId="{27CB2129-99A3-4122-A53B-77FA9DCF7E87}"/>
          </ac:spMkLst>
        </pc:spChg>
        <pc:spChg chg="del">
          <ac:chgData name="LEIDY TOLEDO ROJAS" userId="c10416f8c6a8dd15" providerId="LiveId" clId="{1B7C85DF-C6DF-4C8A-A7F0-6A26655CD861}" dt="2025-12-02T15:44:16.841" v="1476" actId="478"/>
          <ac:spMkLst>
            <pc:docMk/>
            <pc:sldMk cId="18345696" sldId="384"/>
            <ac:spMk id="10" creationId="{0A783B8F-0E01-4B32-91F4-BF0282F1AB7A}"/>
          </ac:spMkLst>
        </pc:spChg>
        <pc:spChg chg="add mod">
          <ac:chgData name="LEIDY TOLEDO ROJAS" userId="c10416f8c6a8dd15" providerId="LiveId" clId="{1B7C85DF-C6DF-4C8A-A7F0-6A26655CD861}" dt="2025-12-02T15:47:39.778" v="1500" actId="14100"/>
          <ac:spMkLst>
            <pc:docMk/>
            <pc:sldMk cId="18345696" sldId="384"/>
            <ac:spMk id="11" creationId="{F822CD70-7B5F-4F96-8B11-44F22283E723}"/>
          </ac:spMkLst>
        </pc:spChg>
        <pc:spChg chg="add del mod">
          <ac:chgData name="LEIDY TOLEDO ROJAS" userId="c10416f8c6a8dd15" providerId="LiveId" clId="{1B7C85DF-C6DF-4C8A-A7F0-6A26655CD861}" dt="2025-12-02T15:47:41.121" v="1501" actId="478"/>
          <ac:spMkLst>
            <pc:docMk/>
            <pc:sldMk cId="18345696" sldId="384"/>
            <ac:spMk id="12" creationId="{C2B21672-BA3A-4DB7-9617-AA2BA09359F7}"/>
          </ac:spMkLst>
        </pc:spChg>
        <pc:spChg chg="del">
          <ac:chgData name="LEIDY TOLEDO ROJAS" userId="c10416f8c6a8dd15" providerId="LiveId" clId="{1B7C85DF-C6DF-4C8A-A7F0-6A26655CD861}" dt="2025-12-02T15:44:19.163" v="1478" actId="478"/>
          <ac:spMkLst>
            <pc:docMk/>
            <pc:sldMk cId="18345696" sldId="384"/>
            <ac:spMk id="13" creationId="{A938DDDA-C360-4DAF-9EE8-E240CFE992C9}"/>
          </ac:spMkLst>
        </pc:spChg>
        <pc:spChg chg="add del mod">
          <ac:chgData name="LEIDY TOLEDO ROJAS" userId="c10416f8c6a8dd15" providerId="LiveId" clId="{1B7C85DF-C6DF-4C8A-A7F0-6A26655CD861}" dt="2025-12-02T15:47:49.150" v="1505" actId="478"/>
          <ac:spMkLst>
            <pc:docMk/>
            <pc:sldMk cId="18345696" sldId="384"/>
            <ac:spMk id="14" creationId="{1074E808-7B8A-4CE3-8A5A-2A7695DAC54F}"/>
          </ac:spMkLst>
        </pc:spChg>
        <pc:spChg chg="add mod">
          <ac:chgData name="LEIDY TOLEDO ROJAS" userId="c10416f8c6a8dd15" providerId="LiveId" clId="{1B7C85DF-C6DF-4C8A-A7F0-6A26655CD861}" dt="2025-12-02T15:47:45.625" v="1503" actId="1076"/>
          <ac:spMkLst>
            <pc:docMk/>
            <pc:sldMk cId="18345696" sldId="384"/>
            <ac:spMk id="15" creationId="{C983CCBD-8656-433A-8CCA-94CEDC70C15E}"/>
          </ac:spMkLst>
        </pc:spChg>
        <pc:spChg chg="add mod">
          <ac:chgData name="LEIDY TOLEDO ROJAS" userId="c10416f8c6a8dd15" providerId="LiveId" clId="{1B7C85DF-C6DF-4C8A-A7F0-6A26655CD861}" dt="2025-12-02T15:47:53.763" v="1507" actId="1076"/>
          <ac:spMkLst>
            <pc:docMk/>
            <pc:sldMk cId="18345696" sldId="384"/>
            <ac:spMk id="16" creationId="{659B6D37-2A44-4A2D-91DD-A9D706E96CE7}"/>
          </ac:spMkLst>
        </pc:spChg>
        <pc:spChg chg="add mod">
          <ac:chgData name="LEIDY TOLEDO ROJAS" userId="c10416f8c6a8dd15" providerId="LiveId" clId="{1B7C85DF-C6DF-4C8A-A7F0-6A26655CD861}" dt="2025-12-02T15:47:56.975" v="1509" actId="1076"/>
          <ac:spMkLst>
            <pc:docMk/>
            <pc:sldMk cId="18345696" sldId="384"/>
            <ac:spMk id="17" creationId="{E18C3530-BF58-4134-B595-E67E3491D10C}"/>
          </ac:spMkLst>
        </pc:spChg>
        <pc:picChg chg="add mod">
          <ac:chgData name="LEIDY TOLEDO ROJAS" userId="c10416f8c6a8dd15" providerId="LiveId" clId="{1B7C85DF-C6DF-4C8A-A7F0-6A26655CD861}" dt="2025-12-02T15:46:05.819" v="1481" actId="1076"/>
          <ac:picMkLst>
            <pc:docMk/>
            <pc:sldMk cId="18345696" sldId="384"/>
            <ac:picMk id="3" creationId="{EE1AB82A-FF9D-47F7-AD0A-195FEE746811}"/>
          </ac:picMkLst>
        </pc:picChg>
        <pc:picChg chg="del">
          <ac:chgData name="LEIDY TOLEDO ROJAS" userId="c10416f8c6a8dd15" providerId="LiveId" clId="{1B7C85DF-C6DF-4C8A-A7F0-6A26655CD861}" dt="2025-12-02T15:44:17.594" v="1477" actId="478"/>
          <ac:picMkLst>
            <pc:docMk/>
            <pc:sldMk cId="18345696" sldId="384"/>
            <ac:picMk id="9" creationId="{C4649805-E24E-48F4-AB95-59919FA06FF4}"/>
          </ac:picMkLst>
        </pc:picChg>
      </pc:sldChg>
      <pc:sldChg chg="addSp delSp modSp add mod ord">
        <pc:chgData name="LEIDY TOLEDO ROJAS" userId="c10416f8c6a8dd15" providerId="LiveId" clId="{1B7C85DF-C6DF-4C8A-A7F0-6A26655CD861}" dt="2025-12-02T15:49:22.649" v="1528" actId="1076"/>
        <pc:sldMkLst>
          <pc:docMk/>
          <pc:sldMk cId="2877346804" sldId="385"/>
        </pc:sldMkLst>
        <pc:spChg chg="mod">
          <ac:chgData name="LEIDY TOLEDO ROJAS" userId="c10416f8c6a8dd15" providerId="LiveId" clId="{1B7C85DF-C6DF-4C8A-A7F0-6A26655CD861}" dt="2025-12-02T15:49:22.649" v="1528" actId="1076"/>
          <ac:spMkLst>
            <pc:docMk/>
            <pc:sldMk cId="2877346804" sldId="385"/>
            <ac:spMk id="11" creationId="{F822CD70-7B5F-4F96-8B11-44F22283E723}"/>
          </ac:spMkLst>
        </pc:spChg>
        <pc:spChg chg="del">
          <ac:chgData name="LEIDY TOLEDO ROJAS" userId="c10416f8c6a8dd15" providerId="LiveId" clId="{1B7C85DF-C6DF-4C8A-A7F0-6A26655CD861}" dt="2025-12-02T15:49:12.230" v="1525" actId="478"/>
          <ac:spMkLst>
            <pc:docMk/>
            <pc:sldMk cId="2877346804" sldId="385"/>
            <ac:spMk id="15" creationId="{C983CCBD-8656-433A-8CCA-94CEDC70C15E}"/>
          </ac:spMkLst>
        </pc:spChg>
        <pc:spChg chg="mod">
          <ac:chgData name="LEIDY TOLEDO ROJAS" userId="c10416f8c6a8dd15" providerId="LiveId" clId="{1B7C85DF-C6DF-4C8A-A7F0-6A26655CD861}" dt="2025-12-02T15:49:18.899" v="1526" actId="1076"/>
          <ac:spMkLst>
            <pc:docMk/>
            <pc:sldMk cId="2877346804" sldId="385"/>
            <ac:spMk id="16" creationId="{659B6D37-2A44-4A2D-91DD-A9D706E96CE7}"/>
          </ac:spMkLst>
        </pc:spChg>
        <pc:spChg chg="mod">
          <ac:chgData name="LEIDY TOLEDO ROJAS" userId="c10416f8c6a8dd15" providerId="LiveId" clId="{1B7C85DF-C6DF-4C8A-A7F0-6A26655CD861}" dt="2025-12-02T15:49:20.927" v="1527" actId="1076"/>
          <ac:spMkLst>
            <pc:docMk/>
            <pc:sldMk cId="2877346804" sldId="385"/>
            <ac:spMk id="17" creationId="{E18C3530-BF58-4134-B595-E67E3491D10C}"/>
          </ac:spMkLst>
        </pc:spChg>
        <pc:picChg chg="del">
          <ac:chgData name="LEIDY TOLEDO ROJAS" userId="c10416f8c6a8dd15" providerId="LiveId" clId="{1B7C85DF-C6DF-4C8A-A7F0-6A26655CD861}" dt="2025-12-02T15:48:43.343" v="1522" actId="478"/>
          <ac:picMkLst>
            <pc:docMk/>
            <pc:sldMk cId="2877346804" sldId="385"/>
            <ac:picMk id="3" creationId="{EE1AB82A-FF9D-47F7-AD0A-195FEE746811}"/>
          </ac:picMkLst>
        </pc:picChg>
        <pc:picChg chg="add mod">
          <ac:chgData name="LEIDY TOLEDO ROJAS" userId="c10416f8c6a8dd15" providerId="LiveId" clId="{1B7C85DF-C6DF-4C8A-A7F0-6A26655CD861}" dt="2025-12-02T15:49:09.627" v="1524" actId="1076"/>
          <ac:picMkLst>
            <pc:docMk/>
            <pc:sldMk cId="2877346804" sldId="385"/>
            <ac:picMk id="5" creationId="{6D7C3CC1-6818-41B0-AADE-3F11843E72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12829-F6B4-433E-A0AC-E1E0757E0B14}" type="datetimeFigureOut">
              <a:rPr lang="es-419" smtClean="0"/>
              <a:t>22/6/2026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F7FA9-FA71-49BA-B377-1EF8F4A0B013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968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13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9340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14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55039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F7FA9-FA71-49BA-B377-1EF8F4A0B013}" type="slidenum">
              <a:rPr lang="es-419" smtClean="0"/>
              <a:t>16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5930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22/06/2026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7798" y="1955500"/>
            <a:ext cx="6655837" cy="1559864"/>
          </a:xfrm>
        </p:spPr>
        <p:txBody>
          <a:bodyPr>
            <a:noAutofit/>
          </a:bodyPr>
          <a:lstStyle/>
          <a:p>
            <a:r>
              <a:rPr lang="es-CO" sz="4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COMITÉ DE HISTORIAS CLÍNICAS 2 - 2026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DAED2-F67D-40FA-B586-CC5F59C8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268" y="365125"/>
            <a:ext cx="9991531" cy="1325563"/>
          </a:xfrm>
        </p:spPr>
        <p:txBody>
          <a:bodyPr/>
          <a:lstStyle/>
          <a:p>
            <a:pPr algn="ctr"/>
            <a:r>
              <a:rPr lang="es-CO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 DEL DÍA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7559F5-0BE3-46D7-9CCE-7216A049AD23}"/>
              </a:ext>
            </a:extLst>
          </p:cNvPr>
          <p:cNvSpPr txBox="1"/>
          <p:nvPr/>
        </p:nvSpPr>
        <p:spPr>
          <a:xfrm>
            <a:off x="1612490" y="2094731"/>
            <a:ext cx="90653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Verificación de quorum 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Aprobación orden del día</a:t>
            </a:r>
          </a:p>
          <a:p>
            <a:pPr marL="342900" indent="-342900">
              <a:buAutoNum type="arabicPeriod"/>
            </a:pPr>
            <a:r>
              <a:rPr lang="es-CO" dirty="0">
                <a:latin typeface="Arial" panose="020B0604020202020204" pitchFamily="34" charset="0"/>
                <a:cs typeface="Arial" panose="020B0604020202020204" pitchFamily="34" charset="0"/>
              </a:rPr>
              <a:t>Seguimiento Indicadores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Revisión de compromisos adquiridos</a:t>
            </a:r>
          </a:p>
          <a:p>
            <a:pPr marL="342900" indent="-342900">
              <a:buAutoNum type="arabicPeriod"/>
            </a:pPr>
            <a:r>
              <a:rPr lang="es-CO" sz="1800" dirty="0">
                <a:latin typeface="Arial" panose="020B0604020202020204" pitchFamily="34" charset="0"/>
                <a:cs typeface="Arial" panose="020B0604020202020204" pitchFamily="34" charset="0"/>
              </a:rPr>
              <a:t>Proposiciones y varios.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71115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DAED2-F67D-40FA-B586-CC5F59C8C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234" y="2350043"/>
            <a:ext cx="9991531" cy="1325563"/>
          </a:xfrm>
          <a:ln w="28575">
            <a:solidFill>
              <a:srgbClr val="002060"/>
            </a:solidFill>
          </a:ln>
        </p:spPr>
        <p:txBody>
          <a:bodyPr/>
          <a:lstStyle/>
          <a:p>
            <a:pPr algn="ctr"/>
            <a:r>
              <a:rPr lang="es-CO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VERIFICACIÓN DE QUORUM</a:t>
            </a:r>
          </a:p>
        </p:txBody>
      </p:sp>
    </p:spTree>
    <p:extLst>
      <p:ext uri="{BB962C8B-B14F-4D97-AF65-F5344CB8AC3E}">
        <p14:creationId xmlns:p14="http://schemas.microsoft.com/office/powerpoint/2010/main" val="28989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00234" y="2329299"/>
            <a:ext cx="9991531" cy="1325563"/>
          </a:xfrm>
          <a:prstGeom prst="rect">
            <a:avLst/>
          </a:prstGeom>
          <a:ln w="28575">
            <a:solidFill>
              <a:srgbClr val="00206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APROBACIÓN ORDEN DEL DÍA</a:t>
            </a:r>
          </a:p>
        </p:txBody>
      </p:sp>
    </p:spTree>
    <p:extLst>
      <p:ext uri="{BB962C8B-B14F-4D97-AF65-F5344CB8AC3E}">
        <p14:creationId xmlns:p14="http://schemas.microsoft.com/office/powerpoint/2010/main" val="917315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98556" y="1816510"/>
            <a:ext cx="9991531" cy="1612490"/>
          </a:xfrm>
          <a:prstGeom prst="rect">
            <a:avLst/>
          </a:prstGeom>
          <a:ln w="28575">
            <a:solidFill>
              <a:srgbClr val="002060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3. INDICADORES RESOLUCIÓN 408 DE 2018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76E33A1-5F65-45FC-B315-9C837EF338D1}"/>
              </a:ext>
            </a:extLst>
          </p:cNvPr>
          <p:cNvSpPr txBox="1"/>
          <p:nvPr/>
        </p:nvSpPr>
        <p:spPr>
          <a:xfrm>
            <a:off x="4884174" y="3720887"/>
            <a:ext cx="24236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Periodo: 2026-1</a:t>
            </a:r>
          </a:p>
        </p:txBody>
      </p:sp>
    </p:spTree>
    <p:extLst>
      <p:ext uri="{BB962C8B-B14F-4D97-AF65-F5344CB8AC3E}">
        <p14:creationId xmlns:p14="http://schemas.microsoft.com/office/powerpoint/2010/main" val="318834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2170812" y="2143432"/>
            <a:ext cx="8426246" cy="7570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24617A0-A0A4-4EE2-A38E-65F9FD1F4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693" y="3358818"/>
            <a:ext cx="5286715" cy="152857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DE98070-1D4E-482E-88B9-B10579D10416}"/>
              </a:ext>
            </a:extLst>
          </p:cNvPr>
          <p:cNvSpPr txBox="1"/>
          <p:nvPr/>
        </p:nvSpPr>
        <p:spPr>
          <a:xfrm>
            <a:off x="607671" y="1485947"/>
            <a:ext cx="10976657" cy="1705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s-419" sz="1600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La institución establece que, para determinar los criterios de calidad superior en la adherencia a las GPC y protocolos clínicos en el proceso de acreditación, se considerará una </a:t>
            </a:r>
            <a:r>
              <a:rPr lang="es-419" sz="1600" b="1" u="sng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adherencia estricta con un puntaje promedio igual o superior a 4.5</a:t>
            </a:r>
            <a:r>
              <a:rPr lang="es-419" sz="1600" b="1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s-419" sz="1600" b="1" dirty="0">
              <a:effectLst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s-CO" sz="1600" dirty="0">
                <a:effectLst/>
                <a:ea typeface="Tahoma" panose="020B0604030504040204" pitchFamily="34" charset="0"/>
                <a:cs typeface="Tahoma" panose="020B0604030504040204" pitchFamily="34" charset="0"/>
              </a:rPr>
              <a:t>La clasificación de cumplimiento se define de la siguiente manera:</a:t>
            </a:r>
          </a:p>
          <a:p>
            <a:pPr marL="285750" lvl="0" indent="-285750" algn="just">
              <a:lnSpc>
                <a:spcPct val="107000"/>
              </a:lnSpc>
              <a:spcAft>
                <a:spcPts val="800"/>
              </a:spcAft>
              <a:buSzPts val="11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endParaRPr lang="es-CO" sz="1600" dirty="0">
              <a:effectLst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DE042AA-BF33-4A5B-94FE-92F34884DC50}"/>
              </a:ext>
            </a:extLst>
          </p:cNvPr>
          <p:cNvSpPr txBox="1"/>
          <p:nvPr/>
        </p:nvSpPr>
        <p:spPr>
          <a:xfrm>
            <a:off x="2920180" y="392869"/>
            <a:ext cx="73327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>
                <a:solidFill>
                  <a:srgbClr val="002060"/>
                </a:solidFill>
              </a:rPr>
              <a:t>Criterios de adherencia ESTRICTA a GPC </a:t>
            </a:r>
            <a:endParaRPr lang="es-CO" sz="3200" b="1" dirty="0">
              <a:solidFill>
                <a:srgbClr val="00206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802797F-1CC0-4287-AD9E-CC9F1787637A}"/>
              </a:ext>
            </a:extLst>
          </p:cNvPr>
          <p:cNvSpPr txBox="1"/>
          <p:nvPr/>
        </p:nvSpPr>
        <p:spPr>
          <a:xfrm>
            <a:off x="3741176" y="6480301"/>
            <a:ext cx="111202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100" dirty="0"/>
              <a:t>Programa Conexión Clínica- Proceso: Gestión del Conocimiento e Innovación</a:t>
            </a:r>
          </a:p>
        </p:txBody>
      </p:sp>
    </p:spTree>
    <p:extLst>
      <p:ext uri="{BB962C8B-B14F-4D97-AF65-F5344CB8AC3E}">
        <p14:creationId xmlns:p14="http://schemas.microsoft.com/office/powerpoint/2010/main" val="102472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morbilidad atendida: HTA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4EF4D5-CDBB-4E25-89BF-A03D7CB3AB28}"/>
              </a:ext>
            </a:extLst>
          </p:cNvPr>
          <p:cNvSpPr txBox="1"/>
          <p:nvPr/>
        </p:nvSpPr>
        <p:spPr>
          <a:xfrm>
            <a:off x="304798" y="1100817"/>
            <a:ext cx="11621730" cy="1200329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MX" dirty="0"/>
              <a:t>Número de historias clínicas auditadas que hacen parte de la muestra representativa con </a:t>
            </a:r>
            <a:r>
              <a:rPr lang="es-MX" b="1" u="sng" dirty="0"/>
              <a:t>aplicación estricta </a:t>
            </a:r>
            <a:r>
              <a:rPr lang="es-MX" dirty="0"/>
              <a:t>de la guía de manejo adoptada por la ESE </a:t>
            </a:r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MX" dirty="0"/>
              <a:t>Total historias clínicas auditadas de la muestra representativa de pacientes con el diagnóstico de HTA 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0,80  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C085ED-D63A-4E3C-812F-2452E26905D0}"/>
              </a:ext>
            </a:extLst>
          </p:cNvPr>
          <p:cNvSpPr txBox="1"/>
          <p:nvPr/>
        </p:nvSpPr>
        <p:spPr>
          <a:xfrm>
            <a:off x="195409" y="2579906"/>
            <a:ext cx="604807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/>
              <a:t>Para el cálculo de la muestra se tomó como base la cantidad de atenciones por diagnóstico de hipertensión arterial registradas el mes anterior. A partir de este dato, se aplicó la fórmula estadística de estimación de proporciones con un nivel de confianza del </a:t>
            </a:r>
            <a:r>
              <a:rPr lang="es-MX" sz="1600" b="1" dirty="0"/>
              <a:t>95%</a:t>
            </a:r>
            <a:r>
              <a:rPr lang="es-MX" sz="1600" dirty="0"/>
              <a:t>, donde: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Z (alfa medios)</a:t>
            </a:r>
            <a:r>
              <a:rPr lang="es-MX" sz="1600" dirty="0"/>
              <a:t> corresponde al valor estadístico que garantiza el nivel de confianza; para 95% equivale a </a:t>
            </a:r>
            <a:r>
              <a:rPr lang="es-MX" sz="1600" b="1" dirty="0"/>
              <a:t>1.96</a:t>
            </a:r>
            <a:r>
              <a:rPr lang="es-MX" sz="16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p</a:t>
            </a:r>
            <a:r>
              <a:rPr lang="es-MX" sz="1600" dirty="0"/>
              <a:t> representa la proporción de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q</a:t>
            </a:r>
            <a:r>
              <a:rPr lang="es-MX" sz="1600" dirty="0"/>
              <a:t> es el complemento de p (</a:t>
            </a:r>
            <a:r>
              <a:rPr lang="es-MX" sz="1600" b="1" dirty="0"/>
              <a:t>1–p</a:t>
            </a:r>
            <a:r>
              <a:rPr lang="es-MX" sz="1600" dirty="0"/>
              <a:t>), es decir, el porcentaje de no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e</a:t>
            </a:r>
            <a:r>
              <a:rPr lang="es-MX" sz="1600" dirty="0"/>
              <a:t> corresponde al margen de error aceptado para el cálculo (usado </a:t>
            </a:r>
            <a:r>
              <a:rPr lang="es-MX" sz="1600" b="1" dirty="0"/>
              <a:t>7%</a:t>
            </a:r>
            <a:r>
              <a:rPr lang="es-MX" sz="1600" dirty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algn="just"/>
            <a:r>
              <a:rPr lang="es-MX" sz="1600" dirty="0"/>
              <a:t>Con estos parámetros se estimó el tamaño de muestra requerido para la auditoría mensual, garantizando que el resultado fuera representativo y estadísticamente válido para evaluar la adherencia a GPC de HTA.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4083C58-CBFA-4E4D-920F-B17DBDA8FA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10" t="10217" r="7815" b="1193"/>
          <a:stretch/>
        </p:blipFill>
        <p:spPr>
          <a:xfrm>
            <a:off x="6474540" y="2928945"/>
            <a:ext cx="4726192" cy="211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3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morbilidad atendida: HTA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E82E35-3001-4FB5-95E6-0FAED42A14B4}"/>
              </a:ext>
            </a:extLst>
          </p:cNvPr>
          <p:cNvSpPr txBox="1"/>
          <p:nvPr/>
        </p:nvSpPr>
        <p:spPr>
          <a:xfrm>
            <a:off x="304798" y="1100817"/>
            <a:ext cx="11621730" cy="1200329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MX" dirty="0"/>
              <a:t>Número de historias clínicas auditadas que hacen parte de la muestra representativa con </a:t>
            </a:r>
            <a:r>
              <a:rPr lang="es-MX" b="1" u="sng" dirty="0"/>
              <a:t>aplicación estricta </a:t>
            </a:r>
            <a:r>
              <a:rPr lang="es-MX" dirty="0"/>
              <a:t>de la guía de manejo adoptada por la ESE </a:t>
            </a:r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MX" dirty="0"/>
              <a:t>Total historias clínicas auditadas de la muestra representativa de pacientes con el diagnóstico de HTA 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0,80  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4AAA9C6-CD46-4406-9223-1902FA33D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735" y="2550622"/>
            <a:ext cx="8036051" cy="364092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BB9B8F3-118E-4303-B0DF-162FA6D02224}"/>
              </a:ext>
            </a:extLst>
          </p:cNvPr>
          <p:cNvSpPr txBox="1"/>
          <p:nvPr/>
        </p:nvSpPr>
        <p:spPr>
          <a:xfrm>
            <a:off x="4075470" y="6441028"/>
            <a:ext cx="404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01 de enero 2026 a 31 de mayo 2026</a:t>
            </a:r>
          </a:p>
        </p:txBody>
      </p:sp>
    </p:spTree>
    <p:extLst>
      <p:ext uri="{BB962C8B-B14F-4D97-AF65-F5344CB8AC3E}">
        <p14:creationId xmlns:p14="http://schemas.microsoft.com/office/powerpoint/2010/main" val="3859246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morbilidad atendida: HTA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BB9B8F3-118E-4303-B0DF-162FA6D02224}"/>
              </a:ext>
            </a:extLst>
          </p:cNvPr>
          <p:cNvSpPr txBox="1"/>
          <p:nvPr/>
        </p:nvSpPr>
        <p:spPr>
          <a:xfrm>
            <a:off x="4075470" y="6441028"/>
            <a:ext cx="404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01 de enero 2026 a 31 de mayo 2026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56A42EF-2F37-4850-A098-850C99239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2" y="1509921"/>
            <a:ext cx="12001693" cy="4005976"/>
          </a:xfrm>
          <a:prstGeom prst="rect">
            <a:avLst/>
          </a:prstGeom>
        </p:spPr>
      </p:pic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C137BE16-9AC1-49CF-BE9F-A6E20655CD00}"/>
              </a:ext>
            </a:extLst>
          </p:cNvPr>
          <p:cNvSpPr/>
          <p:nvPr/>
        </p:nvSpPr>
        <p:spPr>
          <a:xfrm rot="5400000">
            <a:off x="2462981" y="2836029"/>
            <a:ext cx="243348" cy="263013"/>
          </a:xfrm>
          <a:prstGeom prst="downArrow">
            <a:avLst/>
          </a:prstGeom>
          <a:solidFill>
            <a:srgbClr val="CCFF99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36E364C5-85AC-48FC-B462-76B1AC46DC94}"/>
              </a:ext>
            </a:extLst>
          </p:cNvPr>
          <p:cNvSpPr/>
          <p:nvPr/>
        </p:nvSpPr>
        <p:spPr>
          <a:xfrm rot="5400000">
            <a:off x="3399504" y="3259729"/>
            <a:ext cx="243348" cy="263013"/>
          </a:xfrm>
          <a:prstGeom prst="downArrow">
            <a:avLst/>
          </a:prstGeom>
          <a:solidFill>
            <a:srgbClr val="CCFF99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ACFCBDBD-AA19-4DDD-821A-BD9EFD1774B7}"/>
              </a:ext>
            </a:extLst>
          </p:cNvPr>
          <p:cNvSpPr/>
          <p:nvPr/>
        </p:nvSpPr>
        <p:spPr>
          <a:xfrm rot="5400000">
            <a:off x="2578510" y="3825084"/>
            <a:ext cx="243348" cy="263013"/>
          </a:xfrm>
          <a:prstGeom prst="downArrow">
            <a:avLst/>
          </a:prstGeom>
          <a:solidFill>
            <a:srgbClr val="CCFF99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74872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egreso hospitalario: Gastroenteritis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4EF4D5-CDBB-4E25-89BF-A03D7CB3AB28}"/>
              </a:ext>
            </a:extLst>
          </p:cNvPr>
          <p:cNvSpPr txBox="1"/>
          <p:nvPr/>
        </p:nvSpPr>
        <p:spPr>
          <a:xfrm>
            <a:off x="304798" y="1100817"/>
            <a:ext cx="11621730" cy="1477328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MX" dirty="0"/>
              <a:t>Número de historias clínicas auditadas que hacen parte de la muestra representativa con </a:t>
            </a:r>
            <a:r>
              <a:rPr lang="es-MX" b="1" u="sng" dirty="0"/>
              <a:t>aplicación estricta </a:t>
            </a:r>
            <a:r>
              <a:rPr lang="es-MX" dirty="0"/>
              <a:t>de la guía de manejo adoptada por la ESE </a:t>
            </a:r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MX" dirty="0"/>
              <a:t>Total historias clínicas auditadas de la muestra representativa de pacientes con el diagnóstico de Gastroenteritis 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0,80  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BC085ED-D63A-4E3C-812F-2452E26905D0}"/>
              </a:ext>
            </a:extLst>
          </p:cNvPr>
          <p:cNvSpPr txBox="1"/>
          <p:nvPr/>
        </p:nvSpPr>
        <p:spPr>
          <a:xfrm>
            <a:off x="185577" y="2579906"/>
            <a:ext cx="604807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 dirty="0"/>
              <a:t>Para el cálculo de la muestra se tomó como base la cantidad de atenciones por diagnóstico N390 registradas el mes anterior. A partir de este dato, se aplicó la fórmula estadística de estimación de proporciones con un nivel de confianza del </a:t>
            </a:r>
            <a:r>
              <a:rPr lang="es-MX" sz="1600" b="1" dirty="0"/>
              <a:t>95%</a:t>
            </a:r>
            <a:r>
              <a:rPr lang="es-MX" sz="1600" dirty="0"/>
              <a:t>, donde:</a:t>
            </a:r>
          </a:p>
          <a:p>
            <a:pPr algn="just"/>
            <a:endParaRPr lang="es-MX" sz="16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Z (alfa medios)</a:t>
            </a:r>
            <a:r>
              <a:rPr lang="es-MX" sz="1600" dirty="0"/>
              <a:t> corresponde al valor estadístico que garantiza el nivel de confianza; para 95% equivale a </a:t>
            </a:r>
            <a:r>
              <a:rPr lang="es-MX" sz="1600" b="1" dirty="0"/>
              <a:t>1.96</a:t>
            </a:r>
            <a:r>
              <a:rPr lang="es-MX" sz="1600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p</a:t>
            </a:r>
            <a:r>
              <a:rPr lang="es-MX" sz="1600" dirty="0"/>
              <a:t> representa la proporción de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q</a:t>
            </a:r>
            <a:r>
              <a:rPr lang="es-MX" sz="1600" dirty="0"/>
              <a:t> es el complemento de p (</a:t>
            </a:r>
            <a:r>
              <a:rPr lang="es-MX" sz="1600" b="1" dirty="0"/>
              <a:t>1–p</a:t>
            </a:r>
            <a:r>
              <a:rPr lang="es-MX" sz="1600" dirty="0"/>
              <a:t>), es decir, el porcentaje de no adherencia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1" dirty="0"/>
              <a:t>e</a:t>
            </a:r>
            <a:r>
              <a:rPr lang="es-MX" sz="1600" dirty="0"/>
              <a:t> corresponde al margen de error aceptado para el cálculo (usado </a:t>
            </a:r>
            <a:r>
              <a:rPr lang="es-MX" sz="1600" b="1" dirty="0"/>
              <a:t>7%</a:t>
            </a:r>
            <a:r>
              <a:rPr lang="es-MX" sz="1600" dirty="0"/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MX" sz="1600" dirty="0"/>
          </a:p>
          <a:p>
            <a:pPr algn="just"/>
            <a:r>
              <a:rPr lang="es-MX" sz="1600" dirty="0"/>
              <a:t>Con estos parámetros se estimó el tamaño de muestra requerido para la auditoría mensual, garantizando que el resultado fuera representativo y estadísticamente válido para evaluar la adherencia a GPC de IVU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4083C58-CBFA-4E4D-920F-B17DBDA8FAF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10" t="10217" r="7815" b="1193"/>
          <a:stretch/>
        </p:blipFill>
        <p:spPr>
          <a:xfrm>
            <a:off x="6474540" y="2928945"/>
            <a:ext cx="4726192" cy="211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129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egreso hospitalario: Gastroenteritis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FE82E35-3001-4FB5-95E6-0FAED42A14B4}"/>
              </a:ext>
            </a:extLst>
          </p:cNvPr>
          <p:cNvSpPr txBox="1"/>
          <p:nvPr/>
        </p:nvSpPr>
        <p:spPr>
          <a:xfrm>
            <a:off x="304798" y="1100817"/>
            <a:ext cx="11621730" cy="1200329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MX" dirty="0"/>
              <a:t>Número de historias clínicas auditadas que hacen parte de la muestra representativa con </a:t>
            </a:r>
            <a:r>
              <a:rPr lang="es-MX" b="1" u="sng" dirty="0"/>
              <a:t>aplicación estricta </a:t>
            </a:r>
            <a:r>
              <a:rPr lang="es-MX" dirty="0"/>
              <a:t>de la guía de manejo adoptada por la ESE </a:t>
            </a:r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MX" dirty="0"/>
              <a:t>Total historias clínicas auditadas de la muestra representativa de pacientes con el diagnóstico de HTA </a:t>
            </a: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0,80  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EF9B0-E7B7-4F11-B46C-E01CA4DFC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471" y="2582442"/>
            <a:ext cx="8258127" cy="375936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E1C4EC72-7961-4029-8976-5F1254C7AADF}"/>
              </a:ext>
            </a:extLst>
          </p:cNvPr>
          <p:cNvSpPr txBox="1"/>
          <p:nvPr/>
        </p:nvSpPr>
        <p:spPr>
          <a:xfrm>
            <a:off x="4075470" y="6488668"/>
            <a:ext cx="404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01 de abril 2026 a 31 de mayo 2026</a:t>
            </a:r>
          </a:p>
        </p:txBody>
      </p:sp>
    </p:spTree>
    <p:extLst>
      <p:ext uri="{BB962C8B-B14F-4D97-AF65-F5344CB8AC3E}">
        <p14:creationId xmlns:p14="http://schemas.microsoft.com/office/powerpoint/2010/main" val="26919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egreso hospitalario: Gastroenteritis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C4EC72-7961-4029-8976-5F1254C7AADF}"/>
              </a:ext>
            </a:extLst>
          </p:cNvPr>
          <p:cNvSpPr txBox="1"/>
          <p:nvPr/>
        </p:nvSpPr>
        <p:spPr>
          <a:xfrm>
            <a:off x="4075470" y="6488668"/>
            <a:ext cx="404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01 de abril 2026 a 31 de mayo 2026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71EFBF-81BA-41C9-9B29-1C6E0D196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23" y="2281084"/>
            <a:ext cx="11783752" cy="278349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3B334EC-48CC-4F97-8BA0-FD4B1B77013D}"/>
              </a:ext>
            </a:extLst>
          </p:cNvPr>
          <p:cNvSpPr txBox="1"/>
          <p:nvPr/>
        </p:nvSpPr>
        <p:spPr>
          <a:xfrm>
            <a:off x="260553" y="1850052"/>
            <a:ext cx="1641987" cy="37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Adultos</a:t>
            </a:r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EB2DF21C-1957-4470-92F9-45B61C5BF89A}"/>
              </a:ext>
            </a:extLst>
          </p:cNvPr>
          <p:cNvSpPr/>
          <p:nvPr/>
        </p:nvSpPr>
        <p:spPr>
          <a:xfrm rot="5400000">
            <a:off x="4088987" y="3986406"/>
            <a:ext cx="243348" cy="263013"/>
          </a:xfrm>
          <a:prstGeom prst="downArrow">
            <a:avLst/>
          </a:prstGeom>
          <a:solidFill>
            <a:srgbClr val="CCFF99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CCAE1DA4-72C5-42C4-BFE2-5F7BDEEFA8F3}"/>
              </a:ext>
            </a:extLst>
          </p:cNvPr>
          <p:cNvSpPr/>
          <p:nvPr/>
        </p:nvSpPr>
        <p:spPr>
          <a:xfrm rot="5400000">
            <a:off x="9974826" y="4738573"/>
            <a:ext cx="243348" cy="263013"/>
          </a:xfrm>
          <a:prstGeom prst="downArrow">
            <a:avLst/>
          </a:prstGeom>
          <a:solidFill>
            <a:srgbClr val="CCFF99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76063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egreso hospitalario: Gastroenteritis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C4EC72-7961-4029-8976-5F1254C7AADF}"/>
              </a:ext>
            </a:extLst>
          </p:cNvPr>
          <p:cNvSpPr txBox="1"/>
          <p:nvPr/>
        </p:nvSpPr>
        <p:spPr>
          <a:xfrm>
            <a:off x="4075470" y="6488668"/>
            <a:ext cx="404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01 de abril 2026 a 31 de mayo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B334EC-48CC-4F97-8BA0-FD4B1B77013D}"/>
              </a:ext>
            </a:extLst>
          </p:cNvPr>
          <p:cNvSpPr txBox="1"/>
          <p:nvPr/>
        </p:nvSpPr>
        <p:spPr>
          <a:xfrm>
            <a:off x="260552" y="1033974"/>
            <a:ext cx="3229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Niños- secretaria de salud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0966FF-73D5-47E5-9830-C502DC137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52" y="1576611"/>
            <a:ext cx="11673962" cy="237595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44290FE-2D2F-4FB6-9BF0-251B923CC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53" y="4146580"/>
            <a:ext cx="11722356" cy="1870762"/>
          </a:xfrm>
          <a:prstGeom prst="rect">
            <a:avLst/>
          </a:prstGeom>
        </p:spPr>
      </p:pic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523A28B7-DA74-4FBD-8334-3FBBEFE801DB}"/>
              </a:ext>
            </a:extLst>
          </p:cNvPr>
          <p:cNvSpPr/>
          <p:nvPr/>
        </p:nvSpPr>
        <p:spPr>
          <a:xfrm rot="3408351">
            <a:off x="811158" y="1663233"/>
            <a:ext cx="243348" cy="263013"/>
          </a:xfrm>
          <a:prstGeom prst="downArrow">
            <a:avLst/>
          </a:prstGeom>
          <a:solidFill>
            <a:srgbClr val="CCFF99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5F433A0D-B93E-4209-9803-3E459D2D2785}"/>
              </a:ext>
            </a:extLst>
          </p:cNvPr>
          <p:cNvSpPr/>
          <p:nvPr/>
        </p:nvSpPr>
        <p:spPr>
          <a:xfrm rot="3408351">
            <a:off x="1604205" y="5518703"/>
            <a:ext cx="243348" cy="263013"/>
          </a:xfrm>
          <a:prstGeom prst="downArrow">
            <a:avLst/>
          </a:prstGeom>
          <a:solidFill>
            <a:srgbClr val="CCFF99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09020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4B8CC86-FE67-40DF-8FF4-FE021016ADF1}"/>
              </a:ext>
            </a:extLst>
          </p:cNvPr>
          <p:cNvSpPr/>
          <p:nvPr/>
        </p:nvSpPr>
        <p:spPr>
          <a:xfrm>
            <a:off x="1902540" y="396733"/>
            <a:ext cx="8426246" cy="24580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>
                <a:solidFill>
                  <a:srgbClr val="002060"/>
                </a:solidFill>
              </a:rPr>
              <a:t>Evaluación de aplicación </a:t>
            </a:r>
            <a:r>
              <a:rPr lang="es-CO" sz="2400" b="1" dirty="0">
                <a:solidFill>
                  <a:srgbClr val="002060"/>
                </a:solidFill>
              </a:rPr>
              <a:t>de guía de manejo de la primera causa de egreso hospitalario: Gastroenteritis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C4EC72-7961-4029-8976-5F1254C7AADF}"/>
              </a:ext>
            </a:extLst>
          </p:cNvPr>
          <p:cNvSpPr txBox="1"/>
          <p:nvPr/>
        </p:nvSpPr>
        <p:spPr>
          <a:xfrm>
            <a:off x="4075470" y="6488668"/>
            <a:ext cx="404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01 de abril 2026 a 31 de mayo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B334EC-48CC-4F97-8BA0-FD4B1B77013D}"/>
              </a:ext>
            </a:extLst>
          </p:cNvPr>
          <p:cNvSpPr txBox="1"/>
          <p:nvPr/>
        </p:nvSpPr>
        <p:spPr>
          <a:xfrm>
            <a:off x="260552" y="1033974"/>
            <a:ext cx="3229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Niños- secretaria de salud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BC28A61-F17A-4343-8E7F-D4A9EDAF5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551" y="1625310"/>
            <a:ext cx="11727434" cy="94090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E32C559-2228-456D-B367-EFC691A89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283" y="2746902"/>
            <a:ext cx="11727433" cy="3714365"/>
          </a:xfrm>
          <a:prstGeom prst="rect">
            <a:avLst/>
          </a:prstGeom>
        </p:spPr>
      </p:pic>
      <p:sp>
        <p:nvSpPr>
          <p:cNvPr id="11" name="Flecha: hacia abajo 10">
            <a:extLst>
              <a:ext uri="{FF2B5EF4-FFF2-40B4-BE49-F238E27FC236}">
                <a16:creationId xmlns:a16="http://schemas.microsoft.com/office/drawing/2014/main" id="{49A04DDD-B6A4-4050-9AD6-A4680891FE23}"/>
              </a:ext>
            </a:extLst>
          </p:cNvPr>
          <p:cNvSpPr/>
          <p:nvPr/>
        </p:nvSpPr>
        <p:spPr>
          <a:xfrm rot="3408351">
            <a:off x="3472334" y="1680813"/>
            <a:ext cx="243348" cy="263013"/>
          </a:xfrm>
          <a:prstGeom prst="downArrow">
            <a:avLst/>
          </a:prstGeom>
          <a:solidFill>
            <a:srgbClr val="CCFF99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6540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6D6E639A-FA01-4E42-B005-327C54B12737}"/>
              </a:ext>
            </a:extLst>
          </p:cNvPr>
          <p:cNvSpPr/>
          <p:nvPr/>
        </p:nvSpPr>
        <p:spPr>
          <a:xfrm>
            <a:off x="1445341" y="0"/>
            <a:ext cx="10196051" cy="1229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Oportunidad en la atención específica de pacientes con diagnóstico de egreso de Infarto Agudo de Miocardio (IAM)</a:t>
            </a:r>
            <a:endParaRPr kumimoji="0" lang="es-CO" sz="32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7230E4-17EF-428D-8C2E-CF1825D85A8A}"/>
              </a:ext>
            </a:extLst>
          </p:cNvPr>
          <p:cNvSpPr txBox="1"/>
          <p:nvPr/>
        </p:nvSpPr>
        <p:spPr>
          <a:xfrm>
            <a:off x="398206" y="1307690"/>
            <a:ext cx="11395588" cy="1754326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Numerador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pacientes con diagnóstico de egreso de Infarto Agudo de Miocardio a quienes se inició la terapia específica de acuerdo con la guía de manejo para Infarto Agudo de Miocardio dentro de la primera hora posterior a la realización del diagnóstico en vigencia objeto de evaluación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Denominado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r=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de pacientes con diagnóstico de egreso de Infarto Agudo de Miocardio en la vigencia objeto de evaluación.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Estándar/meta</a:t>
            </a:r>
            <a:r>
              <a:rPr kumimoji="0" lang="es-CO" altLang="es-CO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≥ 0,90</a:t>
            </a: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374660F-ED92-4679-A86F-8C5B09931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934" y="3311745"/>
            <a:ext cx="7458542" cy="314140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43CA31F-2499-4B94-AEC5-BB3434F8C0BF}"/>
              </a:ext>
            </a:extLst>
          </p:cNvPr>
          <p:cNvSpPr txBox="1"/>
          <p:nvPr/>
        </p:nvSpPr>
        <p:spPr>
          <a:xfrm>
            <a:off x="4075470" y="6488668"/>
            <a:ext cx="404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01 de enero 2026 a 31 de mayo 2026</a:t>
            </a:r>
          </a:p>
        </p:txBody>
      </p:sp>
    </p:spTree>
    <p:extLst>
      <p:ext uri="{BB962C8B-B14F-4D97-AF65-F5344CB8AC3E}">
        <p14:creationId xmlns:p14="http://schemas.microsoft.com/office/powerpoint/2010/main" val="1559054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143CA31F-2499-4B94-AEC5-BB3434F8C0BF}"/>
              </a:ext>
            </a:extLst>
          </p:cNvPr>
          <p:cNvSpPr txBox="1"/>
          <p:nvPr/>
        </p:nvSpPr>
        <p:spPr>
          <a:xfrm>
            <a:off x="4075470" y="6518214"/>
            <a:ext cx="4041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01 de enero 2026 a 31 de mayo 2026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9941EA6-0D02-4D2E-B54F-6B3C5420BD37}"/>
              </a:ext>
            </a:extLst>
          </p:cNvPr>
          <p:cNvSpPr/>
          <p:nvPr/>
        </p:nvSpPr>
        <p:spPr>
          <a:xfrm>
            <a:off x="2200307" y="88490"/>
            <a:ext cx="8929807" cy="1229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8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Oportunidad en la realización de apendicectomía</a:t>
            </a:r>
            <a:endParaRPr lang="es-CO" sz="3600" b="1" dirty="0">
              <a:solidFill>
                <a:srgbClr val="00206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03EEAAF-41BD-4814-8F05-FE4E3B98FE2E}"/>
              </a:ext>
            </a:extLst>
          </p:cNvPr>
          <p:cNvSpPr txBox="1"/>
          <p:nvPr/>
        </p:nvSpPr>
        <p:spPr>
          <a:xfrm>
            <a:off x="285135" y="1396180"/>
            <a:ext cx="11621730" cy="1200329"/>
          </a:xfrm>
          <a:prstGeom prst="rect">
            <a:avLst/>
          </a:prstGeom>
          <a:solidFill>
            <a:srgbClr val="CCFF99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Numerador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=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Número de pacientes con diagnóstico de apendicitis al egreso, a quienes se les realizó la apendicectomía dentro de las seis horas de confirmado el diagnóstico en la vigencia objeto de la evaluación</a:t>
            </a:r>
            <a:endParaRPr lang="es-MX" dirty="0"/>
          </a:p>
          <a:p>
            <a:r>
              <a:rPr lang="es-CO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Denominado</a:t>
            </a:r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</a:rPr>
              <a:t>r=</a:t>
            </a:r>
            <a:r>
              <a:rPr lang="es-CO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de pacientes con diagnóstico de apendicitis al egreso en la vigencia objeto de evaluación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kumimoji="0" lang="es-CO" altLang="es-CO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Estándar/meta</a:t>
            </a: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: ≥ 0,90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50FE99-7777-4A7D-B5E6-64E5DD58B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223" y="3112771"/>
            <a:ext cx="7761143" cy="195930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29E8252-C653-4FB5-BF9D-B61F805998B9}"/>
              </a:ext>
            </a:extLst>
          </p:cNvPr>
          <p:cNvSpPr txBox="1"/>
          <p:nvPr/>
        </p:nvSpPr>
        <p:spPr>
          <a:xfrm>
            <a:off x="393289" y="5588341"/>
            <a:ext cx="9556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s-CO" dirty="0"/>
              <a:t>30 requirieron Tomografía de abdomen total para diagnóstico.</a:t>
            </a:r>
          </a:p>
          <a:p>
            <a:pPr marL="285750" indent="-285750">
              <a:buFontTx/>
              <a:buChar char="-"/>
            </a:pPr>
            <a:r>
              <a:rPr lang="es-CO" dirty="0"/>
              <a:t>Tiempo promedio entre valoración de cirugía general hasta apendicectomía con imagen: </a:t>
            </a:r>
            <a:r>
              <a:rPr lang="es-CO" dirty="0">
                <a:highlight>
                  <a:srgbClr val="FFFF00"/>
                </a:highlight>
              </a:rPr>
              <a:t>19 horas </a:t>
            </a:r>
          </a:p>
        </p:txBody>
      </p:sp>
    </p:spTree>
    <p:extLst>
      <p:ext uri="{BB962C8B-B14F-4D97-AF65-F5344CB8AC3E}">
        <p14:creationId xmlns:p14="http://schemas.microsoft.com/office/powerpoint/2010/main" val="1182464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100234" y="2136058"/>
            <a:ext cx="9991531" cy="1069258"/>
          </a:xfrm>
          <a:prstGeom prst="rect">
            <a:avLst/>
          </a:prstGeom>
          <a:ln w="38100">
            <a:solidFill>
              <a:srgbClr val="00206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O" sz="3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F62C7E-6ACD-406A-A039-C71AEF9CBB8E}"/>
              </a:ext>
            </a:extLst>
          </p:cNvPr>
          <p:cNvSpPr txBox="1"/>
          <p:nvPr/>
        </p:nvSpPr>
        <p:spPr>
          <a:xfrm>
            <a:off x="1100234" y="2418011"/>
            <a:ext cx="999153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REVISIÓN DE COMPROMISOS ADQUIRIDOS</a:t>
            </a:r>
          </a:p>
          <a:p>
            <a:pPr algn="ctr"/>
            <a:endParaRPr lang="es-CO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2213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20C16FD-DEF0-41BC-87D3-6F5690ADB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3382" y="1124796"/>
            <a:ext cx="11013256" cy="302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10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B2AB518-DFA9-AEBD-0444-BEF3B3902C5A}"/>
              </a:ext>
            </a:extLst>
          </p:cNvPr>
          <p:cNvSpPr txBox="1">
            <a:spLocks/>
          </p:cNvSpPr>
          <p:nvPr/>
        </p:nvSpPr>
        <p:spPr>
          <a:xfrm>
            <a:off x="1897130" y="2601760"/>
            <a:ext cx="8751691" cy="996847"/>
          </a:xfrm>
          <a:prstGeom prst="rect">
            <a:avLst/>
          </a:prstGeom>
          <a:ln w="38100">
            <a:solidFill>
              <a:srgbClr val="002060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O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7F62C7E-6ACD-406A-A039-C71AEF9CBB8E}"/>
              </a:ext>
            </a:extLst>
          </p:cNvPr>
          <p:cNvSpPr txBox="1"/>
          <p:nvPr/>
        </p:nvSpPr>
        <p:spPr>
          <a:xfrm>
            <a:off x="1100234" y="2798640"/>
            <a:ext cx="99915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PROPOSICIONES Y VARIOS</a:t>
            </a:r>
            <a:endParaRPr lang="es-CO" sz="4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O" sz="4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285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D1A8110-7978-4C59-9C48-FAEFBA47C218}"/>
              </a:ext>
            </a:extLst>
          </p:cNvPr>
          <p:cNvSpPr txBox="1"/>
          <p:nvPr/>
        </p:nvSpPr>
        <p:spPr>
          <a:xfrm>
            <a:off x="4621161" y="279597"/>
            <a:ext cx="441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Ajuste formato de calificación de HC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EF6CAC5-2FA5-408E-8C91-D1BFC77B8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0" y="1503551"/>
            <a:ext cx="4816257" cy="55630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F0E38FD-BCC6-44BB-BC25-F2CE40478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0" y="2083395"/>
            <a:ext cx="3558848" cy="51820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75E9A01-4D94-4E32-9134-E3869C098D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66" y="3032726"/>
            <a:ext cx="5128704" cy="39627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C873262-D1F3-4C52-B6E2-44D4A4B072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9618" y="832272"/>
            <a:ext cx="6250429" cy="360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539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D1A8110-7978-4C59-9C48-FAEFBA47C218}"/>
              </a:ext>
            </a:extLst>
          </p:cNvPr>
          <p:cNvSpPr txBox="1"/>
          <p:nvPr/>
        </p:nvSpPr>
        <p:spPr>
          <a:xfrm>
            <a:off x="4296696" y="14126"/>
            <a:ext cx="441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Solicitud Dra. Sharon: HC Ginecología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D3F541-FFD3-4874-9F13-9A8D32F559C6}"/>
              </a:ext>
            </a:extLst>
          </p:cNvPr>
          <p:cNvSpPr txBox="1"/>
          <p:nvPr/>
        </p:nvSpPr>
        <p:spPr>
          <a:xfrm>
            <a:off x="334295" y="1229033"/>
            <a:ext cx="10766324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s-MX" b="1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Historia clínica de control prenatal</a:t>
            </a:r>
            <a:endParaRPr lang="es-MX" b="1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u="sng" dirty="0">
                <a:solidFill>
                  <a:srgbClr val="312E25"/>
                </a:solidFill>
                <a:latin typeface="Calibri" panose="020F0502020204030204" pitchFamily="34" charset="0"/>
              </a:rPr>
              <a:t>E</a:t>
            </a:r>
            <a:r>
              <a:rPr lang="es-MX" b="0" i="0" u="sng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n el </a:t>
            </a:r>
            <a:r>
              <a:rPr lang="es-MX" u="sng" dirty="0">
                <a:solidFill>
                  <a:srgbClr val="312E25"/>
                </a:solidFill>
                <a:latin typeface="Calibri" panose="020F0502020204030204" pitchFamily="34" charset="0"/>
              </a:rPr>
              <a:t>í</a:t>
            </a:r>
            <a:r>
              <a:rPr lang="es-MX" b="0" i="0" u="sng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tem de. antecedentes personales</a:t>
            </a:r>
            <a:endParaRPr lang="es-MX" b="0" i="0" u="sng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- Peso pregestacional ( campo obligatorio ) </a:t>
            </a:r>
            <a:b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</a:b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- Promedio de ganancia de peso estimado durante toda la gestación ( campo obligatorio ) </a:t>
            </a:r>
            <a:b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</a:b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- Antecedentes personales de trombosis venosa profunda - tromboembolismo pulmonar y trastorno de hipercoagulabilidad ( campo obligatorio ) </a:t>
            </a:r>
            <a:endParaRPr lang="es-MX" b="0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- Consumo de  sustancias psicoactivas , alcohol o cigarrillo __ si ___ no ___ ( campo obligatorio ) </a:t>
            </a:r>
            <a:endParaRPr lang="es-MX" b="0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marL="285750" indent="-285750" algn="l">
              <a:spcAft>
                <a:spcPts val="600"/>
              </a:spcAft>
              <a:buFontTx/>
              <a:buChar char="-"/>
            </a:pP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Verificar esquema de vacunación por semanas * ( campo obligatorio ) </a:t>
            </a:r>
          </a:p>
          <a:p>
            <a:pPr algn="l">
              <a:spcAft>
                <a:spcPts val="600"/>
              </a:spcAft>
            </a:pPr>
            <a:endParaRPr lang="es-MX" dirty="0">
              <a:solidFill>
                <a:srgbClr val="222222"/>
              </a:solidFill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u="sng" dirty="0">
                <a:solidFill>
                  <a:srgbClr val="312E25"/>
                </a:solidFill>
                <a:latin typeface="Calibri" panose="020F0502020204030204" pitchFamily="34" charset="0"/>
              </a:rPr>
              <a:t>En el í</a:t>
            </a:r>
            <a:r>
              <a:rPr lang="es-MX" b="0" i="0" u="sng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tem de signos vitales</a:t>
            </a:r>
            <a:endParaRPr lang="es-MX" u="sng" dirty="0">
              <a:solidFill>
                <a:srgbClr val="222222"/>
              </a:solidFill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C</a:t>
            </a:r>
            <a:r>
              <a:rPr lang="es-MX" sz="1400" b="0" i="0" dirty="0">
                <a:solidFill>
                  <a:srgbClr val="312E2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los signos calcule el </a:t>
            </a:r>
            <a:r>
              <a:rPr lang="es-MX" dirty="0">
                <a:solidFill>
                  <a:srgbClr val="312E25"/>
                </a:solidFill>
                <a:latin typeface="Calibri" panose="020F0502020204030204" pitchFamily="34" charset="0"/>
              </a:rPr>
              <a:t>MEOWS</a:t>
            </a: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 ( como en la historia de ingreso a urgencias y evolución ginecología) ** ( campo obligatorio )  **</a:t>
            </a:r>
            <a:endParaRPr lang="es-MX" b="0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marL="457200" algn="l">
              <a:spcAft>
                <a:spcPts val="600"/>
              </a:spcAft>
            </a:pPr>
            <a:b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</a:br>
            <a:endParaRPr lang="es-MX" b="0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04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D1A8110-7978-4C59-9C48-FAEFBA47C218}"/>
              </a:ext>
            </a:extLst>
          </p:cNvPr>
          <p:cNvSpPr txBox="1"/>
          <p:nvPr/>
        </p:nvSpPr>
        <p:spPr>
          <a:xfrm>
            <a:off x="4296696" y="14126"/>
            <a:ext cx="441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Solicitud Dra. Sharon: HC Ginecología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F537EA2-E1B0-4257-959D-2088DFB33F95}"/>
              </a:ext>
            </a:extLst>
          </p:cNvPr>
          <p:cNvSpPr txBox="1"/>
          <p:nvPr/>
        </p:nvSpPr>
        <p:spPr>
          <a:xfrm>
            <a:off x="255638" y="1044766"/>
            <a:ext cx="10717162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s-MX" b="0" i="0" u="sng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* </a:t>
            </a:r>
            <a:r>
              <a:rPr lang="es-MX" b="1" u="sng" dirty="0">
                <a:solidFill>
                  <a:srgbClr val="312E25"/>
                </a:solidFill>
                <a:latin typeface="Calibri" panose="020F0502020204030204" pitchFamily="34" charset="0"/>
              </a:rPr>
              <a:t>A</a:t>
            </a:r>
            <a:r>
              <a:rPr lang="es-MX" b="1" i="0" u="sng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tención a urgencias de obstetricia</a:t>
            </a:r>
            <a:r>
              <a:rPr lang="es-MX" b="0" i="0" u="sng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 </a:t>
            </a:r>
            <a:endParaRPr lang="es-MX" b="0" i="0" u="sng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- Revisar que las historias clínicas no está quedando el peso. y la talla y no se está calculando a pesar que se digitan por el profesional</a:t>
            </a:r>
            <a:endParaRPr lang="es-MX" b="0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- Consumo de sustancias psicoactivas , alcohol o cigarrillo __ si ___ no ___ ( campo obligatorio ) </a:t>
            </a:r>
            <a:endParaRPr lang="es-MX" b="0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b="0" i="0" u="sng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 </a:t>
            </a:r>
            <a:endParaRPr lang="es-MX" b="0" i="0" u="sng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b="0" i="0" u="sng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* </a:t>
            </a:r>
            <a:r>
              <a:rPr lang="es-MX" b="1" u="sng" dirty="0">
                <a:solidFill>
                  <a:srgbClr val="000000"/>
                </a:solidFill>
                <a:latin typeface="Calibri" panose="020F0502020204030204" pitchFamily="34" charset="0"/>
              </a:rPr>
              <a:t>N</a:t>
            </a:r>
            <a:r>
              <a:rPr lang="es-MX" b="1" i="0" u="sng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ota de atención de parto y anotación neonatal</a:t>
            </a:r>
            <a:br>
              <a:rPr lang="es-MX" b="1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</a:br>
            <a:b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</a:b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Apoyo emocional ( parto humanizado ) si ---- no ____ ( campo obligatorio ) </a:t>
            </a:r>
            <a:endParaRPr lang="es-MX" b="0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 *Adicionar una casilla donde se describa lo siguiente</a:t>
            </a:r>
            <a:b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</a:br>
            <a:b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</a:b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- Se explican técnicas de respiración durante el trabajo de parto  y expulsivo , se enseña importancia de  los masajes    y del cambio de posición durante el trabajo de parto para el confort de la paciente )  </a:t>
            </a:r>
            <a:b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</a:br>
            <a:endParaRPr lang="es-MX" b="0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b="1" u="sng" dirty="0">
                <a:solidFill>
                  <a:srgbClr val="312E25"/>
                </a:solidFill>
                <a:latin typeface="Calibri" panose="020F0502020204030204" pitchFamily="34" charset="0"/>
              </a:rPr>
              <a:t>*H</a:t>
            </a:r>
            <a:r>
              <a:rPr lang="es-MX" b="1" i="0" u="sng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istoria clínica evolución ginecología</a:t>
            </a:r>
            <a:endParaRPr lang="es-MX" b="0" i="0" u="sng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  <a:p>
            <a:pPr algn="l">
              <a:spcAft>
                <a:spcPts val="600"/>
              </a:spcAft>
            </a:pPr>
            <a:r>
              <a:rPr lang="es-MX" b="0" i="0" dirty="0">
                <a:solidFill>
                  <a:srgbClr val="312E25"/>
                </a:solidFill>
                <a:effectLst/>
                <a:latin typeface="Calibri" panose="020F0502020204030204" pitchFamily="34" charset="0"/>
              </a:rPr>
              <a:t>R</a:t>
            </a:r>
            <a:r>
              <a:rPr lang="es-MX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egistrar dentro de  los  signos de alarma del puerperio consultar si presenta dolor torácico, dolor o hinchazón en las piernas, cambios en el estado de ánimo que afecten la relación con el recién nacido, enrojecimiento, dolor o calor en las mamas.</a:t>
            </a:r>
            <a:endParaRPr lang="es-MX" b="0" i="0" dirty="0">
              <a:solidFill>
                <a:srgbClr val="22222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9872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25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17086</TotalTime>
  <Words>1319</Words>
  <Application>Microsoft Office PowerPoint</Application>
  <PresentationFormat>Panorámica</PresentationFormat>
  <Paragraphs>98</Paragraphs>
  <Slides>23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Times New Roman</vt:lpstr>
      <vt:lpstr>Wingdings</vt:lpstr>
      <vt:lpstr>Tema de Office</vt:lpstr>
      <vt:lpstr>COMITÉ DE HISTORIAS CLÍNICAS 2 - 2026</vt:lpstr>
      <vt:lpstr>ORDEN DEL DÍA</vt:lpstr>
      <vt:lpstr>1. VERIFICACIÓN DE QUORUM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LEIDY TOLEDO ROJAS</cp:lastModifiedBy>
  <cp:revision>134</cp:revision>
  <dcterms:created xsi:type="dcterms:W3CDTF">2024-08-26T14:52:25Z</dcterms:created>
  <dcterms:modified xsi:type="dcterms:W3CDTF">2026-06-22T23:10:50Z</dcterms:modified>
</cp:coreProperties>
</file>