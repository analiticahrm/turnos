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98" r:id="rId4"/>
    <p:sldId id="299" r:id="rId5"/>
    <p:sldId id="302" r:id="rId6"/>
    <p:sldId id="301" r:id="rId7"/>
    <p:sldId id="300" r:id="rId8"/>
    <p:sldId id="304" r:id="rId9"/>
    <p:sldId id="303" r:id="rId10"/>
    <p:sldId id="261" r:id="rId11"/>
    <p:sldId id="293" r:id="rId12"/>
    <p:sldId id="292" r:id="rId13"/>
    <p:sldId id="291" r:id="rId14"/>
    <p:sldId id="290" r:id="rId15"/>
    <p:sldId id="289" r:id="rId16"/>
    <p:sldId id="288" r:id="rId17"/>
    <p:sldId id="296" r:id="rId18"/>
    <p:sldId id="295" r:id="rId19"/>
    <p:sldId id="294" r:id="rId20"/>
    <p:sldId id="259" r:id="rId2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11" autoAdjust="0"/>
    <p:restoredTop sz="63684"/>
  </p:normalViewPr>
  <p:slideViewPr>
    <p:cSldViewPr snapToGrid="0">
      <p:cViewPr varScale="1">
        <p:scale>
          <a:sx n="70" d="100"/>
          <a:sy n="70" d="100"/>
        </p:scale>
        <p:origin x="480" y="1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IDY TOLEDO ROJAS" userId="c10416f8c6a8dd15" providerId="LiveId" clId="{C8DB66A6-C594-48B8-ACBB-BD11216D2FE3}"/>
    <pc:docChg chg="undo custSel addSld delSld modSld sldOrd">
      <pc:chgData name="LEIDY TOLEDO ROJAS" userId="c10416f8c6a8dd15" providerId="LiveId" clId="{C8DB66A6-C594-48B8-ACBB-BD11216D2FE3}" dt="2026-02-09T15:33:22.964" v="1209" actId="1076"/>
      <pc:docMkLst>
        <pc:docMk/>
      </pc:docMkLst>
      <pc:sldChg chg="modSp mod">
        <pc:chgData name="LEIDY TOLEDO ROJAS" userId="c10416f8c6a8dd15" providerId="LiveId" clId="{C8DB66A6-C594-48B8-ACBB-BD11216D2FE3}" dt="2026-02-09T14:16:50.837" v="837" actId="403"/>
        <pc:sldMkLst>
          <pc:docMk/>
          <pc:sldMk cId="2910541876" sldId="257"/>
        </pc:sldMkLst>
        <pc:spChg chg="mod">
          <ac:chgData name="LEIDY TOLEDO ROJAS" userId="c10416f8c6a8dd15" providerId="LiveId" clId="{C8DB66A6-C594-48B8-ACBB-BD11216D2FE3}" dt="2026-02-09T14:16:50.837" v="837" actId="403"/>
          <ac:spMkLst>
            <pc:docMk/>
            <pc:sldMk cId="2910541876" sldId="257"/>
            <ac:spMk id="3" creationId="{D64D2AA8-87C2-4C59-95E8-68296A897C21}"/>
          </ac:spMkLst>
        </pc:spChg>
      </pc:sldChg>
      <pc:sldChg chg="addSp modSp mod">
        <pc:chgData name="LEIDY TOLEDO ROJAS" userId="c10416f8c6a8dd15" providerId="LiveId" clId="{C8DB66A6-C594-48B8-ACBB-BD11216D2FE3}" dt="2026-02-09T15:33:22.964" v="1209" actId="1076"/>
        <pc:sldMkLst>
          <pc:docMk/>
          <pc:sldMk cId="3415125426" sldId="259"/>
        </pc:sldMkLst>
        <pc:spChg chg="add mod">
          <ac:chgData name="LEIDY TOLEDO ROJAS" userId="c10416f8c6a8dd15" providerId="LiveId" clId="{C8DB66A6-C594-48B8-ACBB-BD11216D2FE3}" dt="2026-02-09T15:33:22.964" v="1209" actId="1076"/>
          <ac:spMkLst>
            <pc:docMk/>
            <pc:sldMk cId="3415125426" sldId="259"/>
            <ac:spMk id="3" creationId="{D0400B5B-6AC7-42A6-9139-87856C8DC191}"/>
          </ac:spMkLst>
        </pc:spChg>
        <pc:picChg chg="add mod">
          <ac:chgData name="LEIDY TOLEDO ROJAS" userId="c10416f8c6a8dd15" providerId="LiveId" clId="{C8DB66A6-C594-48B8-ACBB-BD11216D2FE3}" dt="2026-02-09T15:33:07.254" v="1205" actId="1076"/>
          <ac:picMkLst>
            <pc:docMk/>
            <pc:sldMk cId="3415125426" sldId="259"/>
            <ac:picMk id="2" creationId="{CC85C2D1-BF46-486D-819C-7699BB8414AF}"/>
          </ac:picMkLst>
        </pc:picChg>
      </pc:sldChg>
      <pc:sldChg chg="addSp delSp modSp mod">
        <pc:chgData name="LEIDY TOLEDO ROJAS" userId="c10416f8c6a8dd15" providerId="LiveId" clId="{C8DB66A6-C594-48B8-ACBB-BD11216D2FE3}" dt="2026-02-09T14:16:42.441" v="836" actId="403"/>
        <pc:sldMkLst>
          <pc:docMk/>
          <pc:sldMk cId="162055833" sldId="261"/>
        </pc:sldMkLst>
        <pc:spChg chg="add del mod">
          <ac:chgData name="LEIDY TOLEDO ROJAS" userId="c10416f8c6a8dd15" providerId="LiveId" clId="{C8DB66A6-C594-48B8-ACBB-BD11216D2FE3}" dt="2026-02-09T11:24:02.825" v="191" actId="478"/>
          <ac:spMkLst>
            <pc:docMk/>
            <pc:sldMk cId="162055833" sldId="261"/>
            <ac:spMk id="3" creationId="{736EF67A-9939-40F7-A9C8-31C582AA7C08}"/>
          </ac:spMkLst>
        </pc:spChg>
        <pc:spChg chg="add mod">
          <ac:chgData name="LEIDY TOLEDO ROJAS" userId="c10416f8c6a8dd15" providerId="LiveId" clId="{C8DB66A6-C594-48B8-ACBB-BD11216D2FE3}" dt="2026-02-09T11:38:11.545" v="494" actId="1076"/>
          <ac:spMkLst>
            <pc:docMk/>
            <pc:sldMk cId="162055833" sldId="261"/>
            <ac:spMk id="4" creationId="{D98AE4C4-BCD9-42B9-854C-74122DF6D3EB}"/>
          </ac:spMkLst>
        </pc:spChg>
        <pc:spChg chg="mod">
          <ac:chgData name="LEIDY TOLEDO ROJAS" userId="c10416f8c6a8dd15" providerId="LiveId" clId="{C8DB66A6-C594-48B8-ACBB-BD11216D2FE3}" dt="2026-02-09T14:16:42.441" v="836" actId="403"/>
          <ac:spMkLst>
            <pc:docMk/>
            <pc:sldMk cId="162055833" sldId="261"/>
            <ac:spMk id="5" creationId="{0011F9AB-FACA-47C0-8948-0521D1278CC5}"/>
          </ac:spMkLst>
        </pc:spChg>
        <pc:spChg chg="mod">
          <ac:chgData name="LEIDY TOLEDO ROJAS" userId="c10416f8c6a8dd15" providerId="LiveId" clId="{C8DB66A6-C594-48B8-ACBB-BD11216D2FE3}" dt="2026-02-09T10:51:26.088" v="143" actId="1076"/>
          <ac:spMkLst>
            <pc:docMk/>
            <pc:sldMk cId="162055833" sldId="261"/>
            <ac:spMk id="7" creationId="{5EB57AD6-AC4E-4936-8C61-A4E2DFB3EDBE}"/>
          </ac:spMkLst>
        </pc:spChg>
        <pc:spChg chg="del mod">
          <ac:chgData name="LEIDY TOLEDO ROJAS" userId="c10416f8c6a8dd15" providerId="LiveId" clId="{C8DB66A6-C594-48B8-ACBB-BD11216D2FE3}" dt="2026-02-09T10:42:02.365" v="43" actId="478"/>
          <ac:spMkLst>
            <pc:docMk/>
            <pc:sldMk cId="162055833" sldId="261"/>
            <ac:spMk id="9" creationId="{BDBD4CAB-1B6E-4919-AB2C-D13536879D82}"/>
          </ac:spMkLst>
        </pc:spChg>
        <pc:spChg chg="add del mod">
          <ac:chgData name="LEIDY TOLEDO ROJAS" userId="c10416f8c6a8dd15" providerId="LiveId" clId="{C8DB66A6-C594-48B8-ACBB-BD11216D2FE3}" dt="2026-02-09T11:33:26.065" v="401" actId="478"/>
          <ac:spMkLst>
            <pc:docMk/>
            <pc:sldMk cId="162055833" sldId="261"/>
            <ac:spMk id="10" creationId="{69148ABE-FA19-4EB8-A7B6-1A467BAB284F}"/>
          </ac:spMkLst>
        </pc:spChg>
        <pc:spChg chg="mod">
          <ac:chgData name="LEIDY TOLEDO ROJAS" userId="c10416f8c6a8dd15" providerId="LiveId" clId="{C8DB66A6-C594-48B8-ACBB-BD11216D2FE3}" dt="2026-02-09T11:37:25.398" v="430" actId="1076"/>
          <ac:spMkLst>
            <pc:docMk/>
            <pc:sldMk cId="162055833" sldId="261"/>
            <ac:spMk id="11" creationId="{5CA70AB5-21C0-4D87-9127-2EE5101C1D31}"/>
          </ac:spMkLst>
        </pc:spChg>
        <pc:spChg chg="mod">
          <ac:chgData name="LEIDY TOLEDO ROJAS" userId="c10416f8c6a8dd15" providerId="LiveId" clId="{C8DB66A6-C594-48B8-ACBB-BD11216D2FE3}" dt="2026-02-09T13:11:56.709" v="579" actId="1076"/>
          <ac:spMkLst>
            <pc:docMk/>
            <pc:sldMk cId="162055833" sldId="261"/>
            <ac:spMk id="13" creationId="{65542EF3-7D69-4A43-8DBC-74B043511FB8}"/>
          </ac:spMkLst>
        </pc:spChg>
        <pc:picChg chg="add mod">
          <ac:chgData name="LEIDY TOLEDO ROJAS" userId="c10416f8c6a8dd15" providerId="LiveId" clId="{C8DB66A6-C594-48B8-ACBB-BD11216D2FE3}" dt="2026-02-09T11:38:17.255" v="496"/>
          <ac:picMkLst>
            <pc:docMk/>
            <pc:sldMk cId="162055833" sldId="261"/>
            <ac:picMk id="1026" creationId="{8CF67FDB-A372-4014-BFAD-84D96E60C948}"/>
          </ac:picMkLst>
        </pc:picChg>
        <pc:picChg chg="add del mod">
          <ac:chgData name="LEIDY TOLEDO ROJAS" userId="c10416f8c6a8dd15" providerId="LiveId" clId="{C8DB66A6-C594-48B8-ACBB-BD11216D2FE3}" dt="2026-02-09T11:36:30.272" v="411" actId="478"/>
          <ac:picMkLst>
            <pc:docMk/>
            <pc:sldMk cId="162055833" sldId="261"/>
            <ac:picMk id="1028" creationId="{7222F435-CB6D-4ABD-8E19-3A37C9EB53F0}"/>
          </ac:picMkLst>
        </pc:picChg>
        <pc:picChg chg="mod">
          <ac:chgData name="LEIDY TOLEDO ROJAS" userId="c10416f8c6a8dd15" providerId="LiveId" clId="{C8DB66A6-C594-48B8-ACBB-BD11216D2FE3}" dt="2026-02-09T11:38:26.131" v="498" actId="1076"/>
          <ac:picMkLst>
            <pc:docMk/>
            <pc:sldMk cId="162055833" sldId="261"/>
            <ac:picMk id="3074" creationId="{723D1FE6-57A7-4005-A2D7-14BC7FDB106A}"/>
          </ac:picMkLst>
        </pc:picChg>
      </pc:sldChg>
      <pc:sldChg chg="addSp delSp modSp mod ord">
        <pc:chgData name="LEIDY TOLEDO ROJAS" userId="c10416f8c6a8dd15" providerId="LiveId" clId="{C8DB66A6-C594-48B8-ACBB-BD11216D2FE3}" dt="2026-02-09T14:16:37.176" v="835" actId="1076"/>
        <pc:sldMkLst>
          <pc:docMk/>
          <pc:sldMk cId="2537278175" sldId="271"/>
        </pc:sldMkLst>
        <pc:spChg chg="mod">
          <ac:chgData name="LEIDY TOLEDO ROJAS" userId="c10416f8c6a8dd15" providerId="LiveId" clId="{C8DB66A6-C594-48B8-ACBB-BD11216D2FE3}" dt="2026-02-09T14:16:37.176" v="835" actId="1076"/>
          <ac:spMkLst>
            <pc:docMk/>
            <pc:sldMk cId="2537278175" sldId="271"/>
            <ac:spMk id="2" creationId="{53370804-4D30-419E-832E-825E5B930C91}"/>
          </ac:spMkLst>
        </pc:spChg>
        <pc:spChg chg="add del mod">
          <ac:chgData name="LEIDY TOLEDO ROJAS" userId="c10416f8c6a8dd15" providerId="LiveId" clId="{C8DB66A6-C594-48B8-ACBB-BD11216D2FE3}" dt="2026-02-09T11:28:08.660" v="248" actId="1076"/>
          <ac:spMkLst>
            <pc:docMk/>
            <pc:sldMk cId="2537278175" sldId="271"/>
            <ac:spMk id="3" creationId="{C4C7E370-D327-4127-B01A-262FE1C78C51}"/>
          </ac:spMkLst>
        </pc:spChg>
        <pc:spChg chg="add del mod">
          <ac:chgData name="LEIDY TOLEDO ROJAS" userId="c10416f8c6a8dd15" providerId="LiveId" clId="{C8DB66A6-C594-48B8-ACBB-BD11216D2FE3}" dt="2026-02-09T11:27:57.494" v="244" actId="478"/>
          <ac:spMkLst>
            <pc:docMk/>
            <pc:sldMk cId="2537278175" sldId="271"/>
            <ac:spMk id="6" creationId="{8299173B-022C-4ADC-8F40-9F8FD2D8F00E}"/>
          </ac:spMkLst>
        </pc:spChg>
        <pc:picChg chg="add del mod modCrop">
          <ac:chgData name="LEIDY TOLEDO ROJAS" userId="c10416f8c6a8dd15" providerId="LiveId" clId="{C8DB66A6-C594-48B8-ACBB-BD11216D2FE3}" dt="2026-02-09T11:27:56.297" v="241" actId="22"/>
          <ac:picMkLst>
            <pc:docMk/>
            <pc:sldMk cId="2537278175" sldId="271"/>
            <ac:picMk id="8" creationId="{8790C608-49E7-43ED-8944-B84305228486}"/>
          </ac:picMkLst>
        </pc:picChg>
      </pc:sldChg>
      <pc:sldChg chg="del">
        <pc:chgData name="LEIDY TOLEDO ROJAS" userId="c10416f8c6a8dd15" providerId="LiveId" clId="{C8DB66A6-C594-48B8-ACBB-BD11216D2FE3}" dt="2026-02-09T10:41:16.870" v="40" actId="47"/>
        <pc:sldMkLst>
          <pc:docMk/>
          <pc:sldMk cId="1279206474" sldId="272"/>
        </pc:sldMkLst>
      </pc:sldChg>
      <pc:sldChg chg="del">
        <pc:chgData name="LEIDY TOLEDO ROJAS" userId="c10416f8c6a8dd15" providerId="LiveId" clId="{C8DB66A6-C594-48B8-ACBB-BD11216D2FE3}" dt="2026-02-09T10:43:39.915" v="57" actId="47"/>
        <pc:sldMkLst>
          <pc:docMk/>
          <pc:sldMk cId="195092070" sldId="273"/>
        </pc:sldMkLst>
      </pc:sldChg>
      <pc:sldChg chg="addSp delSp modSp mod">
        <pc:chgData name="LEIDY TOLEDO ROJAS" userId="c10416f8c6a8dd15" providerId="LiveId" clId="{C8DB66A6-C594-48B8-ACBB-BD11216D2FE3}" dt="2026-02-09T13:12:03.774" v="582" actId="1076"/>
        <pc:sldMkLst>
          <pc:docMk/>
          <pc:sldMk cId="2045474191" sldId="275"/>
        </pc:sldMkLst>
        <pc:spChg chg="mod">
          <ac:chgData name="LEIDY TOLEDO ROJAS" userId="c10416f8c6a8dd15" providerId="LiveId" clId="{C8DB66A6-C594-48B8-ACBB-BD11216D2FE3}" dt="2026-02-09T11:26:03.219" v="212" actId="1076"/>
          <ac:spMkLst>
            <pc:docMk/>
            <pc:sldMk cId="2045474191" sldId="275"/>
            <ac:spMk id="2" creationId="{630BEBDB-1956-48F0-9A78-B6F6BFA3B3EA}"/>
          </ac:spMkLst>
        </pc:spChg>
        <pc:spChg chg="mod">
          <ac:chgData name="LEIDY TOLEDO ROJAS" userId="c10416f8c6a8dd15" providerId="LiveId" clId="{C8DB66A6-C594-48B8-ACBB-BD11216D2FE3}" dt="2026-02-09T11:40:06.824" v="566" actId="1076"/>
          <ac:spMkLst>
            <pc:docMk/>
            <pc:sldMk cId="2045474191" sldId="275"/>
            <ac:spMk id="6" creationId="{531A500E-E583-4A5C-AE34-18B4E9A1BAF2}"/>
          </ac:spMkLst>
        </pc:spChg>
        <pc:spChg chg="mod">
          <ac:chgData name="LEIDY TOLEDO ROJAS" userId="c10416f8c6a8dd15" providerId="LiveId" clId="{C8DB66A6-C594-48B8-ACBB-BD11216D2FE3}" dt="2026-02-09T11:40:14" v="569" actId="1076"/>
          <ac:spMkLst>
            <pc:docMk/>
            <pc:sldMk cId="2045474191" sldId="275"/>
            <ac:spMk id="8" creationId="{0FD7DDB2-2019-401F-B612-E6E36EBE7440}"/>
          </ac:spMkLst>
        </pc:spChg>
        <pc:spChg chg="add mod">
          <ac:chgData name="LEIDY TOLEDO ROJAS" userId="c10416f8c6a8dd15" providerId="LiveId" clId="{C8DB66A6-C594-48B8-ACBB-BD11216D2FE3}" dt="2026-02-09T11:40:16.866" v="570" actId="1076"/>
          <ac:spMkLst>
            <pc:docMk/>
            <pc:sldMk cId="2045474191" sldId="275"/>
            <ac:spMk id="9" creationId="{05B0B3DB-CB7C-452E-9887-8C22F0E64A0B}"/>
          </ac:spMkLst>
        </pc:spChg>
        <pc:spChg chg="del">
          <ac:chgData name="LEIDY TOLEDO ROJAS" userId="c10416f8c6a8dd15" providerId="LiveId" clId="{C8DB66A6-C594-48B8-ACBB-BD11216D2FE3}" dt="2026-02-09T11:24:39.119" v="199" actId="478"/>
          <ac:spMkLst>
            <pc:docMk/>
            <pc:sldMk cId="2045474191" sldId="275"/>
            <ac:spMk id="10" creationId="{8D27B383-B1A7-4DB9-9A3A-890F92928656}"/>
          </ac:spMkLst>
        </pc:spChg>
        <pc:spChg chg="mod">
          <ac:chgData name="LEIDY TOLEDO ROJAS" userId="c10416f8c6a8dd15" providerId="LiveId" clId="{C8DB66A6-C594-48B8-ACBB-BD11216D2FE3}" dt="2026-02-09T11:40:19.305" v="571" actId="1076"/>
          <ac:spMkLst>
            <pc:docMk/>
            <pc:sldMk cId="2045474191" sldId="275"/>
            <ac:spMk id="11" creationId="{A967FE8E-222D-4B68-9A07-91003AC32B24}"/>
          </ac:spMkLst>
        </pc:spChg>
        <pc:spChg chg="del">
          <ac:chgData name="LEIDY TOLEDO ROJAS" userId="c10416f8c6a8dd15" providerId="LiveId" clId="{C8DB66A6-C594-48B8-ACBB-BD11216D2FE3}" dt="2026-02-09T13:12:00.876" v="580" actId="478"/>
          <ac:spMkLst>
            <pc:docMk/>
            <pc:sldMk cId="2045474191" sldId="275"/>
            <ac:spMk id="12" creationId="{77DD92AE-5ADB-469B-894A-771B260997F5}"/>
          </ac:spMkLst>
        </pc:spChg>
        <pc:spChg chg="add mod">
          <ac:chgData name="LEIDY TOLEDO ROJAS" userId="c10416f8c6a8dd15" providerId="LiveId" clId="{C8DB66A6-C594-48B8-ACBB-BD11216D2FE3}" dt="2026-02-09T13:12:03.774" v="582" actId="1076"/>
          <ac:spMkLst>
            <pc:docMk/>
            <pc:sldMk cId="2045474191" sldId="275"/>
            <ac:spMk id="13" creationId="{D58544B4-2835-40D7-95A5-FEAB2AE9534D}"/>
          </ac:spMkLst>
        </pc:spChg>
      </pc:sldChg>
      <pc:sldChg chg="addSp delSp modSp mod">
        <pc:chgData name="LEIDY TOLEDO ROJAS" userId="c10416f8c6a8dd15" providerId="LiveId" clId="{C8DB66A6-C594-48B8-ACBB-BD11216D2FE3}" dt="2026-02-09T13:12:32.541" v="595"/>
        <pc:sldMkLst>
          <pc:docMk/>
          <pc:sldMk cId="2653249429" sldId="276"/>
        </pc:sldMkLst>
        <pc:spChg chg="mod">
          <ac:chgData name="LEIDY TOLEDO ROJAS" userId="c10416f8c6a8dd15" providerId="LiveId" clId="{C8DB66A6-C594-48B8-ACBB-BD11216D2FE3}" dt="2026-02-09T11:28:49.479" v="269" actId="1076"/>
          <ac:spMkLst>
            <pc:docMk/>
            <pc:sldMk cId="2653249429" sldId="276"/>
            <ac:spMk id="2" creationId="{63D63637-32B1-4088-AB9E-E1B4E1B8B89B}"/>
          </ac:spMkLst>
        </pc:spChg>
        <pc:spChg chg="mod">
          <ac:chgData name="LEIDY TOLEDO ROJAS" userId="c10416f8c6a8dd15" providerId="LiveId" clId="{C8DB66A6-C594-48B8-ACBB-BD11216D2FE3}" dt="2026-02-09T11:32:15.703" v="387" actId="20577"/>
          <ac:spMkLst>
            <pc:docMk/>
            <pc:sldMk cId="2653249429" sldId="276"/>
            <ac:spMk id="4" creationId="{C1E62FA6-990E-4D96-A9B3-FCBF86854899}"/>
          </ac:spMkLst>
        </pc:spChg>
        <pc:spChg chg="add mod">
          <ac:chgData name="LEIDY TOLEDO ROJAS" userId="c10416f8c6a8dd15" providerId="LiveId" clId="{C8DB66A6-C594-48B8-ACBB-BD11216D2FE3}" dt="2026-02-09T13:12:29.877" v="593" actId="1076"/>
          <ac:spMkLst>
            <pc:docMk/>
            <pc:sldMk cId="2653249429" sldId="276"/>
            <ac:spMk id="5" creationId="{6F68EEDC-7C86-41E4-952F-8618778F4145}"/>
          </ac:spMkLst>
        </pc:spChg>
        <pc:spChg chg="mod">
          <ac:chgData name="LEIDY TOLEDO ROJAS" userId="c10416f8c6a8dd15" providerId="LiveId" clId="{C8DB66A6-C594-48B8-ACBB-BD11216D2FE3}" dt="2026-02-09T11:30:15.353" v="308" actId="14100"/>
          <ac:spMkLst>
            <pc:docMk/>
            <pc:sldMk cId="2653249429" sldId="276"/>
            <ac:spMk id="6" creationId="{96D4ADDA-F380-4E4D-B1B2-CD2E1CE54D54}"/>
          </ac:spMkLst>
        </pc:spChg>
        <pc:spChg chg="add del mod">
          <ac:chgData name="LEIDY TOLEDO ROJAS" userId="c10416f8c6a8dd15" providerId="LiveId" clId="{C8DB66A6-C594-48B8-ACBB-BD11216D2FE3}" dt="2026-02-09T13:12:32.541" v="595"/>
          <ac:spMkLst>
            <pc:docMk/>
            <pc:sldMk cId="2653249429" sldId="276"/>
            <ac:spMk id="7" creationId="{1BA58083-3D49-4007-B842-DF474F5C7827}"/>
          </ac:spMkLst>
        </pc:spChg>
      </pc:sldChg>
      <pc:sldChg chg="addSp delSp modSp mod ord">
        <pc:chgData name="LEIDY TOLEDO ROJAS" userId="c10416f8c6a8dd15" providerId="LiveId" clId="{C8DB66A6-C594-48B8-ACBB-BD11216D2FE3}" dt="2026-02-09T14:46:21.790" v="902" actId="20577"/>
        <pc:sldMkLst>
          <pc:docMk/>
          <pc:sldMk cId="959190934" sldId="277"/>
        </pc:sldMkLst>
        <pc:spChg chg="mod">
          <ac:chgData name="LEIDY TOLEDO ROJAS" userId="c10416f8c6a8dd15" providerId="LiveId" clId="{C8DB66A6-C594-48B8-ACBB-BD11216D2FE3}" dt="2026-02-09T14:07:12.435" v="649" actId="1076"/>
          <ac:spMkLst>
            <pc:docMk/>
            <pc:sldMk cId="959190934" sldId="277"/>
            <ac:spMk id="2" creationId="{63D63637-32B1-4088-AB9E-E1B4E1B8B89B}"/>
          </ac:spMkLst>
        </pc:spChg>
        <pc:spChg chg="del mod">
          <ac:chgData name="LEIDY TOLEDO ROJAS" userId="c10416f8c6a8dd15" providerId="LiveId" clId="{C8DB66A6-C594-48B8-ACBB-BD11216D2FE3}" dt="2026-02-09T14:09:39.220" v="794" actId="12084"/>
          <ac:spMkLst>
            <pc:docMk/>
            <pc:sldMk cId="959190934" sldId="277"/>
            <ac:spMk id="5" creationId="{ADFA85A5-6FE5-4B59-89DA-B1F6FF200118}"/>
          </ac:spMkLst>
        </pc:spChg>
        <pc:spChg chg="add mod">
          <ac:chgData name="LEIDY TOLEDO ROJAS" userId="c10416f8c6a8dd15" providerId="LiveId" clId="{C8DB66A6-C594-48B8-ACBB-BD11216D2FE3}" dt="2026-02-09T13:12:39.955" v="596"/>
          <ac:spMkLst>
            <pc:docMk/>
            <pc:sldMk cId="959190934" sldId="277"/>
            <ac:spMk id="6" creationId="{8851FA25-F60C-4ADB-95BA-9BF8ED29E9DC}"/>
          </ac:spMkLst>
        </pc:spChg>
        <pc:spChg chg="mod">
          <ac:chgData name="LEIDY TOLEDO ROJAS" userId="c10416f8c6a8dd15" providerId="LiveId" clId="{C8DB66A6-C594-48B8-ACBB-BD11216D2FE3}" dt="2026-02-09T14:46:21.790" v="902" actId="20577"/>
          <ac:spMkLst>
            <pc:docMk/>
            <pc:sldMk cId="959190934" sldId="277"/>
            <ac:spMk id="7" creationId="{82D9E36C-D375-417E-AA1F-68A171567900}"/>
          </ac:spMkLst>
        </pc:spChg>
        <pc:graphicFrameChg chg="add mod">
          <ac:chgData name="LEIDY TOLEDO ROJAS" userId="c10416f8c6a8dd15" providerId="LiveId" clId="{C8DB66A6-C594-48B8-ACBB-BD11216D2FE3}" dt="2026-02-09T14:10:37.526" v="811" actId="12100"/>
          <ac:graphicFrameMkLst>
            <pc:docMk/>
            <pc:sldMk cId="959190934" sldId="277"/>
            <ac:graphicFrameMk id="3" creationId="{7D544B03-A0E8-445A-BD1E-3F297B847D9A}"/>
          </ac:graphicFrameMkLst>
        </pc:graphicFrameChg>
      </pc:sldChg>
      <pc:sldChg chg="addSp delSp modSp mod">
        <pc:chgData name="LEIDY TOLEDO ROJAS" userId="c10416f8c6a8dd15" providerId="LiveId" clId="{C8DB66A6-C594-48B8-ACBB-BD11216D2FE3}" dt="2026-02-09T15:04:20.023" v="1066" actId="1076"/>
        <pc:sldMkLst>
          <pc:docMk/>
          <pc:sldMk cId="640623677" sldId="278"/>
        </pc:sldMkLst>
        <pc:spChg chg="mod">
          <ac:chgData name="LEIDY TOLEDO ROJAS" userId="c10416f8c6a8dd15" providerId="LiveId" clId="{C8DB66A6-C594-48B8-ACBB-BD11216D2FE3}" dt="2026-02-09T15:03:34.316" v="1043" actId="1076"/>
          <ac:spMkLst>
            <pc:docMk/>
            <pc:sldMk cId="640623677" sldId="278"/>
            <ac:spMk id="2" creationId="{63D63637-32B1-4088-AB9E-E1B4E1B8B89B}"/>
          </ac:spMkLst>
        </pc:spChg>
        <pc:spChg chg="del">
          <ac:chgData name="LEIDY TOLEDO ROJAS" userId="c10416f8c6a8dd15" providerId="LiveId" clId="{C8DB66A6-C594-48B8-ACBB-BD11216D2FE3}" dt="2026-02-09T14:27:55.093" v="838" actId="12084"/>
          <ac:spMkLst>
            <pc:docMk/>
            <pc:sldMk cId="640623677" sldId="278"/>
            <ac:spMk id="3" creationId="{D2C1A7AB-2DC7-4FDE-A566-7F9EE797B1E5}"/>
          </ac:spMkLst>
        </pc:spChg>
        <pc:spChg chg="del">
          <ac:chgData name="LEIDY TOLEDO ROJAS" userId="c10416f8c6a8dd15" providerId="LiveId" clId="{C8DB66A6-C594-48B8-ACBB-BD11216D2FE3}" dt="2026-02-09T14:12:31.438" v="812" actId="478"/>
          <ac:spMkLst>
            <pc:docMk/>
            <pc:sldMk cId="640623677" sldId="278"/>
            <ac:spMk id="5" creationId="{B22F9A37-B3C3-4B7D-9679-B8FA9779E890}"/>
          </ac:spMkLst>
        </pc:spChg>
        <pc:spChg chg="add mod">
          <ac:chgData name="LEIDY TOLEDO ROJAS" userId="c10416f8c6a8dd15" providerId="LiveId" clId="{C8DB66A6-C594-48B8-ACBB-BD11216D2FE3}" dt="2026-02-09T14:54:15.340" v="952" actId="122"/>
          <ac:spMkLst>
            <pc:docMk/>
            <pc:sldMk cId="640623677" sldId="278"/>
            <ac:spMk id="7" creationId="{CAA8E7B8-1A1A-4D8B-83AB-F9EE52303081}"/>
          </ac:spMkLst>
        </pc:spChg>
        <pc:spChg chg="add mod">
          <ac:chgData name="LEIDY TOLEDO ROJAS" userId="c10416f8c6a8dd15" providerId="LiveId" clId="{C8DB66A6-C594-48B8-ACBB-BD11216D2FE3}" dt="2026-02-09T15:00:21.528" v="987"/>
          <ac:spMkLst>
            <pc:docMk/>
            <pc:sldMk cId="640623677" sldId="278"/>
            <ac:spMk id="8" creationId="{70731DDE-31D8-4597-862B-9ADC2A698E5F}"/>
          </ac:spMkLst>
        </pc:spChg>
        <pc:spChg chg="add del mod">
          <ac:chgData name="LEIDY TOLEDO ROJAS" userId="c10416f8c6a8dd15" providerId="LiveId" clId="{C8DB66A6-C594-48B8-ACBB-BD11216D2FE3}" dt="2026-02-09T15:04:04.463" v="1059" actId="12084"/>
          <ac:spMkLst>
            <pc:docMk/>
            <pc:sldMk cId="640623677" sldId="278"/>
            <ac:spMk id="9" creationId="{7B9C5E66-868F-4D8D-919C-681A81A5A056}"/>
          </ac:spMkLst>
        </pc:spChg>
        <pc:graphicFrameChg chg="add del mod modGraphic">
          <ac:chgData name="LEIDY TOLEDO ROJAS" userId="c10416f8c6a8dd15" providerId="LiveId" clId="{C8DB66A6-C594-48B8-ACBB-BD11216D2FE3}" dt="2026-02-09T15:03:43.235" v="1044" actId="11529"/>
          <ac:graphicFrameMkLst>
            <pc:docMk/>
            <pc:sldMk cId="640623677" sldId="278"/>
            <ac:graphicFrameMk id="4" creationId="{56762E3C-035F-43B3-A15D-B8316299FC1E}"/>
          </ac:graphicFrameMkLst>
        </pc:graphicFrameChg>
        <pc:graphicFrameChg chg="add mod">
          <ac:chgData name="LEIDY TOLEDO ROJAS" userId="c10416f8c6a8dd15" providerId="LiveId" clId="{C8DB66A6-C594-48B8-ACBB-BD11216D2FE3}" dt="2026-02-09T15:04:20.023" v="1066" actId="1076"/>
          <ac:graphicFrameMkLst>
            <pc:docMk/>
            <pc:sldMk cId="640623677" sldId="278"/>
            <ac:graphicFrameMk id="10" creationId="{F3E988B4-1BBB-474F-8584-B8DF483FD51F}"/>
          </ac:graphicFrameMkLst>
        </pc:graphicFrameChg>
        <pc:picChg chg="add mod">
          <ac:chgData name="LEIDY TOLEDO ROJAS" userId="c10416f8c6a8dd15" providerId="LiveId" clId="{C8DB66A6-C594-48B8-ACBB-BD11216D2FE3}" dt="2026-02-09T14:28:09.556" v="845" actId="1076"/>
          <ac:picMkLst>
            <pc:docMk/>
            <pc:sldMk cId="640623677" sldId="278"/>
            <ac:picMk id="6" creationId="{2BB31F20-5B5F-4395-866F-2CF3F3B31D75}"/>
          </ac:picMkLst>
        </pc:picChg>
      </pc:sldChg>
      <pc:sldChg chg="addSp delSp modSp mod">
        <pc:chgData name="LEIDY TOLEDO ROJAS" userId="c10416f8c6a8dd15" providerId="LiveId" clId="{C8DB66A6-C594-48B8-ACBB-BD11216D2FE3}" dt="2026-02-09T15:25:32.639" v="1201" actId="1076"/>
        <pc:sldMkLst>
          <pc:docMk/>
          <pc:sldMk cId="1997131318" sldId="279"/>
        </pc:sldMkLst>
        <pc:spChg chg="mod">
          <ac:chgData name="LEIDY TOLEDO ROJAS" userId="c10416f8c6a8dd15" providerId="LiveId" clId="{C8DB66A6-C594-48B8-ACBB-BD11216D2FE3}" dt="2026-02-09T15:23:16.226" v="1165" actId="1076"/>
          <ac:spMkLst>
            <pc:docMk/>
            <pc:sldMk cId="1997131318" sldId="279"/>
            <ac:spMk id="2" creationId="{63D63637-32B1-4088-AB9E-E1B4E1B8B89B}"/>
          </ac:spMkLst>
        </pc:spChg>
        <pc:spChg chg="del">
          <ac:chgData name="LEIDY TOLEDO ROJAS" userId="c10416f8c6a8dd15" providerId="LiveId" clId="{C8DB66A6-C594-48B8-ACBB-BD11216D2FE3}" dt="2026-02-09T14:28:53.098" v="849" actId="12084"/>
          <ac:spMkLst>
            <pc:docMk/>
            <pc:sldMk cId="1997131318" sldId="279"/>
            <ac:spMk id="3" creationId="{70DD953A-781A-46E5-BF85-7D3D637A2743}"/>
          </ac:spMkLst>
        </pc:spChg>
        <pc:spChg chg="add mod">
          <ac:chgData name="LEIDY TOLEDO ROJAS" userId="c10416f8c6a8dd15" providerId="LiveId" clId="{C8DB66A6-C594-48B8-ACBB-BD11216D2FE3}" dt="2026-02-09T15:25:32.639" v="1201" actId="1076"/>
          <ac:spMkLst>
            <pc:docMk/>
            <pc:sldMk cId="1997131318" sldId="279"/>
            <ac:spMk id="5" creationId="{856DBCEB-13A3-4BE6-9535-73AD384B2796}"/>
          </ac:spMkLst>
        </pc:spChg>
        <pc:graphicFrameChg chg="add mod modGraphic">
          <ac:chgData name="LEIDY TOLEDO ROJAS" userId="c10416f8c6a8dd15" providerId="LiveId" clId="{C8DB66A6-C594-48B8-ACBB-BD11216D2FE3}" dt="2026-02-09T15:01:34.644" v="993" actId="12269"/>
          <ac:graphicFrameMkLst>
            <pc:docMk/>
            <pc:sldMk cId="1997131318" sldId="279"/>
            <ac:graphicFrameMk id="4" creationId="{6AB03BBC-C207-4239-9734-E1EEA5781257}"/>
          </ac:graphicFrameMkLst>
        </pc:graphicFrameChg>
      </pc:sldChg>
      <pc:sldChg chg="addSp delSp modSp mod">
        <pc:chgData name="LEIDY TOLEDO ROJAS" userId="c10416f8c6a8dd15" providerId="LiveId" clId="{C8DB66A6-C594-48B8-ACBB-BD11216D2FE3}" dt="2026-02-09T15:16:56.313" v="1145" actId="1076"/>
        <pc:sldMkLst>
          <pc:docMk/>
          <pc:sldMk cId="3750929085" sldId="281"/>
        </pc:sldMkLst>
        <pc:spChg chg="add mod">
          <ac:chgData name="LEIDY TOLEDO ROJAS" userId="c10416f8c6a8dd15" providerId="LiveId" clId="{C8DB66A6-C594-48B8-ACBB-BD11216D2FE3}" dt="2026-02-09T15:16:32.758" v="1138" actId="2085"/>
          <ac:spMkLst>
            <pc:docMk/>
            <pc:sldMk cId="3750929085" sldId="281"/>
            <ac:spMk id="2" creationId="{E54C5328-3A21-47BC-B610-749B01E2CE89}"/>
          </ac:spMkLst>
        </pc:spChg>
        <pc:spChg chg="add del mod">
          <ac:chgData name="LEIDY TOLEDO ROJAS" userId="c10416f8c6a8dd15" providerId="LiveId" clId="{C8DB66A6-C594-48B8-ACBB-BD11216D2FE3}" dt="2026-02-09T15:16:41.100" v="1139" actId="478"/>
          <ac:spMkLst>
            <pc:docMk/>
            <pc:sldMk cId="3750929085" sldId="281"/>
            <ac:spMk id="6" creationId="{2F16F7F2-2729-42A2-822E-5F34991B2412}"/>
          </ac:spMkLst>
        </pc:spChg>
        <pc:spChg chg="add mod">
          <ac:chgData name="LEIDY TOLEDO ROJAS" userId="c10416f8c6a8dd15" providerId="LiveId" clId="{C8DB66A6-C594-48B8-ACBB-BD11216D2FE3}" dt="2026-02-09T15:16:56.313" v="1145" actId="1076"/>
          <ac:spMkLst>
            <pc:docMk/>
            <pc:sldMk cId="3750929085" sldId="281"/>
            <ac:spMk id="8" creationId="{FAF5F09F-EE36-4173-A343-EBA72113268E}"/>
          </ac:spMkLst>
        </pc:spChg>
        <pc:picChg chg="mod">
          <ac:chgData name="LEIDY TOLEDO ROJAS" userId="c10416f8c6a8dd15" providerId="LiveId" clId="{C8DB66A6-C594-48B8-ACBB-BD11216D2FE3}" dt="2026-02-09T15:07:03.967" v="1093" actId="1076"/>
          <ac:picMkLst>
            <pc:docMk/>
            <pc:sldMk cId="3750929085" sldId="281"/>
            <ac:picMk id="4098" creationId="{CE8742F5-9F16-4A03-AEB4-AC1E5748720B}"/>
          </ac:picMkLst>
        </pc:picChg>
      </pc:sldChg>
      <pc:sldChg chg="addSp delSp modSp mod">
        <pc:chgData name="LEIDY TOLEDO ROJAS" userId="c10416f8c6a8dd15" providerId="LiveId" clId="{C8DB66A6-C594-48B8-ACBB-BD11216D2FE3}" dt="2026-02-09T14:53:55.992" v="914" actId="122"/>
        <pc:sldMkLst>
          <pc:docMk/>
          <pc:sldMk cId="1347506755" sldId="282"/>
        </pc:sldMkLst>
        <pc:spChg chg="mod">
          <ac:chgData name="LEIDY TOLEDO ROJAS" userId="c10416f8c6a8dd15" providerId="LiveId" clId="{C8DB66A6-C594-48B8-ACBB-BD11216D2FE3}" dt="2026-02-09T14:16:32.318" v="833" actId="1076"/>
          <ac:spMkLst>
            <pc:docMk/>
            <pc:sldMk cId="1347506755" sldId="282"/>
            <ac:spMk id="2" creationId="{53370804-4D30-419E-832E-825E5B930C91}"/>
          </ac:spMkLst>
        </pc:spChg>
        <pc:spChg chg="mod">
          <ac:chgData name="LEIDY TOLEDO ROJAS" userId="c10416f8c6a8dd15" providerId="LiveId" clId="{C8DB66A6-C594-48B8-ACBB-BD11216D2FE3}" dt="2026-02-09T11:18:29.722" v="156" actId="113"/>
          <ac:spMkLst>
            <pc:docMk/>
            <pc:sldMk cId="1347506755" sldId="282"/>
            <ac:spMk id="10" creationId="{4AC9FE29-C487-4C16-BD5F-9C2831A068D3}"/>
          </ac:spMkLst>
        </pc:spChg>
        <pc:spChg chg="mod">
          <ac:chgData name="LEIDY TOLEDO ROJAS" userId="c10416f8c6a8dd15" providerId="LiveId" clId="{C8DB66A6-C594-48B8-ACBB-BD11216D2FE3}" dt="2026-02-09T14:06:22.447" v="621" actId="1076"/>
          <ac:spMkLst>
            <pc:docMk/>
            <pc:sldMk cId="1347506755" sldId="282"/>
            <ac:spMk id="11" creationId="{53D65C82-9CE5-4015-A74F-48B1D55406E9}"/>
          </ac:spMkLst>
        </pc:spChg>
        <pc:spChg chg="add mod">
          <ac:chgData name="LEIDY TOLEDO ROJAS" userId="c10416f8c6a8dd15" providerId="LiveId" clId="{C8DB66A6-C594-48B8-ACBB-BD11216D2FE3}" dt="2026-02-09T14:53:55.992" v="914" actId="122"/>
          <ac:spMkLst>
            <pc:docMk/>
            <pc:sldMk cId="1347506755" sldId="282"/>
            <ac:spMk id="12" creationId="{8C3EB74A-830C-4115-8CCB-68AFD8C6C1C5}"/>
          </ac:spMkLst>
        </pc:spChg>
        <pc:spChg chg="del mod">
          <ac:chgData name="LEIDY TOLEDO ROJAS" userId="c10416f8c6a8dd15" providerId="LiveId" clId="{C8DB66A6-C594-48B8-ACBB-BD11216D2FE3}" dt="2026-02-09T14:06:40.681" v="628" actId="478"/>
          <ac:spMkLst>
            <pc:docMk/>
            <pc:sldMk cId="1347506755" sldId="282"/>
            <ac:spMk id="15" creationId="{5A6F91B6-7EDB-4C0E-8D7F-53FCEF14CAE2}"/>
          </ac:spMkLst>
        </pc:spChg>
        <pc:picChg chg="add mod">
          <ac:chgData name="LEIDY TOLEDO ROJAS" userId="c10416f8c6a8dd15" providerId="LiveId" clId="{C8DB66A6-C594-48B8-ACBB-BD11216D2FE3}" dt="2026-02-09T14:06:42.170" v="629" actId="1076"/>
          <ac:picMkLst>
            <pc:docMk/>
            <pc:sldMk cId="1347506755" sldId="282"/>
            <ac:picMk id="9" creationId="{C63525FC-A08F-44B4-99FE-33646C9B5142}"/>
          </ac:picMkLst>
        </pc:picChg>
      </pc:sldChg>
      <pc:sldChg chg="addSp delSp modSp mod">
        <pc:chgData name="LEIDY TOLEDO ROJAS" userId="c10416f8c6a8dd15" providerId="LiveId" clId="{C8DB66A6-C594-48B8-ACBB-BD11216D2FE3}" dt="2026-02-09T15:06:20.208" v="1089"/>
        <pc:sldMkLst>
          <pc:docMk/>
          <pc:sldMk cId="1617963315" sldId="284"/>
        </pc:sldMkLst>
        <pc:spChg chg="mod">
          <ac:chgData name="LEIDY TOLEDO ROJAS" userId="c10416f8c6a8dd15" providerId="LiveId" clId="{C8DB66A6-C594-48B8-ACBB-BD11216D2FE3}" dt="2026-02-09T15:03:01.018" v="1019" actId="1076"/>
          <ac:spMkLst>
            <pc:docMk/>
            <pc:sldMk cId="1617963315" sldId="284"/>
            <ac:spMk id="2" creationId="{63D63637-32B1-4088-AB9E-E1B4E1B8B89B}"/>
          </ac:spMkLst>
        </pc:spChg>
        <pc:spChg chg="add del mod">
          <ac:chgData name="LEIDY TOLEDO ROJAS" userId="c10416f8c6a8dd15" providerId="LiveId" clId="{C8DB66A6-C594-48B8-ACBB-BD11216D2FE3}" dt="2026-02-09T15:05:21.305" v="1079" actId="478"/>
          <ac:spMkLst>
            <pc:docMk/>
            <pc:sldMk cId="1617963315" sldId="284"/>
            <ac:spMk id="3" creationId="{A5ED82D8-3830-48E8-A20C-45BB2C350359}"/>
          </ac:spMkLst>
        </pc:spChg>
        <pc:spChg chg="add mod">
          <ac:chgData name="LEIDY TOLEDO ROJAS" userId="c10416f8c6a8dd15" providerId="LiveId" clId="{C8DB66A6-C594-48B8-ACBB-BD11216D2FE3}" dt="2026-02-09T15:06:04.877" v="1088" actId="208"/>
          <ac:spMkLst>
            <pc:docMk/>
            <pc:sldMk cId="1617963315" sldId="284"/>
            <ac:spMk id="4" creationId="{7B3760CD-E087-4DEE-8962-1CEDD3C790EB}"/>
          </ac:spMkLst>
        </pc:spChg>
        <pc:spChg chg="add mod">
          <ac:chgData name="LEIDY TOLEDO ROJAS" userId="c10416f8c6a8dd15" providerId="LiveId" clId="{C8DB66A6-C594-48B8-ACBB-BD11216D2FE3}" dt="2026-02-09T15:06:20.208" v="1089"/>
          <ac:spMkLst>
            <pc:docMk/>
            <pc:sldMk cId="1617963315" sldId="284"/>
            <ac:spMk id="7" creationId="{2DA51373-C9DE-4561-AD92-D95A22DDF2D0}"/>
          </ac:spMkLst>
        </pc:spChg>
        <pc:spChg chg="mod">
          <ac:chgData name="LEIDY TOLEDO ROJAS" userId="c10416f8c6a8dd15" providerId="LiveId" clId="{C8DB66A6-C594-48B8-ACBB-BD11216D2FE3}" dt="2026-02-09T15:05:04.168" v="1076" actId="208"/>
          <ac:spMkLst>
            <pc:docMk/>
            <pc:sldMk cId="1617963315" sldId="284"/>
            <ac:spMk id="9" creationId="{837560DC-6140-403B-AD76-B17C8F43D497}"/>
          </ac:spMkLst>
        </pc:spChg>
        <pc:spChg chg="mod">
          <ac:chgData name="LEIDY TOLEDO ROJAS" userId="c10416f8c6a8dd15" providerId="LiveId" clId="{C8DB66A6-C594-48B8-ACBB-BD11216D2FE3}" dt="2026-02-09T15:05:44.986" v="1084" actId="1076"/>
          <ac:spMkLst>
            <pc:docMk/>
            <pc:sldMk cId="1617963315" sldId="284"/>
            <ac:spMk id="11" creationId="{93E0B63D-11B4-4C48-B701-78890190EDF8}"/>
          </ac:spMkLst>
        </pc:spChg>
      </pc:sldChg>
      <pc:sldChg chg="addSp modSp mod">
        <pc:chgData name="LEIDY TOLEDO ROJAS" userId="c10416f8c6a8dd15" providerId="LiveId" clId="{C8DB66A6-C594-48B8-ACBB-BD11216D2FE3}" dt="2026-02-09T15:32:48.896" v="1203" actId="1076"/>
        <pc:sldMkLst>
          <pc:docMk/>
          <pc:sldMk cId="3985379610" sldId="285"/>
        </pc:sldMkLst>
        <pc:spChg chg="add mod">
          <ac:chgData name="LEIDY TOLEDO ROJAS" userId="c10416f8c6a8dd15" providerId="LiveId" clId="{C8DB66A6-C594-48B8-ACBB-BD11216D2FE3}" dt="2026-02-09T15:32:48.896" v="1203" actId="1076"/>
          <ac:spMkLst>
            <pc:docMk/>
            <pc:sldMk cId="3985379610" sldId="285"/>
            <ac:spMk id="5" creationId="{1C61113F-F7AC-4C63-BD37-A876DA7BC945}"/>
          </ac:spMkLst>
        </pc:spChg>
      </pc:sldChg>
      <pc:sldChg chg="addSp modSp add del mod">
        <pc:chgData name="LEIDY TOLEDO ROJAS" userId="c10416f8c6a8dd15" providerId="LiveId" clId="{C8DB66A6-C594-48B8-ACBB-BD11216D2FE3}" dt="2026-02-09T15:25:19.911" v="1187" actId="1076"/>
        <pc:sldMkLst>
          <pc:docMk/>
          <pc:sldMk cId="2981944825" sldId="286"/>
        </pc:sldMkLst>
        <pc:spChg chg="add mod">
          <ac:chgData name="LEIDY TOLEDO ROJAS" userId="c10416f8c6a8dd15" providerId="LiveId" clId="{C8DB66A6-C594-48B8-ACBB-BD11216D2FE3}" dt="2026-02-09T15:25:19.911" v="1187" actId="1076"/>
          <ac:spMkLst>
            <pc:docMk/>
            <pc:sldMk cId="2981944825" sldId="286"/>
            <ac:spMk id="9" creationId="{DD6C39F4-80F8-4730-8254-00DF265D6819}"/>
          </ac:spMkLst>
        </pc:spChg>
        <pc:graphicFrameChg chg="add mod modGraphic">
          <ac:chgData name="LEIDY TOLEDO ROJAS" userId="c10416f8c6a8dd15" providerId="LiveId" clId="{C8DB66A6-C594-48B8-ACBB-BD11216D2FE3}" dt="2026-02-09T15:09:47.591" v="1132"/>
          <ac:graphicFrameMkLst>
            <pc:docMk/>
            <pc:sldMk cId="2981944825" sldId="286"/>
            <ac:graphicFrameMk id="3" creationId="{C4BBA478-537A-41FC-B9FA-57513082CE7A}"/>
          </ac:graphicFrameMkLst>
        </pc:graphicFrameChg>
        <pc:picChg chg="mod ord modCrop">
          <ac:chgData name="LEIDY TOLEDO ROJAS" userId="c10416f8c6a8dd15" providerId="LiveId" clId="{C8DB66A6-C594-48B8-ACBB-BD11216D2FE3}" dt="2026-02-09T15:09:55.703" v="1134" actId="1076"/>
          <ac:picMkLst>
            <pc:docMk/>
            <pc:sldMk cId="2981944825" sldId="286"/>
            <ac:picMk id="4" creationId="{A43B2D13-9F7A-42D2-A4EE-D3CF56639039}"/>
          </ac:picMkLst>
        </pc:picChg>
        <pc:picChg chg="mod ord">
          <ac:chgData name="LEIDY TOLEDO ROJAS" userId="c10416f8c6a8dd15" providerId="LiveId" clId="{C8DB66A6-C594-48B8-ACBB-BD11216D2FE3}" dt="2026-02-09T15:09:58.254" v="1135" actId="1076"/>
          <ac:picMkLst>
            <pc:docMk/>
            <pc:sldMk cId="2981944825" sldId="286"/>
            <ac:picMk id="6" creationId="{04F26357-22C5-448A-83C4-06EF7568654E}"/>
          </ac:picMkLst>
        </pc:picChg>
        <pc:picChg chg="mod ord">
          <ac:chgData name="LEIDY TOLEDO ROJAS" userId="c10416f8c6a8dd15" providerId="LiveId" clId="{C8DB66A6-C594-48B8-ACBB-BD11216D2FE3}" dt="2026-02-09T15:09:07.819" v="1121" actId="166"/>
          <ac:picMkLst>
            <pc:docMk/>
            <pc:sldMk cId="2981944825" sldId="286"/>
            <ac:picMk id="8" creationId="{42508B54-6A7D-4745-A23D-BA51129C6A81}"/>
          </ac:picMkLst>
        </pc:picChg>
        <pc:picChg chg="mod">
          <ac:chgData name="LEIDY TOLEDO ROJAS" userId="c10416f8c6a8dd15" providerId="LiveId" clId="{C8DB66A6-C594-48B8-ACBB-BD11216D2FE3}" dt="2026-02-09T15:09:14.119" v="1123" actId="1076"/>
          <ac:picMkLst>
            <pc:docMk/>
            <pc:sldMk cId="2981944825" sldId="286"/>
            <ac:picMk id="16" creationId="{A14F40A6-BC97-42C3-9252-884CB9CBE4D6}"/>
          </ac:picMkLst>
        </pc:picChg>
      </pc:sldChg>
      <pc:sldChg chg="add del mod modShow">
        <pc:chgData name="LEIDY TOLEDO ROJAS" userId="c10416f8c6a8dd15" providerId="LiveId" clId="{C8DB66A6-C594-48B8-ACBB-BD11216D2FE3}" dt="2026-02-09T14:15:37.301" v="825" actId="47"/>
        <pc:sldMkLst>
          <pc:docMk/>
          <pc:sldMk cId="600044152" sldId="287"/>
        </pc:sldMkLst>
      </pc:sldChg>
      <pc:sldChg chg="add del mod modShow">
        <pc:chgData name="LEIDY TOLEDO ROJAS" userId="c10416f8c6a8dd15" providerId="LiveId" clId="{C8DB66A6-C594-48B8-ACBB-BD11216D2FE3}" dt="2026-02-09T14:15:38.217" v="826" actId="47"/>
        <pc:sldMkLst>
          <pc:docMk/>
          <pc:sldMk cId="2991255730" sldId="28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40CF5C-9800-43BC-BEB5-5FEBC38FE68B}" type="datetimeFigureOut">
              <a:rPr lang="es-CO" smtClean="0"/>
              <a:t>16/04/26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793711-583D-46E7-AF3B-BBE4F3801F4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51879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93711-583D-46E7-AF3B-BBE4F3801F46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3616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93711-583D-46E7-AF3B-BBE4F3801F46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08316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93711-583D-46E7-AF3B-BBE4F3801F46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7446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93711-583D-46E7-AF3B-BBE4F3801F46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44039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93711-583D-46E7-AF3B-BBE4F3801F46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973700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93711-583D-46E7-AF3B-BBE4F3801F46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439316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93711-583D-46E7-AF3B-BBE4F3801F46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52547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93711-583D-46E7-AF3B-BBE4F3801F46}" type="slidenum">
              <a:rPr lang="es-CO" smtClean="0"/>
              <a:t>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34834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Caso clínico</a:t>
            </a:r>
          </a:p>
          <a:p>
            <a:pPr marL="171450" indent="-171450">
              <a:buFontTx/>
              <a:buChar char="-"/>
            </a:pPr>
            <a:r>
              <a:rPr lang="es-CO" dirty="0" err="1"/>
              <a:t>Dx</a:t>
            </a:r>
            <a:endParaRPr lang="es-CO" dirty="0"/>
          </a:p>
          <a:p>
            <a:pPr marL="171450" indent="-171450">
              <a:buFontTx/>
              <a:buChar char="-"/>
            </a:pPr>
            <a:r>
              <a:rPr lang="es-CO" dirty="0" err="1"/>
              <a:t>Tto</a:t>
            </a:r>
            <a:endParaRPr lang="es-CO" dirty="0"/>
          </a:p>
          <a:p>
            <a:pPr marL="171450" indent="-171450">
              <a:buFontTx/>
              <a:buChar char="-"/>
            </a:pPr>
            <a:endParaRPr lang="es-CO" dirty="0"/>
          </a:p>
          <a:p>
            <a:pPr marL="171450" indent="-171450">
              <a:buFontTx/>
              <a:buChar char="-"/>
            </a:pPr>
            <a:r>
              <a:rPr lang="es-CO" dirty="0"/>
              <a:t>Algoritmo </a:t>
            </a:r>
          </a:p>
          <a:p>
            <a:pPr marL="171450" indent="-171450">
              <a:buFontTx/>
              <a:buChar char="-"/>
            </a:pPr>
            <a:r>
              <a:rPr lang="es-CO" dirty="0" err="1"/>
              <a:t>Tto</a:t>
            </a:r>
            <a:r>
              <a:rPr lang="es-CO" dirty="0"/>
              <a:t> farmacológico</a:t>
            </a:r>
          </a:p>
          <a:p>
            <a:pPr marL="171450" indent="-171450">
              <a:buFontTx/>
              <a:buChar char="-"/>
            </a:pPr>
            <a:r>
              <a:rPr lang="es-CO" dirty="0"/>
              <a:t>paraclínicos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93711-583D-46E7-AF3B-BBE4F3801F46}" type="slidenum">
              <a:rPr lang="es-CO" smtClean="0"/>
              <a:t>10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442632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Caso clínico</a:t>
            </a:r>
          </a:p>
          <a:p>
            <a:pPr marL="171450" indent="-171450">
              <a:buFontTx/>
              <a:buChar char="-"/>
            </a:pPr>
            <a:r>
              <a:rPr lang="es-CO" dirty="0" err="1"/>
              <a:t>Dx</a:t>
            </a:r>
            <a:endParaRPr lang="es-CO" dirty="0"/>
          </a:p>
          <a:p>
            <a:pPr marL="171450" indent="-171450">
              <a:buFontTx/>
              <a:buChar char="-"/>
            </a:pPr>
            <a:r>
              <a:rPr lang="es-CO" dirty="0" err="1"/>
              <a:t>Tto</a:t>
            </a:r>
            <a:endParaRPr lang="es-CO" dirty="0"/>
          </a:p>
          <a:p>
            <a:pPr marL="171450" indent="-171450">
              <a:buFontTx/>
              <a:buChar char="-"/>
            </a:pPr>
            <a:endParaRPr lang="es-CO" dirty="0"/>
          </a:p>
          <a:p>
            <a:pPr marL="171450" indent="-171450">
              <a:buFontTx/>
              <a:buChar char="-"/>
            </a:pPr>
            <a:r>
              <a:rPr lang="es-CO" dirty="0"/>
              <a:t>Algoritmo </a:t>
            </a:r>
          </a:p>
          <a:p>
            <a:pPr marL="171450" indent="-171450">
              <a:buFontTx/>
              <a:buChar char="-"/>
            </a:pPr>
            <a:r>
              <a:rPr lang="es-CO" dirty="0" err="1"/>
              <a:t>Tto</a:t>
            </a:r>
            <a:r>
              <a:rPr lang="es-CO" dirty="0"/>
              <a:t> farmacológico</a:t>
            </a:r>
          </a:p>
          <a:p>
            <a:pPr marL="171450" indent="-171450">
              <a:buFontTx/>
              <a:buChar char="-"/>
            </a:pPr>
            <a:r>
              <a:rPr lang="es-CO" dirty="0"/>
              <a:t>paraclínicos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93711-583D-46E7-AF3B-BBE4F3801F46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719671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Caso clínico</a:t>
            </a:r>
          </a:p>
          <a:p>
            <a:pPr marL="171450" indent="-171450">
              <a:buFontTx/>
              <a:buChar char="-"/>
            </a:pPr>
            <a:r>
              <a:rPr lang="es-CO" dirty="0" err="1"/>
              <a:t>Dx</a:t>
            </a:r>
            <a:endParaRPr lang="es-CO" dirty="0"/>
          </a:p>
          <a:p>
            <a:pPr marL="171450" indent="-171450">
              <a:buFontTx/>
              <a:buChar char="-"/>
            </a:pPr>
            <a:r>
              <a:rPr lang="es-CO" dirty="0" err="1"/>
              <a:t>Tto</a:t>
            </a:r>
            <a:endParaRPr lang="es-CO" dirty="0"/>
          </a:p>
          <a:p>
            <a:pPr marL="171450" indent="-171450">
              <a:buFontTx/>
              <a:buChar char="-"/>
            </a:pPr>
            <a:endParaRPr lang="es-CO" dirty="0"/>
          </a:p>
          <a:p>
            <a:pPr marL="171450" indent="-171450">
              <a:buFontTx/>
              <a:buChar char="-"/>
            </a:pPr>
            <a:r>
              <a:rPr lang="es-CO" dirty="0"/>
              <a:t>Algoritmo </a:t>
            </a:r>
          </a:p>
          <a:p>
            <a:pPr marL="171450" indent="-171450">
              <a:buFontTx/>
              <a:buChar char="-"/>
            </a:pPr>
            <a:r>
              <a:rPr lang="es-CO" dirty="0" err="1"/>
              <a:t>Tto</a:t>
            </a:r>
            <a:r>
              <a:rPr lang="es-CO" dirty="0"/>
              <a:t> farmacológico</a:t>
            </a:r>
          </a:p>
          <a:p>
            <a:pPr marL="171450" indent="-171450">
              <a:buFontTx/>
              <a:buChar char="-"/>
            </a:pPr>
            <a:r>
              <a:rPr lang="es-CO" dirty="0"/>
              <a:t>paraclínicos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93711-583D-46E7-AF3B-BBE4F3801F46}" type="slidenum">
              <a:rPr lang="es-CO" smtClean="0"/>
              <a:t>12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42646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Caso clínico</a:t>
            </a:r>
          </a:p>
          <a:p>
            <a:pPr marL="171450" indent="-171450">
              <a:buFontTx/>
              <a:buChar char="-"/>
            </a:pPr>
            <a:r>
              <a:rPr lang="es-CO" dirty="0" err="1"/>
              <a:t>Dx</a:t>
            </a:r>
            <a:endParaRPr lang="es-CO" dirty="0"/>
          </a:p>
          <a:p>
            <a:pPr marL="171450" indent="-171450">
              <a:buFontTx/>
              <a:buChar char="-"/>
            </a:pPr>
            <a:r>
              <a:rPr lang="es-CO" dirty="0" err="1"/>
              <a:t>Tto</a:t>
            </a:r>
            <a:endParaRPr lang="es-CO" dirty="0"/>
          </a:p>
          <a:p>
            <a:pPr marL="171450" indent="-171450">
              <a:buFontTx/>
              <a:buChar char="-"/>
            </a:pPr>
            <a:endParaRPr lang="es-CO" dirty="0"/>
          </a:p>
          <a:p>
            <a:pPr marL="171450" indent="-171450">
              <a:buFontTx/>
              <a:buChar char="-"/>
            </a:pPr>
            <a:r>
              <a:rPr lang="es-CO" dirty="0"/>
              <a:t>Algoritmo </a:t>
            </a:r>
          </a:p>
          <a:p>
            <a:pPr marL="171450" indent="-171450">
              <a:buFontTx/>
              <a:buChar char="-"/>
            </a:pPr>
            <a:r>
              <a:rPr lang="es-CO" dirty="0" err="1"/>
              <a:t>Tto</a:t>
            </a:r>
            <a:r>
              <a:rPr lang="es-CO" dirty="0"/>
              <a:t> farmacológico</a:t>
            </a:r>
          </a:p>
          <a:p>
            <a:pPr marL="171450" indent="-171450">
              <a:buFontTx/>
              <a:buChar char="-"/>
            </a:pPr>
            <a:r>
              <a:rPr lang="es-CO" dirty="0"/>
              <a:t>paraclínicos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93711-583D-46E7-AF3B-BBE4F3801F46}" type="slidenum">
              <a:rPr lang="es-CO" smtClean="0"/>
              <a:t>13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8876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Caso clínico</a:t>
            </a:r>
          </a:p>
          <a:p>
            <a:pPr marL="171450" indent="-171450">
              <a:buFontTx/>
              <a:buChar char="-"/>
            </a:pPr>
            <a:r>
              <a:rPr lang="es-CO" dirty="0" err="1"/>
              <a:t>Dx</a:t>
            </a:r>
            <a:endParaRPr lang="es-CO" dirty="0"/>
          </a:p>
          <a:p>
            <a:pPr marL="171450" indent="-171450">
              <a:buFontTx/>
              <a:buChar char="-"/>
            </a:pPr>
            <a:r>
              <a:rPr lang="es-CO" dirty="0" err="1"/>
              <a:t>Tto</a:t>
            </a:r>
            <a:endParaRPr lang="es-CO" dirty="0"/>
          </a:p>
          <a:p>
            <a:pPr marL="171450" indent="-171450">
              <a:buFontTx/>
              <a:buChar char="-"/>
            </a:pPr>
            <a:endParaRPr lang="es-CO" dirty="0"/>
          </a:p>
          <a:p>
            <a:pPr marL="171450" indent="-171450">
              <a:buFontTx/>
              <a:buChar char="-"/>
            </a:pPr>
            <a:r>
              <a:rPr lang="es-CO" dirty="0"/>
              <a:t>Algoritmo </a:t>
            </a:r>
          </a:p>
          <a:p>
            <a:pPr marL="171450" indent="-171450">
              <a:buFontTx/>
              <a:buChar char="-"/>
            </a:pPr>
            <a:r>
              <a:rPr lang="es-CO" dirty="0" err="1"/>
              <a:t>Tto</a:t>
            </a:r>
            <a:r>
              <a:rPr lang="es-CO" dirty="0"/>
              <a:t> farmacológico</a:t>
            </a:r>
          </a:p>
          <a:p>
            <a:pPr marL="171450" indent="-171450">
              <a:buFontTx/>
              <a:buChar char="-"/>
            </a:pPr>
            <a:r>
              <a:rPr lang="es-CO" dirty="0"/>
              <a:t>paraclínicos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93711-583D-46E7-AF3B-BBE4F3801F46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686712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Caso clínico</a:t>
            </a:r>
          </a:p>
          <a:p>
            <a:pPr marL="171450" indent="-171450">
              <a:buFontTx/>
              <a:buChar char="-"/>
            </a:pPr>
            <a:r>
              <a:rPr lang="es-CO" dirty="0" err="1"/>
              <a:t>Dx</a:t>
            </a:r>
            <a:endParaRPr lang="es-CO" dirty="0"/>
          </a:p>
          <a:p>
            <a:pPr marL="171450" indent="-171450">
              <a:buFontTx/>
              <a:buChar char="-"/>
            </a:pPr>
            <a:r>
              <a:rPr lang="es-CO" dirty="0" err="1"/>
              <a:t>Tto</a:t>
            </a:r>
            <a:endParaRPr lang="es-CO" dirty="0"/>
          </a:p>
          <a:p>
            <a:pPr marL="171450" indent="-171450">
              <a:buFontTx/>
              <a:buChar char="-"/>
            </a:pPr>
            <a:endParaRPr lang="es-CO" dirty="0"/>
          </a:p>
          <a:p>
            <a:pPr marL="171450" indent="-171450">
              <a:buFontTx/>
              <a:buChar char="-"/>
            </a:pPr>
            <a:r>
              <a:rPr lang="es-CO" dirty="0"/>
              <a:t>Algoritmo </a:t>
            </a:r>
          </a:p>
          <a:p>
            <a:pPr marL="171450" indent="-171450">
              <a:buFontTx/>
              <a:buChar char="-"/>
            </a:pPr>
            <a:r>
              <a:rPr lang="es-CO" dirty="0" err="1"/>
              <a:t>Tto</a:t>
            </a:r>
            <a:r>
              <a:rPr lang="es-CO" dirty="0"/>
              <a:t> farmacológico</a:t>
            </a:r>
          </a:p>
          <a:p>
            <a:pPr marL="171450" indent="-171450">
              <a:buFontTx/>
              <a:buChar char="-"/>
            </a:pPr>
            <a:r>
              <a:rPr lang="es-CO" dirty="0"/>
              <a:t>paraclínicos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93711-583D-46E7-AF3B-BBE4F3801F46}" type="slidenum">
              <a:rPr lang="es-CO" smtClean="0"/>
              <a:t>15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957119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Caso clínico</a:t>
            </a:r>
          </a:p>
          <a:p>
            <a:pPr marL="171450" indent="-171450">
              <a:buFontTx/>
              <a:buChar char="-"/>
            </a:pPr>
            <a:r>
              <a:rPr lang="es-CO" dirty="0" err="1"/>
              <a:t>Dx</a:t>
            </a:r>
            <a:endParaRPr lang="es-CO" dirty="0"/>
          </a:p>
          <a:p>
            <a:pPr marL="171450" indent="-171450">
              <a:buFontTx/>
              <a:buChar char="-"/>
            </a:pPr>
            <a:r>
              <a:rPr lang="es-CO" dirty="0" err="1"/>
              <a:t>Tto</a:t>
            </a:r>
            <a:endParaRPr lang="es-CO" dirty="0"/>
          </a:p>
          <a:p>
            <a:pPr marL="171450" indent="-171450">
              <a:buFontTx/>
              <a:buChar char="-"/>
            </a:pPr>
            <a:endParaRPr lang="es-CO" dirty="0"/>
          </a:p>
          <a:p>
            <a:pPr marL="171450" indent="-171450">
              <a:buFontTx/>
              <a:buChar char="-"/>
            </a:pPr>
            <a:r>
              <a:rPr lang="es-CO" dirty="0"/>
              <a:t>Algoritmo </a:t>
            </a:r>
          </a:p>
          <a:p>
            <a:pPr marL="171450" indent="-171450">
              <a:buFontTx/>
              <a:buChar char="-"/>
            </a:pPr>
            <a:r>
              <a:rPr lang="es-CO" dirty="0" err="1"/>
              <a:t>Tto</a:t>
            </a:r>
            <a:r>
              <a:rPr lang="es-CO" dirty="0"/>
              <a:t> farmacológico</a:t>
            </a:r>
          </a:p>
          <a:p>
            <a:pPr marL="171450" indent="-171450">
              <a:buFontTx/>
              <a:buChar char="-"/>
            </a:pPr>
            <a:r>
              <a:rPr lang="es-CO" dirty="0"/>
              <a:t>paraclínicos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93711-583D-46E7-AF3B-BBE4F3801F46}" type="slidenum">
              <a:rPr lang="es-CO" smtClean="0"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215180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Caso clínico</a:t>
            </a:r>
          </a:p>
          <a:p>
            <a:pPr marL="171450" indent="-171450">
              <a:buFontTx/>
              <a:buChar char="-"/>
            </a:pPr>
            <a:r>
              <a:rPr lang="es-CO" dirty="0" err="1"/>
              <a:t>Dx</a:t>
            </a:r>
            <a:endParaRPr lang="es-CO" dirty="0"/>
          </a:p>
          <a:p>
            <a:pPr marL="171450" indent="-171450">
              <a:buFontTx/>
              <a:buChar char="-"/>
            </a:pPr>
            <a:r>
              <a:rPr lang="es-CO" dirty="0" err="1"/>
              <a:t>Tto</a:t>
            </a:r>
            <a:endParaRPr lang="es-CO" dirty="0"/>
          </a:p>
          <a:p>
            <a:pPr marL="171450" indent="-171450">
              <a:buFontTx/>
              <a:buChar char="-"/>
            </a:pPr>
            <a:endParaRPr lang="es-CO" dirty="0"/>
          </a:p>
          <a:p>
            <a:pPr marL="171450" indent="-171450">
              <a:buFontTx/>
              <a:buChar char="-"/>
            </a:pPr>
            <a:r>
              <a:rPr lang="es-CO" dirty="0"/>
              <a:t>Algoritmo </a:t>
            </a:r>
          </a:p>
          <a:p>
            <a:pPr marL="171450" indent="-171450">
              <a:buFontTx/>
              <a:buChar char="-"/>
            </a:pPr>
            <a:r>
              <a:rPr lang="es-CO" dirty="0" err="1"/>
              <a:t>Tto</a:t>
            </a:r>
            <a:r>
              <a:rPr lang="es-CO" dirty="0"/>
              <a:t> farmacológico</a:t>
            </a:r>
          </a:p>
          <a:p>
            <a:pPr marL="171450" indent="-171450">
              <a:buFontTx/>
              <a:buChar char="-"/>
            </a:pPr>
            <a:r>
              <a:rPr lang="es-CO" dirty="0"/>
              <a:t>paraclínicos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93711-583D-46E7-AF3B-BBE4F3801F46}" type="slidenum">
              <a:rPr lang="es-CO" smtClean="0"/>
              <a:t>17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5442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Caso clínico</a:t>
            </a:r>
          </a:p>
          <a:p>
            <a:pPr marL="171450" indent="-171450">
              <a:buFontTx/>
              <a:buChar char="-"/>
            </a:pPr>
            <a:r>
              <a:rPr lang="es-CO" dirty="0" err="1"/>
              <a:t>Dx</a:t>
            </a:r>
            <a:endParaRPr lang="es-CO" dirty="0"/>
          </a:p>
          <a:p>
            <a:pPr marL="171450" indent="-171450">
              <a:buFontTx/>
              <a:buChar char="-"/>
            </a:pPr>
            <a:r>
              <a:rPr lang="es-CO" dirty="0" err="1"/>
              <a:t>Tto</a:t>
            </a:r>
            <a:endParaRPr lang="es-CO" dirty="0"/>
          </a:p>
          <a:p>
            <a:pPr marL="171450" indent="-171450">
              <a:buFontTx/>
              <a:buChar char="-"/>
            </a:pPr>
            <a:endParaRPr lang="es-CO" dirty="0"/>
          </a:p>
          <a:p>
            <a:pPr marL="171450" indent="-171450">
              <a:buFontTx/>
              <a:buChar char="-"/>
            </a:pPr>
            <a:r>
              <a:rPr lang="es-CO" dirty="0"/>
              <a:t>Algoritmo </a:t>
            </a:r>
          </a:p>
          <a:p>
            <a:pPr marL="171450" indent="-171450">
              <a:buFontTx/>
              <a:buChar char="-"/>
            </a:pPr>
            <a:r>
              <a:rPr lang="es-CO" dirty="0" err="1"/>
              <a:t>Tto</a:t>
            </a:r>
            <a:r>
              <a:rPr lang="es-CO" dirty="0"/>
              <a:t> farmacológico</a:t>
            </a:r>
          </a:p>
          <a:p>
            <a:pPr marL="171450" indent="-171450">
              <a:buFontTx/>
              <a:buChar char="-"/>
            </a:pPr>
            <a:r>
              <a:rPr lang="es-CO" dirty="0"/>
              <a:t>paraclínicos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93711-583D-46E7-AF3B-BBE4F3801F46}" type="slidenum">
              <a:rPr lang="es-CO" smtClean="0"/>
              <a:t>18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73434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Caso clínico</a:t>
            </a:r>
          </a:p>
          <a:p>
            <a:pPr marL="171450" indent="-171450">
              <a:buFontTx/>
              <a:buChar char="-"/>
            </a:pPr>
            <a:r>
              <a:rPr lang="es-CO" dirty="0" err="1"/>
              <a:t>Dx</a:t>
            </a:r>
            <a:endParaRPr lang="es-CO" dirty="0"/>
          </a:p>
          <a:p>
            <a:pPr marL="171450" indent="-171450">
              <a:buFontTx/>
              <a:buChar char="-"/>
            </a:pPr>
            <a:r>
              <a:rPr lang="es-CO" dirty="0" err="1"/>
              <a:t>Tto</a:t>
            </a:r>
            <a:endParaRPr lang="es-CO" dirty="0"/>
          </a:p>
          <a:p>
            <a:pPr marL="171450" indent="-171450">
              <a:buFontTx/>
              <a:buChar char="-"/>
            </a:pPr>
            <a:endParaRPr lang="es-CO" dirty="0"/>
          </a:p>
          <a:p>
            <a:pPr marL="171450" indent="-171450">
              <a:buFontTx/>
              <a:buChar char="-"/>
            </a:pPr>
            <a:r>
              <a:rPr lang="es-CO" dirty="0"/>
              <a:t>Algoritmo </a:t>
            </a:r>
          </a:p>
          <a:p>
            <a:pPr marL="171450" indent="-171450">
              <a:buFontTx/>
              <a:buChar char="-"/>
            </a:pPr>
            <a:r>
              <a:rPr lang="es-CO" dirty="0" err="1"/>
              <a:t>Tto</a:t>
            </a:r>
            <a:r>
              <a:rPr lang="es-CO" dirty="0"/>
              <a:t> farmacológico</a:t>
            </a:r>
          </a:p>
          <a:p>
            <a:pPr marL="171450" indent="-171450">
              <a:buFontTx/>
              <a:buChar char="-"/>
            </a:pPr>
            <a:r>
              <a:rPr lang="es-CO" dirty="0"/>
              <a:t>paraclínicos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93711-583D-46E7-AF3B-BBE4F3801F46}" type="slidenum">
              <a:rPr lang="es-CO" smtClean="0"/>
              <a:t>19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2F5F97-1020-4EE6-ACA1-E90897E1D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759910-1034-49E7-BC79-A28022929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8F966D-C1C7-40B0-8162-73CDD1D80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16/04/26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DB57A8-5238-40C4-9A88-85BF392CF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7885B3-B239-4D90-B0FD-A877E874E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3594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4AE1A-77EF-484F-A804-44EA302E9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646D03-5F22-4FA5-9817-2E410DFDD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E9FB61-F9C1-4AA1-99BC-7FC860015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16/04/26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68517D-FDB7-4C54-926C-6304547E3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F863A7-71BC-40F8-A158-5A9A60572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7401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7C4E17-CB96-4580-8A84-23CF451DA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E743F1-DEAC-4FEA-91AE-57CBDF598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BEDFEA-2651-4C28-9F34-60EF56193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16/04/26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8A936E-A542-4128-89FE-25910D878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454940-65B8-43B5-805A-62F15723B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9430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6DA25-4C0D-463D-8289-FD732DC76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7EFF1D-D0BE-43A4-A41B-9A5351DE9D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3B7E19-8BC9-476E-B506-BDD3FD610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BF8CF4-5E72-4DEB-B453-063D3A0C3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16/04/26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299471-A835-445F-85B7-0393FD2D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22F38A-CD7A-4C0A-841F-3C02134E5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3086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640F6-05C2-4688-955A-7296D057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DF0F71-EDCE-454E-AC7A-677AE7014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21545F-6E58-42EF-8380-F7D3C73B9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2EE216B-093A-470C-8716-5CD593F78D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4D12FC-F7E9-471F-9845-0726EC8919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1A4E2CE-8782-4667-83A9-AD4D03229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16/04/26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742954F-5699-49D0-B195-CC6190678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428E020-0DE7-4ADC-B298-3E3348C41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2537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1C42E-3A84-4A7D-A0D7-DFDBEEDAE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07FEBB-E137-4290-A7C2-BB81D055C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16/04/26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B4A668-FBFF-444A-9606-25D30B879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EAD0BAB-85DB-4994-8FE2-8B134970A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5657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0EAEA6E-C7E2-400D-9F2C-7655A3A7F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16/04/26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EAF9C2-66E4-4F6C-B5A9-DCE7CBD54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54F549-00DE-4C3D-92E9-C11D0660D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5723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AC0ED-9A90-49B3-8F84-4CCBDA10A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2F82F6-A48C-4802-95FC-4E44B56B9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CDABEF-7742-4D1B-98F0-BDC980609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4EEF5A-EECA-4654-BFBC-C3224B67C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16/04/26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26A55B-4ECE-4555-81F3-7B01EFF52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BC4BBE-5C8F-406F-A5F6-D7DC51E74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1315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85C43-08EF-4BD9-A218-38CAD2668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4B6F318-8444-4900-BC88-875353FA60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3D25216-3601-4132-A466-A43F91446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07827F-E9CB-426E-88E8-51BB70238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16/04/26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5746CE-82F9-4FA8-9A0E-E8F8DA709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1589BA-AA34-440C-96EE-5096F4D80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4697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51E2B-923F-4458-9B56-B6694F6C3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3F8E8BD-05AE-42F6-A28F-DE6821AC6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F1BADB-96DB-4328-9A9B-39ECD0645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16/04/26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F361CB-E120-4FCE-BC69-B351C1064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0C5800-7D4C-473A-A846-3DA77B77F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5846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39A63E9-572F-4E70-900E-8289A8BA0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3A2B5C-5897-4F84-B25A-DEA36E31F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819DD3-DEDB-4FDA-B961-E728E57A9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16/04/26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EFDFE9-8BB3-47D4-8027-F3E67B3CA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ABD4CB-278D-4FCC-99DC-7BC9FE90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3546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BBD8030-76DF-446F-8225-156CADC5D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1A0A47-AAFE-4984-8867-B71DC703F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E5AFFB-23A1-4118-A1AD-F7A3420B9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D464F-AE49-4530-AB8F-BF5C16571F6A}" type="datetimeFigureOut">
              <a:rPr lang="es-CO" smtClean="0"/>
              <a:t>16/04/26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7482B8-2E51-4D91-8D5A-2BE6ED75B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2081BF-C090-4E4F-855F-FB857FCD28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182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B69533-1871-4A5A-9BE1-C29688C85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9648" y="2629714"/>
            <a:ext cx="6655837" cy="949514"/>
          </a:xfrm>
        </p:spPr>
        <p:txBody>
          <a:bodyPr>
            <a:noAutofit/>
          </a:bodyPr>
          <a:lstStyle/>
          <a:p>
            <a:r>
              <a:rPr lang="es-CO" sz="5200" b="1" dirty="0">
                <a:solidFill>
                  <a:schemeClr val="bg1"/>
                </a:solidFill>
              </a:rPr>
              <a:t>Diabetes Mellitus tipo 2 en Mayores de 18 años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D6ED36-3E6F-4691-BDA3-31B08010D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033" y="5030291"/>
            <a:ext cx="9144000" cy="846756"/>
          </a:xfrm>
        </p:spPr>
        <p:txBody>
          <a:bodyPr>
            <a:normAutofit lnSpcReduction="10000"/>
          </a:bodyPr>
          <a:lstStyle/>
          <a:p>
            <a:r>
              <a:rPr lang="es-MX" b="1" dirty="0">
                <a:solidFill>
                  <a:schemeClr val="accent6">
                    <a:lumMod val="50000"/>
                  </a:schemeClr>
                </a:solidFill>
              </a:rPr>
              <a:t>Silvia Tatiana González Gómez</a:t>
            </a:r>
          </a:p>
          <a:p>
            <a:r>
              <a:rPr lang="es-MX" b="1" dirty="0">
                <a:solidFill>
                  <a:schemeClr val="accent6">
                    <a:lumMod val="50000"/>
                  </a:schemeClr>
                </a:solidFill>
              </a:rPr>
              <a:t>Especialista en Medicina Familiar</a:t>
            </a:r>
          </a:p>
        </p:txBody>
      </p:sp>
    </p:spTree>
    <p:extLst>
      <p:ext uri="{BB962C8B-B14F-4D97-AF65-F5344CB8AC3E}">
        <p14:creationId xmlns:p14="http://schemas.microsoft.com/office/powerpoint/2010/main" val="1795083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64D2AA8-87C2-4C59-95E8-68296A897C21}"/>
              </a:ext>
            </a:extLst>
          </p:cNvPr>
          <p:cNvSpPr txBox="1"/>
          <p:nvPr/>
        </p:nvSpPr>
        <p:spPr>
          <a:xfrm>
            <a:off x="3751384" y="243945"/>
            <a:ext cx="81592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MX" sz="1600" b="1" dirty="0">
                <a:solidFill>
                  <a:schemeClr val="accent6">
                    <a:lumMod val="50000"/>
                  </a:schemeClr>
                </a:solidFill>
              </a:rPr>
              <a:t>Adopción: GPC Diabetes Mellitus tipo 2 MinSalud 2015</a:t>
            </a:r>
            <a:endParaRPr lang="es-CO" sz="1600" dirty="0">
              <a:effectLst/>
            </a:endParaRPr>
          </a:p>
          <a:p>
            <a:pPr algn="r"/>
            <a:r>
              <a:rPr lang="es-MX" sz="1600" b="1" dirty="0">
                <a:solidFill>
                  <a:schemeClr val="accent6">
                    <a:lumMod val="50000"/>
                  </a:schemeClr>
                </a:solidFill>
              </a:rPr>
              <a:t>Adaptación: GPC Asociación Colombiana de Endocrinología 2025 y Guía Americana (ADA) 2026</a:t>
            </a:r>
            <a:endParaRPr lang="es-CO" sz="16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1D677F0-9449-4EE9-9FFC-34F4EB8C2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2835" y="1146067"/>
            <a:ext cx="8834718" cy="1337158"/>
          </a:xfr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>
            <a:normAutofit lnSpcReduction="10000"/>
          </a:bodyPr>
          <a:lstStyle/>
          <a:p>
            <a:r>
              <a:rPr sz="1600" b="1" dirty="0">
                <a:solidFill>
                  <a:schemeClr val="accent6">
                    <a:lumMod val="50000"/>
                  </a:schemeClr>
                </a:solidFill>
              </a:rPr>
              <a:t>La guía base </a:t>
            </a:r>
            <a:r>
              <a:rPr sz="1600" b="1" dirty="0" err="1">
                <a:solidFill>
                  <a:schemeClr val="accent6">
                    <a:lumMod val="50000"/>
                  </a:schemeClr>
                </a:solidFill>
              </a:rPr>
              <a:t>adoptada</a:t>
            </a:r>
            <a:r>
              <a:rPr sz="1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sz="1600" b="1" dirty="0" err="1">
                <a:solidFill>
                  <a:schemeClr val="accent6">
                    <a:lumMod val="50000"/>
                  </a:schemeClr>
                </a:solidFill>
              </a:rPr>
              <a:t>institucionalmente</a:t>
            </a:r>
            <a:r>
              <a:rPr sz="1600" b="1" dirty="0">
                <a:solidFill>
                  <a:schemeClr val="accent6">
                    <a:lumMod val="50000"/>
                  </a:schemeClr>
                </a:solidFill>
              </a:rPr>
              <a:t> es la </a:t>
            </a:r>
            <a:r>
              <a:rPr sz="1600" b="1" dirty="0" err="1">
                <a:solidFill>
                  <a:schemeClr val="accent6">
                    <a:lumMod val="50000"/>
                  </a:schemeClr>
                </a:solidFill>
              </a:rPr>
              <a:t>Guía</a:t>
            </a:r>
            <a:r>
              <a:rPr sz="1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s-CO" sz="1600" b="1" dirty="0">
                <a:solidFill>
                  <a:schemeClr val="accent6">
                    <a:lumMod val="50000"/>
                  </a:schemeClr>
                </a:solidFill>
              </a:rPr>
              <a:t>Colombiana</a:t>
            </a:r>
            <a:r>
              <a:rPr sz="1600" b="1" dirty="0">
                <a:solidFill>
                  <a:schemeClr val="accent6">
                    <a:lumMod val="50000"/>
                  </a:schemeClr>
                </a:solidFill>
              </a:rPr>
              <a:t> de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Diabetes Mellitus 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tipo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2 del 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MinSalud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2015.</a:t>
            </a:r>
            <a:endParaRPr sz="1600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sz="1600" b="1" dirty="0">
                <a:solidFill>
                  <a:schemeClr val="accent6">
                    <a:lumMod val="50000"/>
                  </a:schemeClr>
                </a:solidFill>
              </a:rPr>
              <a:t>Sus recomendaciones se </a:t>
            </a:r>
            <a:r>
              <a:rPr sz="1600" b="1" dirty="0" err="1">
                <a:solidFill>
                  <a:schemeClr val="accent6">
                    <a:lumMod val="50000"/>
                  </a:schemeClr>
                </a:solidFill>
              </a:rPr>
              <a:t>han</a:t>
            </a:r>
            <a:r>
              <a:rPr sz="1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sz="1600" b="1" dirty="0" err="1">
                <a:solidFill>
                  <a:schemeClr val="accent6">
                    <a:lumMod val="50000"/>
                  </a:schemeClr>
                </a:solidFill>
              </a:rPr>
              <a:t>adaptado</a:t>
            </a:r>
            <a:r>
              <a:rPr sz="1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sz="1600" b="1" dirty="0" err="1">
                <a:solidFill>
                  <a:schemeClr val="accent6">
                    <a:lumMod val="50000"/>
                  </a:schemeClr>
                </a:solidFill>
              </a:rPr>
              <a:t>considerando</a:t>
            </a:r>
            <a:r>
              <a:rPr sz="1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sz="1600" b="1" dirty="0" err="1">
                <a:solidFill>
                  <a:schemeClr val="accent6">
                    <a:lumMod val="50000"/>
                  </a:schemeClr>
                </a:solidFill>
              </a:rPr>
              <a:t>actualizaciones</a:t>
            </a:r>
            <a:r>
              <a:rPr sz="1600" b="1" dirty="0">
                <a:solidFill>
                  <a:schemeClr val="accent6">
                    <a:lumMod val="50000"/>
                  </a:schemeClr>
                </a:solidFill>
              </a:rPr>
              <a:t> de la </a:t>
            </a:r>
            <a:r>
              <a:rPr sz="1600" b="1" dirty="0" err="1">
                <a:solidFill>
                  <a:schemeClr val="accent6">
                    <a:lumMod val="50000"/>
                  </a:schemeClr>
                </a:solidFill>
              </a:rPr>
              <a:t>guía</a:t>
            </a:r>
            <a:r>
              <a:rPr sz="1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de la 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Asociación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Colombiana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de 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Endocrinología</a:t>
            </a:r>
            <a:r>
              <a:rPr sz="1600" b="1" dirty="0">
                <a:solidFill>
                  <a:schemeClr val="accent6">
                    <a:lumMod val="50000"/>
                  </a:schemeClr>
                </a:solidFill>
              </a:rPr>
              <a:t> y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la A</a:t>
            </a:r>
            <a:r>
              <a:rPr sz="1600" b="1" dirty="0">
                <a:solidFill>
                  <a:schemeClr val="accent6">
                    <a:lumMod val="50000"/>
                  </a:schemeClr>
                </a:solidFill>
              </a:rPr>
              <a:t>mericana.</a:t>
            </a:r>
          </a:p>
          <a:p>
            <a:r>
              <a:rPr sz="1600" b="1" dirty="0">
                <a:solidFill>
                  <a:schemeClr val="accent6">
                    <a:lumMod val="50000"/>
                  </a:schemeClr>
                </a:solidFill>
              </a:rPr>
              <a:t>La </a:t>
            </a:r>
            <a:r>
              <a:rPr sz="1600" b="1" dirty="0" err="1">
                <a:solidFill>
                  <a:schemeClr val="accent6">
                    <a:lumMod val="50000"/>
                  </a:schemeClr>
                </a:solidFill>
              </a:rPr>
              <a:t>adaptación</a:t>
            </a:r>
            <a:r>
              <a:rPr sz="1600" b="1" dirty="0">
                <a:solidFill>
                  <a:schemeClr val="accent6">
                    <a:lumMod val="50000"/>
                  </a:schemeClr>
                </a:solidFill>
              </a:rPr>
              <a:t> se </a:t>
            </a:r>
            <a:r>
              <a:rPr sz="1600" b="1" dirty="0" err="1">
                <a:solidFill>
                  <a:schemeClr val="accent6">
                    <a:lumMod val="50000"/>
                  </a:schemeClr>
                </a:solidFill>
              </a:rPr>
              <a:t>ajusta</a:t>
            </a:r>
            <a:r>
              <a:rPr sz="1600" b="1" dirty="0">
                <a:solidFill>
                  <a:schemeClr val="accent6">
                    <a:lumMod val="50000"/>
                  </a:schemeClr>
                </a:solidFill>
              </a:rPr>
              <a:t> al </a:t>
            </a:r>
            <a:r>
              <a:rPr sz="1600" b="1" dirty="0" err="1">
                <a:solidFill>
                  <a:schemeClr val="accent6">
                    <a:lumMod val="50000"/>
                  </a:schemeClr>
                </a:solidFill>
              </a:rPr>
              <a:t>contexto</a:t>
            </a:r>
            <a:r>
              <a:rPr sz="1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sz="1600" b="1" dirty="0" err="1">
                <a:solidFill>
                  <a:schemeClr val="accent6">
                    <a:lumMod val="50000"/>
                  </a:schemeClr>
                </a:solidFill>
              </a:rPr>
              <a:t>institucional</a:t>
            </a:r>
            <a:r>
              <a:rPr sz="1600" b="1" dirty="0">
                <a:solidFill>
                  <a:schemeClr val="accent6">
                    <a:lumMod val="50000"/>
                  </a:schemeClr>
                </a:solidFill>
              </a:rPr>
              <a:t> y </a:t>
            </a:r>
            <a:r>
              <a:rPr sz="1600" b="1" dirty="0" err="1">
                <a:solidFill>
                  <a:schemeClr val="accent6">
                    <a:lumMod val="50000"/>
                  </a:schemeClr>
                </a:solidFill>
              </a:rPr>
              <a:t>orienta</a:t>
            </a:r>
            <a:r>
              <a:rPr sz="1600" b="1" dirty="0">
                <a:solidFill>
                  <a:schemeClr val="accent6">
                    <a:lumMod val="50000"/>
                  </a:schemeClr>
                </a:solidFill>
              </a:rPr>
              <a:t> la </a:t>
            </a:r>
            <a:r>
              <a:rPr sz="1600" b="1" dirty="0" err="1">
                <a:solidFill>
                  <a:schemeClr val="accent6">
                    <a:lumMod val="50000"/>
                  </a:schemeClr>
                </a:solidFill>
              </a:rPr>
              <a:t>práctica</a:t>
            </a:r>
            <a:r>
              <a:rPr sz="1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sz="1600" b="1" dirty="0" err="1">
                <a:solidFill>
                  <a:schemeClr val="accent6">
                    <a:lumMod val="50000"/>
                  </a:schemeClr>
                </a:solidFill>
              </a:rPr>
              <a:t>clínica</a:t>
            </a:r>
            <a:r>
              <a:rPr sz="1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sz="1600" b="1" dirty="0" err="1">
                <a:solidFill>
                  <a:schemeClr val="accent6">
                    <a:lumMod val="50000"/>
                  </a:schemeClr>
                </a:solidFill>
              </a:rPr>
              <a:t>diaria</a:t>
            </a:r>
            <a:r>
              <a:rPr sz="1600" b="1" dirty="0">
                <a:solidFill>
                  <a:srgbClr val="002060"/>
                </a:solidFill>
              </a:rPr>
              <a:t>.</a:t>
            </a:r>
          </a:p>
          <a:p>
            <a:pPr marL="0" indent="0">
              <a:buNone/>
            </a:pPr>
            <a:endParaRPr sz="1600" b="1" dirty="0">
              <a:solidFill>
                <a:srgbClr val="002060"/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AEDAADD-1A49-4BB2-AD98-ED392CDEF81B}"/>
              </a:ext>
            </a:extLst>
          </p:cNvPr>
          <p:cNvSpPr txBox="1"/>
          <p:nvPr/>
        </p:nvSpPr>
        <p:spPr>
          <a:xfrm>
            <a:off x="4190130" y="2615906"/>
            <a:ext cx="310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📌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3EB8D07-74DC-AA1F-629B-2E72741848FD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05" t="9922" r="28193" b="21907"/>
          <a:stretch/>
        </p:blipFill>
        <p:spPr>
          <a:xfrm>
            <a:off x="549520" y="2811991"/>
            <a:ext cx="3783485" cy="358865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AADF3D2-1997-370D-BCC8-92A8C33A3D1E}"/>
              </a:ext>
            </a:extLst>
          </p:cNvPr>
          <p:cNvPicPr>
            <a:picLocks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14" t="2353" r="25708" b="2941"/>
          <a:stretch/>
        </p:blipFill>
        <p:spPr>
          <a:xfrm>
            <a:off x="4479244" y="2985238"/>
            <a:ext cx="2714626" cy="329761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F51DD44-B5F1-654B-E273-F63C8E2EDA46}"/>
              </a:ext>
            </a:extLst>
          </p:cNvPr>
          <p:cNvPicPr>
            <a:picLocks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48" t="2648" r="26593" b="39485"/>
          <a:stretch/>
        </p:blipFill>
        <p:spPr>
          <a:xfrm>
            <a:off x="7340109" y="3228508"/>
            <a:ext cx="3804141" cy="281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541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99B595-C51C-E391-5C13-A6BA6AAA0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Caso Clínico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DDE0D4-A4DF-8D52-D54C-655430FE1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algn="l"/>
            <a:r>
              <a:rPr lang="es-CO" b="0" i="0" u="none" strike="noStrike" dirty="0">
                <a:solidFill>
                  <a:srgbClr val="000000"/>
                </a:solidFill>
                <a:effectLst/>
              </a:rPr>
              <a:t>Paciente masculino de </a:t>
            </a:r>
            <a:r>
              <a:rPr lang="es-CO" b="1" i="0" u="none" strike="noStrike" dirty="0">
                <a:solidFill>
                  <a:srgbClr val="000000"/>
                </a:solidFill>
                <a:effectLst/>
              </a:rPr>
              <a:t>45 años</a:t>
            </a:r>
            <a:r>
              <a:rPr lang="es-CO" b="0" i="0" u="none" strike="noStrike" dirty="0">
                <a:solidFill>
                  <a:srgbClr val="000000"/>
                </a:solidFill>
                <a:effectLst/>
              </a:rPr>
              <a:t>, consulta de primera vez.</a:t>
            </a:r>
          </a:p>
          <a:p>
            <a:pPr marL="0" indent="0" algn="l">
              <a:buNone/>
            </a:pPr>
            <a:r>
              <a:rPr lang="es-CO" b="1" i="0" u="none" strike="noStrike" dirty="0">
                <a:solidFill>
                  <a:srgbClr val="000000"/>
                </a:solidFill>
                <a:effectLst/>
              </a:rPr>
              <a:t>📌 Antecedentes: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CO" b="0" i="0" u="none" strike="noStrike" dirty="0">
                <a:solidFill>
                  <a:srgbClr val="000000"/>
                </a:solidFill>
                <a:effectLst/>
              </a:rPr>
              <a:t>Peso 76 Kg, Talla 1.72m, IMC: 25.6 kg/m²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CO" b="0" i="0" u="none" strike="noStrike" dirty="0">
                <a:solidFill>
                  <a:srgbClr val="000000"/>
                </a:solidFill>
                <a:effectLst/>
              </a:rPr>
              <a:t>Padre con DM2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CO" b="0" i="0" u="none" strike="noStrike" dirty="0">
                <a:solidFill>
                  <a:srgbClr val="000000"/>
                </a:solidFill>
                <a:effectLst/>
              </a:rPr>
              <a:t>Sedentario</a:t>
            </a:r>
          </a:p>
          <a:p>
            <a:pPr marL="0" indent="0" algn="l">
              <a:buNone/>
            </a:pPr>
            <a:r>
              <a:rPr lang="es-CO" b="1" i="0" u="none" strike="noStrike" dirty="0">
                <a:solidFill>
                  <a:srgbClr val="000000"/>
                </a:solidFill>
                <a:effectLst/>
              </a:rPr>
              <a:t>📌 Síntomas: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CO" b="0" i="0" u="none" strike="noStrike" dirty="0">
                <a:solidFill>
                  <a:srgbClr val="000000"/>
                </a:solidFill>
                <a:effectLst/>
              </a:rPr>
              <a:t>Niega síntomas cardinales</a:t>
            </a:r>
          </a:p>
        </p:txBody>
      </p:sp>
    </p:spTree>
    <p:extLst>
      <p:ext uri="{BB962C8B-B14F-4D97-AF65-F5344CB8AC3E}">
        <p14:creationId xmlns:p14="http://schemas.microsoft.com/office/powerpoint/2010/main" val="4094872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99B595-C51C-E391-5C13-A6BA6AAA0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Caso Clínico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DDE0D4-A4DF-8D52-D54C-655430FE1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l">
              <a:buNone/>
            </a:pPr>
            <a:r>
              <a:rPr lang="es-CO" b="1" i="0" u="none" strike="noStrike" dirty="0">
                <a:solidFill>
                  <a:srgbClr val="000000"/>
                </a:solidFill>
                <a:effectLst/>
              </a:rPr>
              <a:t>🧪 Paraclínicos aportados por el paciente: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CO" b="0" i="0" u="none" strike="noStrike" dirty="0">
                <a:solidFill>
                  <a:srgbClr val="000000"/>
                </a:solidFill>
                <a:effectLst/>
              </a:rPr>
              <a:t>HbA1c: </a:t>
            </a:r>
            <a:r>
              <a:rPr lang="es-CO" i="0" u="none" strike="noStrike" dirty="0">
                <a:solidFill>
                  <a:srgbClr val="000000"/>
                </a:solidFill>
                <a:effectLst/>
              </a:rPr>
              <a:t>7.6%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CO" b="0" i="0" u="none" strike="noStrike" dirty="0">
                <a:solidFill>
                  <a:srgbClr val="000000"/>
                </a:solidFill>
                <a:effectLst/>
              </a:rPr>
              <a:t>Glicemia en ayunas: 122 mg/</a:t>
            </a:r>
            <a:r>
              <a:rPr lang="es-CO" b="0" i="0" u="none" strike="noStrike" dirty="0" err="1">
                <a:solidFill>
                  <a:srgbClr val="000000"/>
                </a:solidFill>
                <a:effectLst/>
              </a:rPr>
              <a:t>dL</a:t>
            </a:r>
            <a:endParaRPr lang="es-CO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CO" b="0" i="0" u="none" strike="noStrike" dirty="0">
                <a:solidFill>
                  <a:srgbClr val="000000"/>
                </a:solidFill>
                <a:effectLst/>
              </a:rPr>
              <a:t>Perfil lipídico: CT 215 mg/</a:t>
            </a:r>
            <a:r>
              <a:rPr lang="es-CO" dirty="0" err="1">
                <a:solidFill>
                  <a:srgbClr val="000000"/>
                </a:solidFill>
              </a:rPr>
              <a:t>dL</a:t>
            </a:r>
            <a:r>
              <a:rPr lang="es-CO" dirty="0">
                <a:solidFill>
                  <a:srgbClr val="000000"/>
                </a:solidFill>
              </a:rPr>
              <a:t>, HDL 30 mg/</a:t>
            </a:r>
            <a:r>
              <a:rPr lang="es-CO" dirty="0" err="1">
                <a:solidFill>
                  <a:srgbClr val="000000"/>
                </a:solidFill>
              </a:rPr>
              <a:t>dL</a:t>
            </a:r>
            <a:r>
              <a:rPr lang="es-CO" dirty="0">
                <a:solidFill>
                  <a:srgbClr val="000000"/>
                </a:solidFill>
              </a:rPr>
              <a:t>, TG 220 mg/</a:t>
            </a:r>
            <a:r>
              <a:rPr lang="es-CO" dirty="0" err="1">
                <a:solidFill>
                  <a:srgbClr val="000000"/>
                </a:solidFill>
              </a:rPr>
              <a:t>dL</a:t>
            </a:r>
            <a:r>
              <a:rPr lang="es-CO" dirty="0">
                <a:solidFill>
                  <a:srgbClr val="000000"/>
                </a:solidFill>
              </a:rPr>
              <a:t>, </a:t>
            </a:r>
            <a:r>
              <a:rPr lang="es-CO" b="0" i="0" u="none" strike="noStrike" dirty="0">
                <a:solidFill>
                  <a:srgbClr val="000000"/>
                </a:solidFill>
                <a:effectLst/>
              </a:rPr>
              <a:t>LDL 141 mg/</a:t>
            </a:r>
            <a:r>
              <a:rPr lang="es-CO" b="0" i="0" u="none" strike="noStrike" dirty="0" err="1">
                <a:solidFill>
                  <a:srgbClr val="000000"/>
                </a:solidFill>
                <a:effectLst/>
              </a:rPr>
              <a:t>dL</a:t>
            </a:r>
            <a:endParaRPr lang="es-CO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CO" b="0" i="0" u="none" strike="noStrike" dirty="0">
                <a:solidFill>
                  <a:srgbClr val="000000"/>
                </a:solidFill>
                <a:effectLst/>
              </a:rPr>
              <a:t>Creatinina: 0.95 mg/</a:t>
            </a:r>
            <a:r>
              <a:rPr lang="es-CO" b="0" i="0" u="none" strike="noStrike" dirty="0" err="1">
                <a:solidFill>
                  <a:srgbClr val="000000"/>
                </a:solidFill>
                <a:effectLst/>
              </a:rPr>
              <a:t>dL</a:t>
            </a:r>
            <a:r>
              <a:rPr lang="es-CO" b="0" i="0" u="none" strike="noStrike" dirty="0">
                <a:solidFill>
                  <a:srgbClr val="000000"/>
                </a:solidFill>
                <a:effectLst/>
              </a:rPr>
              <a:t>  (TFG 96 ml/min)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CO" b="0" i="0" u="none" strike="noStrike" dirty="0">
                <a:solidFill>
                  <a:srgbClr val="000000"/>
                </a:solidFill>
                <a:effectLst/>
              </a:rPr>
              <a:t>RAC: 15 mg/g</a:t>
            </a:r>
          </a:p>
        </p:txBody>
      </p:sp>
    </p:spTree>
    <p:extLst>
      <p:ext uri="{BB962C8B-B14F-4D97-AF65-F5344CB8AC3E}">
        <p14:creationId xmlns:p14="http://schemas.microsoft.com/office/powerpoint/2010/main" val="2216156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99B595-C51C-E391-5C13-A6BA6AAA0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Caso Clínico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DDE0D4-A4DF-8D52-D54C-655430FE1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pPr marL="0" indent="0">
              <a:buNone/>
            </a:pPr>
            <a:r>
              <a:rPr lang="es-CO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Se repite HbA1c: </a:t>
            </a:r>
            <a:r>
              <a:rPr lang="es-CO" i="0" u="none" strike="noStrike" dirty="0">
                <a:solidFill>
                  <a:srgbClr val="000000"/>
                </a:solidFill>
                <a:effectLst/>
              </a:rPr>
              <a:t>7.5%</a:t>
            </a:r>
          </a:p>
          <a:p>
            <a:pPr marL="0" indent="0">
              <a:buNone/>
            </a:pPr>
            <a:endParaRPr lang="es-CO" i="0" u="none" strike="noStrike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r>
              <a:rPr lang="es-CO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👉 Según la vía clínica: </a:t>
            </a:r>
            <a:r>
              <a:rPr lang="es-CO" i="0" u="none" strike="noStrike" dirty="0">
                <a:solidFill>
                  <a:srgbClr val="000000"/>
                </a:solidFill>
                <a:effectLst/>
              </a:rPr>
              <a:t>¿Cuál es el manejo farmacológico inicial?</a:t>
            </a:r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628854F-B03B-36A6-9BFD-E99BC3D78807}"/>
              </a:ext>
            </a:extLst>
          </p:cNvPr>
          <p:cNvSpPr txBox="1"/>
          <p:nvPr/>
        </p:nvSpPr>
        <p:spPr>
          <a:xfrm>
            <a:off x="1549908" y="3870083"/>
            <a:ext cx="9092184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2800" dirty="0"/>
              <a:t>Cambios de estilo de vida y </a:t>
            </a:r>
            <a:r>
              <a:rPr lang="es-CO" sz="2800" b="1" dirty="0"/>
              <a:t>Metformina (monoterapia)</a:t>
            </a:r>
            <a:br>
              <a:rPr lang="es-CO" sz="2800" dirty="0"/>
            </a:br>
            <a:r>
              <a:rPr lang="es-CO" sz="2800" dirty="0"/>
              <a:t>👉 HbA1c está &lt;1% sobre meta → aún válido iniciar monoterapia</a:t>
            </a:r>
          </a:p>
          <a:p>
            <a:r>
              <a:rPr lang="es-CO" dirty="0"/>
              <a:t>✅ </a:t>
            </a:r>
            <a:r>
              <a:rPr lang="es-CO" sz="2800" dirty="0"/>
              <a:t>Paraclínicos iniciales</a:t>
            </a:r>
          </a:p>
          <a:p>
            <a:r>
              <a:rPr lang="es-CO" dirty="0"/>
              <a:t>➡️ </a:t>
            </a:r>
            <a:r>
              <a:rPr lang="es-CO" sz="2800" dirty="0"/>
              <a:t>y…</a:t>
            </a:r>
            <a:r>
              <a:rPr lang="es-CO" sz="2800" dirty="0">
                <a:solidFill>
                  <a:srgbClr val="000000"/>
                </a:solidFill>
              </a:rPr>
              <a:t> ¿</a:t>
            </a:r>
            <a:r>
              <a:rPr lang="es-CO" sz="2800" dirty="0"/>
              <a:t>qué hacemos con la dislipidemia?, </a:t>
            </a:r>
            <a:r>
              <a:rPr lang="es-CO" sz="2800" dirty="0">
                <a:solidFill>
                  <a:srgbClr val="000000"/>
                </a:solidFill>
              </a:rPr>
              <a:t>¿</a:t>
            </a:r>
            <a:r>
              <a:rPr lang="es-CO" sz="2800" dirty="0"/>
              <a:t>Cuál es el RCV?</a:t>
            </a:r>
          </a:p>
        </p:txBody>
      </p:sp>
    </p:spTree>
    <p:extLst>
      <p:ext uri="{BB962C8B-B14F-4D97-AF65-F5344CB8AC3E}">
        <p14:creationId xmlns:p14="http://schemas.microsoft.com/office/powerpoint/2010/main" val="1906209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99B595-C51C-E391-5C13-A6BA6AAA0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Caso Clínico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DDE0D4-A4DF-8D52-D54C-655430FE1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63495"/>
          </a:xfrm>
        </p:spPr>
        <p:txBody>
          <a:bodyPr/>
          <a:lstStyle/>
          <a:p>
            <a:pPr marL="0" indent="0" algn="l">
              <a:buNone/>
            </a:pPr>
            <a:r>
              <a:rPr lang="es-CO" dirty="0">
                <a:solidFill>
                  <a:srgbClr val="000000"/>
                </a:solidFill>
              </a:rPr>
              <a:t>El paciente vuelve a control a los 4 meses </a:t>
            </a:r>
            <a:endParaRPr lang="es-CO" b="0" i="0" u="none" strike="noStrike" dirty="0">
              <a:solidFill>
                <a:srgbClr val="000000"/>
              </a:solidFill>
              <a:effectLst/>
            </a:endParaRPr>
          </a:p>
          <a:p>
            <a:pPr marL="0" indent="0" algn="l">
              <a:buNone/>
            </a:pPr>
            <a:r>
              <a:rPr lang="es-CO" b="1" i="0" u="none" strike="noStrike" dirty="0">
                <a:solidFill>
                  <a:srgbClr val="000000"/>
                </a:solidFill>
                <a:effectLst/>
              </a:rPr>
              <a:t>📌 Datos: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CO" b="0" i="0" u="none" strike="noStrike" dirty="0">
                <a:solidFill>
                  <a:srgbClr val="000000"/>
                </a:solidFill>
                <a:effectLst/>
              </a:rPr>
              <a:t>HbA1c: </a:t>
            </a:r>
            <a:r>
              <a:rPr lang="es-CO" i="0" u="none" strike="noStrike" dirty="0">
                <a:solidFill>
                  <a:srgbClr val="000000"/>
                </a:solidFill>
                <a:effectLst/>
              </a:rPr>
              <a:t>8.4%</a:t>
            </a:r>
          </a:p>
          <a:p>
            <a:r>
              <a:rPr lang="es-CO" b="0" i="0" u="none" strike="noStrike" dirty="0">
                <a:solidFill>
                  <a:srgbClr val="000000"/>
                </a:solidFill>
                <a:effectLst/>
              </a:rPr>
              <a:t>↑ 3 kg: Peso 79 Kg, Talla 1.72m, IMC: 26.7 kg/m²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CO" b="0" i="0" u="none" strike="noStrike" dirty="0">
                <a:solidFill>
                  <a:srgbClr val="000000"/>
                </a:solidFill>
                <a:effectLst/>
              </a:rPr>
              <a:t>Adherencia irregular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72737F0-B24A-B817-80EF-EBF90954F321}"/>
              </a:ext>
            </a:extLst>
          </p:cNvPr>
          <p:cNvSpPr txBox="1"/>
          <p:nvPr/>
        </p:nvSpPr>
        <p:spPr>
          <a:xfrm>
            <a:off x="1019556" y="4956048"/>
            <a:ext cx="10152888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s-CO" sz="2800" b="0" i="0" u="none" strike="noStrike" dirty="0">
                <a:solidFill>
                  <a:srgbClr val="000000"/>
                </a:solidFill>
                <a:effectLst/>
              </a:rPr>
              <a:t>✔️ Clave: HbA1c &gt;1% sobre meta</a:t>
            </a:r>
            <a:br>
              <a:rPr lang="es-CO" sz="2800" b="0" i="0" u="none" strike="noStrike" dirty="0">
                <a:solidFill>
                  <a:srgbClr val="000000"/>
                </a:solidFill>
                <a:effectLst/>
              </a:rPr>
            </a:br>
            <a:r>
              <a:rPr lang="es-CO" sz="2800" b="0" i="0" u="none" strike="noStrike" dirty="0">
                <a:solidFill>
                  <a:srgbClr val="000000"/>
                </a:solidFill>
                <a:effectLst/>
              </a:rPr>
              <a:t>➡️ </a:t>
            </a:r>
            <a:r>
              <a:rPr lang="es-CO" sz="2800" b="1" i="0" u="none" strike="noStrike" dirty="0">
                <a:solidFill>
                  <a:srgbClr val="000000"/>
                </a:solidFill>
                <a:effectLst/>
              </a:rPr>
              <a:t>Escalar a terapia combinada</a:t>
            </a:r>
            <a:r>
              <a:rPr lang="es-CO" sz="2800" dirty="0">
                <a:solidFill>
                  <a:srgbClr val="000000"/>
                </a:solidFill>
              </a:rPr>
              <a:t>: </a:t>
            </a:r>
            <a:r>
              <a:rPr lang="es-CO" sz="2800" b="1" i="0" u="none" strike="noStrike" dirty="0">
                <a:solidFill>
                  <a:srgbClr val="000000"/>
                </a:solidFill>
                <a:effectLst/>
              </a:rPr>
              <a:t>Metformina + iSGLT2 (preferido)</a:t>
            </a:r>
            <a:endParaRPr lang="es-CO" sz="2800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79942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99B595-C51C-E391-5C13-A6BA6AAA0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Caso Clínico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DDE0D4-A4DF-8D52-D54C-655430FE1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lnSpcReduction="10000"/>
          </a:bodyPr>
          <a:lstStyle/>
          <a:p>
            <a:pPr marL="0" indent="0" algn="l">
              <a:buNone/>
            </a:pPr>
            <a:r>
              <a:rPr lang="es-CO" b="0" i="0" u="none" strike="noStrike" dirty="0">
                <a:solidFill>
                  <a:srgbClr val="000000"/>
                </a:solidFill>
                <a:effectLst/>
              </a:rPr>
              <a:t>Paciente NO vuelve a controles durante 1 año</a:t>
            </a:r>
          </a:p>
          <a:p>
            <a:pPr algn="l"/>
            <a:r>
              <a:rPr lang="es-CO" b="0" i="0" u="none" strike="noStrike" dirty="0">
                <a:solidFill>
                  <a:srgbClr val="000000"/>
                </a:solidFill>
                <a:effectLst/>
              </a:rPr>
              <a:t>Regresa por fatiga.</a:t>
            </a:r>
          </a:p>
          <a:p>
            <a:pPr marL="0" indent="0" algn="l">
              <a:buNone/>
            </a:pPr>
            <a:r>
              <a:rPr lang="es-CO" b="1" i="0" u="none" strike="noStrike" dirty="0">
                <a:solidFill>
                  <a:srgbClr val="000000"/>
                </a:solidFill>
                <a:effectLst/>
              </a:rPr>
              <a:t>📌 Datos: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CO" b="0" i="0" u="none" strike="noStrike" dirty="0">
                <a:solidFill>
                  <a:srgbClr val="000000"/>
                </a:solidFill>
                <a:effectLst/>
              </a:rPr>
              <a:t>HbA1c: </a:t>
            </a:r>
            <a:r>
              <a:rPr lang="es-CO" i="0" u="none" strike="noStrike" dirty="0">
                <a:solidFill>
                  <a:srgbClr val="000000"/>
                </a:solidFill>
                <a:effectLst/>
              </a:rPr>
              <a:t>9.2% - Se toma el medicamento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CO" b="0" i="0" u="none" strike="noStrike" dirty="0">
                <a:solidFill>
                  <a:srgbClr val="000000"/>
                </a:solidFill>
                <a:effectLst/>
              </a:rPr>
              <a:t>IMC: 33 kg/m²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CO" b="0" i="0" u="none" strike="noStrike" dirty="0">
                <a:solidFill>
                  <a:srgbClr val="000000"/>
                </a:solidFill>
                <a:effectLst/>
              </a:rPr>
              <a:t>PA: 150/95 </a:t>
            </a:r>
            <a:r>
              <a:rPr lang="es-CO" b="0" i="0" u="none" strike="noStrike" dirty="0" err="1">
                <a:solidFill>
                  <a:srgbClr val="000000"/>
                </a:solidFill>
                <a:effectLst/>
              </a:rPr>
              <a:t>mmHg</a:t>
            </a:r>
            <a:r>
              <a:rPr lang="es-CO" b="0" i="0" u="none" strike="noStrike" dirty="0">
                <a:solidFill>
                  <a:srgbClr val="000000"/>
                </a:solidFill>
                <a:effectLst/>
              </a:rPr>
              <a:t> – Le cuenta que lo diagnosticaron hipertenso hace 1 mes por una crisis hipertensiva y no toma medicación indicada.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CO" b="0" i="0" u="none" strike="noStrike" dirty="0">
                <a:solidFill>
                  <a:srgbClr val="000000"/>
                </a:solidFill>
                <a:effectLst/>
              </a:rPr>
              <a:t>Creatinina: 1.2 mg/</a:t>
            </a:r>
            <a:r>
              <a:rPr lang="es-CO" b="0" i="0" u="none" strike="noStrike" dirty="0" err="1">
                <a:solidFill>
                  <a:srgbClr val="000000"/>
                </a:solidFill>
                <a:effectLst/>
              </a:rPr>
              <a:t>dL</a:t>
            </a:r>
            <a:r>
              <a:rPr lang="es-CO" b="0" i="0" u="none" strike="noStrike" dirty="0">
                <a:solidFill>
                  <a:srgbClr val="000000"/>
                </a:solidFill>
                <a:effectLst/>
              </a:rPr>
              <a:t>  (TFG 72 ml/min)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CO" b="0" i="0" u="none" strike="noStrike" dirty="0">
                <a:solidFill>
                  <a:srgbClr val="000000"/>
                </a:solidFill>
                <a:effectLst/>
              </a:rPr>
              <a:t>RAC: 68 mg/g hace 3 meses – control en 76 mg/g </a:t>
            </a:r>
          </a:p>
        </p:txBody>
      </p:sp>
    </p:spTree>
    <p:extLst>
      <p:ext uri="{BB962C8B-B14F-4D97-AF65-F5344CB8AC3E}">
        <p14:creationId xmlns:p14="http://schemas.microsoft.com/office/powerpoint/2010/main" val="2061089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99B595-C51C-E391-5C13-A6BA6AAA0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Caso Clínico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DDE0D4-A4DF-8D52-D54C-655430FE1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lnSpcReduction="10000"/>
          </a:bodyPr>
          <a:lstStyle/>
          <a:p>
            <a:pPr marL="0" indent="0" algn="l">
              <a:buNone/>
            </a:pPr>
            <a:r>
              <a:rPr lang="es-CO" b="1" i="0" u="none" strike="noStrike" dirty="0">
                <a:solidFill>
                  <a:srgbClr val="000000"/>
                </a:solidFill>
                <a:effectLst/>
              </a:rPr>
              <a:t>👉 Intensificación:</a:t>
            </a:r>
          </a:p>
          <a:p>
            <a:pPr marL="0" indent="0" algn="l">
              <a:buNone/>
            </a:pPr>
            <a:r>
              <a:rPr lang="es-CO" b="0" i="0" u="none" strike="noStrike" dirty="0">
                <a:solidFill>
                  <a:srgbClr val="000000"/>
                </a:solidFill>
                <a:effectLst/>
              </a:rPr>
              <a:t>Mantener: Metformina + iSGLT2</a:t>
            </a:r>
          </a:p>
          <a:p>
            <a:pPr marL="0" indent="0" algn="l">
              <a:buNone/>
            </a:pPr>
            <a:r>
              <a:rPr lang="es-CO" b="0" i="0" u="none" strike="noStrike" dirty="0">
                <a:solidFill>
                  <a:srgbClr val="000000"/>
                </a:solidFill>
                <a:effectLst/>
              </a:rPr>
              <a:t>➡️ </a:t>
            </a:r>
            <a:r>
              <a:rPr lang="es-CO" b="1" i="0" u="none" strike="noStrike" dirty="0">
                <a:solidFill>
                  <a:srgbClr val="000000"/>
                </a:solidFill>
                <a:effectLst/>
              </a:rPr>
              <a:t>Añadir GLP-1</a:t>
            </a:r>
            <a:endParaRPr lang="es-CO" b="0" i="0" u="none" strike="noStrike" dirty="0">
              <a:solidFill>
                <a:srgbClr val="000000"/>
              </a:solidFill>
              <a:effectLst/>
            </a:endParaRPr>
          </a:p>
          <a:p>
            <a:pPr marL="0" indent="0" algn="l">
              <a:buNone/>
            </a:pPr>
            <a:r>
              <a:rPr lang="es-CO" b="0" i="0" u="none" strike="noStrike" dirty="0">
                <a:solidFill>
                  <a:srgbClr val="000000"/>
                </a:solidFill>
                <a:effectLst/>
              </a:rPr>
              <a:t>Porque: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CO" b="0" i="0" u="none" strike="noStrike" dirty="0">
                <a:solidFill>
                  <a:srgbClr val="000000"/>
                </a:solidFill>
                <a:effectLst/>
              </a:rPr>
              <a:t>No está en metas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CO" b="0" i="0" u="none" strike="noStrike" dirty="0">
                <a:solidFill>
                  <a:srgbClr val="000000"/>
                </a:solidFill>
                <a:effectLst/>
              </a:rPr>
              <a:t>Obesidad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CO" b="0" i="0" u="none" strike="noStrike" dirty="0">
                <a:solidFill>
                  <a:srgbClr val="000000"/>
                </a:solidFill>
                <a:effectLst/>
              </a:rPr>
              <a:t>Beneficio CV/renal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CO" dirty="0">
              <a:solidFill>
                <a:srgbClr val="000000"/>
              </a:solidFill>
            </a:endParaRPr>
          </a:p>
          <a:p>
            <a:pPr marL="0" indent="0" algn="l">
              <a:buNone/>
            </a:pPr>
            <a:r>
              <a:rPr lang="es-CO" sz="2800" dirty="0">
                <a:solidFill>
                  <a:srgbClr val="000000"/>
                </a:solidFill>
              </a:rPr>
              <a:t>¿Qué otras intervenciones o derivaciones haría?</a:t>
            </a:r>
            <a:endParaRPr lang="es-CO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86737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99B595-C51C-E391-5C13-A6BA6AAA0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Caso Clínico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DDE0D4-A4DF-8D52-D54C-655430FE1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s-CO" sz="2800" dirty="0">
                <a:solidFill>
                  <a:srgbClr val="000000"/>
                </a:solidFill>
              </a:rPr>
              <a:t>¿ </a:t>
            </a:r>
            <a:r>
              <a:rPr lang="es-CO" dirty="0"/>
              <a:t>Y si ese mismo paciente, con los parámetros previos </a:t>
            </a:r>
            <a:r>
              <a:rPr lang="es-CO" dirty="0">
                <a:solidFill>
                  <a:srgbClr val="000000"/>
                </a:solidFill>
                <a:latin typeface="-webkit-standard"/>
              </a:rPr>
              <a:t>r</a:t>
            </a:r>
            <a:r>
              <a:rPr lang="es-CO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efiere poliuria y pérdida de peso?</a:t>
            </a:r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65569DD-F71C-1B3F-F2C0-8C2AF6956B4C}"/>
              </a:ext>
            </a:extLst>
          </p:cNvPr>
          <p:cNvSpPr txBox="1"/>
          <p:nvPr/>
        </p:nvSpPr>
        <p:spPr>
          <a:xfrm>
            <a:off x="838200" y="3429000"/>
            <a:ext cx="4846320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s-CO" sz="2800" b="0" i="0" u="none" strike="noStrike" dirty="0">
                <a:solidFill>
                  <a:srgbClr val="000000"/>
                </a:solidFill>
                <a:effectLst/>
              </a:rPr>
              <a:t>➡️ </a:t>
            </a:r>
            <a:r>
              <a:rPr lang="es-CO" sz="2800" b="1" i="0" u="none" strike="noStrike" dirty="0">
                <a:solidFill>
                  <a:srgbClr val="000000"/>
                </a:solidFill>
                <a:effectLst/>
              </a:rPr>
              <a:t>Iniciar insulina basal</a:t>
            </a:r>
            <a:endParaRPr lang="es-CO" sz="2800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s-CO" sz="2800" b="0" i="0" u="none" strike="noStrike" dirty="0">
                <a:solidFill>
                  <a:srgbClr val="000000"/>
                </a:solidFill>
                <a:effectLst/>
              </a:rPr>
              <a:t>👉 Considerar: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CO" sz="2800" b="0" i="0" u="none" strike="noStrike" dirty="0">
                <a:solidFill>
                  <a:srgbClr val="000000"/>
                </a:solidFill>
                <a:effectLst/>
              </a:rPr>
              <a:t>Continuar GLP-1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CO" sz="2800" b="0" i="0" u="none" strike="noStrike" dirty="0">
                <a:solidFill>
                  <a:srgbClr val="000000"/>
                </a:solidFill>
                <a:effectLst/>
              </a:rPr>
              <a:t>Evitar basal-bolo inicialmente</a:t>
            </a:r>
          </a:p>
        </p:txBody>
      </p:sp>
    </p:spTree>
    <p:extLst>
      <p:ext uri="{BB962C8B-B14F-4D97-AF65-F5344CB8AC3E}">
        <p14:creationId xmlns:p14="http://schemas.microsoft.com/office/powerpoint/2010/main" val="2508136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D162B0BA-B420-6C95-F26A-29EA5A316124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30" t="14683" r="11540"/>
          <a:stretch/>
        </p:blipFill>
        <p:spPr>
          <a:xfrm>
            <a:off x="1348740" y="301752"/>
            <a:ext cx="9494520" cy="6254496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FCCC2721-607E-8DE9-24A5-C9A73BB3275F}"/>
              </a:ext>
            </a:extLst>
          </p:cNvPr>
          <p:cNvSpPr/>
          <p:nvPr/>
        </p:nvSpPr>
        <p:spPr>
          <a:xfrm>
            <a:off x="1499616" y="301752"/>
            <a:ext cx="969264" cy="283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2055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09435B0-E3DE-10D3-AB7A-339ED6C45E9A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15" r="11138" b="8519"/>
          <a:stretch/>
        </p:blipFill>
        <p:spPr>
          <a:xfrm>
            <a:off x="1405128" y="301752"/>
            <a:ext cx="9381744" cy="6254496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8D2F7E3E-7670-F0DA-9A41-C10E519DD932}"/>
              </a:ext>
            </a:extLst>
          </p:cNvPr>
          <p:cNvSpPr/>
          <p:nvPr/>
        </p:nvSpPr>
        <p:spPr>
          <a:xfrm>
            <a:off x="1405128" y="301752"/>
            <a:ext cx="5471160" cy="4846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2838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D60C24C-BBCD-186C-F3F4-B0533623910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4" t="18823" r="1455" b="5130"/>
          <a:stretch/>
        </p:blipFill>
        <p:spPr>
          <a:xfrm>
            <a:off x="941077" y="512064"/>
            <a:ext cx="10309845" cy="5833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453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2E5984E-2E40-1B49-9B63-2C908FE3B400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0" t="1484" r="1961" b="15438"/>
          <a:stretch/>
        </p:blipFill>
        <p:spPr>
          <a:xfrm>
            <a:off x="1121664" y="356616"/>
            <a:ext cx="9948672" cy="6144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755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347142B-3115-ABB0-45D6-DE6618BBD816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92" t="35765" r="1020" b="13412"/>
          <a:stretch/>
        </p:blipFill>
        <p:spPr>
          <a:xfrm>
            <a:off x="1232916" y="690372"/>
            <a:ext cx="9726168" cy="547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228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C5F3FD0-DB78-4860-72C8-3FB6325CA4C4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92" r="4784" b="1741"/>
          <a:stretch/>
        </p:blipFill>
        <p:spPr>
          <a:xfrm>
            <a:off x="1267968" y="146304"/>
            <a:ext cx="9656064" cy="656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203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13813D3-8DF6-A097-99D5-1D437BB3F94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1" t="30118" r="4314" b="12283"/>
          <a:stretch/>
        </p:blipFill>
        <p:spPr>
          <a:xfrm>
            <a:off x="774311" y="738378"/>
            <a:ext cx="10643377" cy="5381244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7929F69A-B082-B7C3-22F6-0E539146F6F9}"/>
              </a:ext>
            </a:extLst>
          </p:cNvPr>
          <p:cNvSpPr/>
          <p:nvPr/>
        </p:nvSpPr>
        <p:spPr>
          <a:xfrm>
            <a:off x="6297166" y="738378"/>
            <a:ext cx="4456177" cy="2125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2355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F49ED8E-76FA-8D2D-C538-4469C596C42B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5" t="19953" r="32550" b="38635"/>
          <a:stretch/>
        </p:blipFill>
        <p:spPr>
          <a:xfrm>
            <a:off x="1368552" y="722376"/>
            <a:ext cx="9454896" cy="541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2177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5941CEC-B585-C6BE-CE20-B075461F4AC4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51" t="7906" r="8549" b="4753"/>
          <a:stretch/>
        </p:blipFill>
        <p:spPr>
          <a:xfrm>
            <a:off x="1112520" y="347472"/>
            <a:ext cx="9966960" cy="616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210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34F8C9D-8820-7F86-DA2F-78E95AEB459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4" t="40282" r="9255" b="26212"/>
          <a:stretch/>
        </p:blipFill>
        <p:spPr>
          <a:xfrm>
            <a:off x="584120" y="2130552"/>
            <a:ext cx="10475120" cy="259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5901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51254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1888</TotalTime>
  <Words>571</Words>
  <Application>Microsoft Macintosh PowerPoint</Application>
  <PresentationFormat>Panorámica</PresentationFormat>
  <Paragraphs>151</Paragraphs>
  <Slides>20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-webkit-standard</vt:lpstr>
      <vt:lpstr>Arial</vt:lpstr>
      <vt:lpstr>Calibri</vt:lpstr>
      <vt:lpstr>Calibri Light</vt:lpstr>
      <vt:lpstr>Tema de Office</vt:lpstr>
      <vt:lpstr>Diabetes Mellitus tipo 2 en Mayores de 18 años</vt:lpstr>
      <vt:lpstr>Presentación de PowerPoint</vt:lpstr>
      <vt:lpstr>Caso Clínico</vt:lpstr>
      <vt:lpstr>Caso Clínico</vt:lpstr>
      <vt:lpstr>Caso Clínico</vt:lpstr>
      <vt:lpstr>Caso Clínico</vt:lpstr>
      <vt:lpstr>Caso Clínico</vt:lpstr>
      <vt:lpstr>Caso Clínico</vt:lpstr>
      <vt:lpstr>Caso Clínico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 PRESENTACIÓN</dc:title>
  <dc:creator>user</dc:creator>
  <cp:lastModifiedBy>Silvia Tatiana Gonzalez Gomez</cp:lastModifiedBy>
  <cp:revision>94</cp:revision>
  <dcterms:created xsi:type="dcterms:W3CDTF">2024-08-26T14:52:25Z</dcterms:created>
  <dcterms:modified xsi:type="dcterms:W3CDTF">2026-04-16T17:07:44Z</dcterms:modified>
</cp:coreProperties>
</file>