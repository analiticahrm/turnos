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7" r:id="rId4"/>
    <p:sldId id="265" r:id="rId5"/>
    <p:sldId id="262" r:id="rId6"/>
    <p:sldId id="318" r:id="rId7"/>
    <p:sldId id="324" r:id="rId8"/>
    <p:sldId id="326" r:id="rId9"/>
    <p:sldId id="317" r:id="rId10"/>
    <p:sldId id="316" r:id="rId11"/>
    <p:sldId id="315" r:id="rId12"/>
    <p:sldId id="323" r:id="rId13"/>
    <p:sldId id="328" r:id="rId14"/>
    <p:sldId id="325" r:id="rId15"/>
    <p:sldId id="321" r:id="rId16"/>
    <p:sldId id="319" r:id="rId17"/>
    <p:sldId id="313" r:id="rId18"/>
    <p:sldId id="312" r:id="rId19"/>
    <p:sldId id="311" r:id="rId20"/>
    <p:sldId id="329" r:id="rId21"/>
    <p:sldId id="310" r:id="rId22"/>
    <p:sldId id="320" r:id="rId23"/>
    <p:sldId id="309" r:id="rId24"/>
    <p:sldId id="308" r:id="rId25"/>
    <p:sldId id="327" r:id="rId26"/>
    <p:sldId id="259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98" autoAdjust="0"/>
    <p:restoredTop sz="94660"/>
  </p:normalViewPr>
  <p:slideViewPr>
    <p:cSldViewPr snapToGrid="0">
      <p:cViewPr varScale="1">
        <p:scale>
          <a:sx n="98" d="100"/>
          <a:sy n="98" d="100"/>
        </p:scale>
        <p:origin x="16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2ADE1D-E173-E44C-A4C7-6CC6D217011B}" type="doc">
      <dgm:prSet loTypeId="urn:microsoft.com/office/officeart/2005/8/layout/venn1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D3182114-AC45-5847-9B35-41AF1FF1B39C}">
      <dgm:prSet/>
      <dgm:spPr/>
      <dgm:t>
        <a:bodyPr/>
        <a:lstStyle/>
        <a:p>
          <a:r>
            <a:rPr lang="es-CO" b="1" dirty="0"/>
            <a:t>PROTOCOLO CLÍNICO PARA LA DETECCIÓN, DIAGNÓSTICO Y TRATAMIENTO DE LA INFECCIÓN DEL TRACTO URINARIO EN LA POBLACIÓN GESTANTE</a:t>
          </a:r>
        </a:p>
        <a:p>
          <a:r>
            <a:rPr lang="es-CO" b="1" dirty="0"/>
            <a:t>29 SEPTIEMBRE 2025 </a:t>
          </a:r>
          <a:endParaRPr lang="es-CO" dirty="0"/>
        </a:p>
        <a:p>
          <a:endParaRPr lang="es-CO" dirty="0"/>
        </a:p>
      </dgm:t>
    </dgm:pt>
    <dgm:pt modelId="{C17C8BA2-52CB-F448-9843-ACED9CA41C4E}" type="parTrans" cxnId="{19BB88DF-C42F-4641-9C76-57A36EBFF6EC}">
      <dgm:prSet/>
      <dgm:spPr/>
      <dgm:t>
        <a:bodyPr/>
        <a:lstStyle/>
        <a:p>
          <a:endParaRPr lang="es-MX"/>
        </a:p>
      </dgm:t>
    </dgm:pt>
    <dgm:pt modelId="{243B3648-7B35-6E4A-B175-6DC49DC21A3C}" type="sibTrans" cxnId="{19BB88DF-C42F-4641-9C76-57A36EBFF6EC}">
      <dgm:prSet/>
      <dgm:spPr/>
      <dgm:t>
        <a:bodyPr/>
        <a:lstStyle/>
        <a:p>
          <a:endParaRPr lang="es-MX"/>
        </a:p>
      </dgm:t>
    </dgm:pt>
    <dgm:pt modelId="{2061B69A-3530-E945-9D5A-D82698C881F4}" type="pres">
      <dgm:prSet presAssocID="{182ADE1D-E173-E44C-A4C7-6CC6D217011B}" presName="compositeShape" presStyleCnt="0">
        <dgm:presLayoutVars>
          <dgm:chMax val="7"/>
          <dgm:dir/>
          <dgm:resizeHandles val="exact"/>
        </dgm:presLayoutVars>
      </dgm:prSet>
      <dgm:spPr/>
    </dgm:pt>
    <dgm:pt modelId="{1B0F08BD-D341-B941-8275-0EA46403EA55}" type="pres">
      <dgm:prSet presAssocID="{D3182114-AC45-5847-9B35-41AF1FF1B39C}" presName="circ1TxSh" presStyleLbl="vennNode1" presStyleIdx="0" presStyleCnt="1" custScaleX="265752"/>
      <dgm:spPr/>
    </dgm:pt>
  </dgm:ptLst>
  <dgm:cxnLst>
    <dgm:cxn modelId="{27B09241-5E2E-B94D-917E-C1D1DA1996A8}" type="presOf" srcId="{D3182114-AC45-5847-9B35-41AF1FF1B39C}" destId="{1B0F08BD-D341-B941-8275-0EA46403EA55}" srcOrd="0" destOrd="0" presId="urn:microsoft.com/office/officeart/2005/8/layout/venn1"/>
    <dgm:cxn modelId="{9E210343-E567-C645-B3C1-4C6D85947AC5}" type="presOf" srcId="{182ADE1D-E173-E44C-A4C7-6CC6D217011B}" destId="{2061B69A-3530-E945-9D5A-D82698C881F4}" srcOrd="0" destOrd="0" presId="urn:microsoft.com/office/officeart/2005/8/layout/venn1"/>
    <dgm:cxn modelId="{19BB88DF-C42F-4641-9C76-57A36EBFF6EC}" srcId="{182ADE1D-E173-E44C-A4C7-6CC6D217011B}" destId="{D3182114-AC45-5847-9B35-41AF1FF1B39C}" srcOrd="0" destOrd="0" parTransId="{C17C8BA2-52CB-F448-9843-ACED9CA41C4E}" sibTransId="{243B3648-7B35-6E4A-B175-6DC49DC21A3C}"/>
    <dgm:cxn modelId="{4781627C-1367-DB4F-A003-C774E46231D4}" type="presParOf" srcId="{2061B69A-3530-E945-9D5A-D82698C881F4}" destId="{1B0F08BD-D341-B941-8275-0EA46403EA55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160925-A47A-AB4F-A0CE-B96F4113E3F0}" type="doc">
      <dgm:prSet loTypeId="urn:microsoft.com/office/officeart/2008/layout/CircularPictureCallout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23E28B3A-639F-414C-93A1-9EABAB796E4F}">
      <dgm:prSet/>
      <dgm:spPr/>
      <dgm:t>
        <a:bodyPr/>
        <a:lstStyle/>
        <a:p>
          <a:r>
            <a:rPr lang="es-CO" dirty="0"/>
            <a:t>Complicación  bacteriana más frecuente durante el embarazo</a:t>
          </a:r>
        </a:p>
      </dgm:t>
    </dgm:pt>
    <dgm:pt modelId="{E9BEF82A-2BF1-D54D-9B89-E46269E2CE3C}" type="parTrans" cxnId="{8F120455-2270-D746-80B0-E6221691D81F}">
      <dgm:prSet/>
      <dgm:spPr/>
      <dgm:t>
        <a:bodyPr/>
        <a:lstStyle/>
        <a:p>
          <a:endParaRPr lang="es-MX"/>
        </a:p>
      </dgm:t>
    </dgm:pt>
    <dgm:pt modelId="{8CA0DFF8-1F79-6F41-B8AF-72CB6BF315E6}" type="sibTrans" cxnId="{8F120455-2270-D746-80B0-E6221691D81F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  <dgm:t>
        <a:bodyPr/>
        <a:lstStyle/>
        <a:p>
          <a:endParaRPr lang="es-MX"/>
        </a:p>
      </dgm:t>
    </dgm:pt>
    <dgm:pt modelId="{7CF0DF9A-FA2D-644C-9571-40898BBC773C}">
      <dgm:prSet/>
      <dgm:spPr/>
      <dgm:t>
        <a:bodyPr/>
        <a:lstStyle/>
        <a:p>
          <a:r>
            <a:rPr lang="es-CO" dirty="0"/>
            <a:t>Prevalencia estimada entre el 2 % y 15 %, y hasta 23,9 % </a:t>
          </a:r>
        </a:p>
      </dgm:t>
    </dgm:pt>
    <dgm:pt modelId="{A95DC77A-A104-E947-A6FE-D152E1433B45}" type="parTrans" cxnId="{4C1680FE-F24F-3644-9AA0-40C5E050661B}">
      <dgm:prSet/>
      <dgm:spPr/>
      <dgm:t>
        <a:bodyPr/>
        <a:lstStyle/>
        <a:p>
          <a:endParaRPr lang="es-MX"/>
        </a:p>
      </dgm:t>
    </dgm:pt>
    <dgm:pt modelId="{20722025-FA33-6042-A773-0E3F1789309C}" type="sibTrans" cxnId="{4C1680FE-F24F-3644-9AA0-40C5E050661B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  <dgm:t>
        <a:bodyPr/>
        <a:lstStyle/>
        <a:p>
          <a:endParaRPr lang="es-MX"/>
        </a:p>
      </dgm:t>
    </dgm:pt>
    <dgm:pt modelId="{9F714E06-B59D-4B41-8A4B-113DB759302E}">
      <dgm:prSet/>
      <dgm:spPr/>
      <dgm:t>
        <a:bodyPr/>
        <a:lstStyle/>
        <a:p>
          <a:r>
            <a:rPr lang="es-CO"/>
            <a:t>La bacteriuria asintomática (BAS) representa la forma inicial más común y, sin tratamiento, puede progresar hasta en un 50 % hacia infecciones sintomáticas o pielonefritis aguda. </a:t>
          </a:r>
        </a:p>
      </dgm:t>
    </dgm:pt>
    <dgm:pt modelId="{A9185E74-AE22-0E41-8C76-09E82152B0D2}" type="parTrans" cxnId="{ED059592-3C7F-AE4B-870D-4292645624F0}">
      <dgm:prSet/>
      <dgm:spPr/>
      <dgm:t>
        <a:bodyPr/>
        <a:lstStyle/>
        <a:p>
          <a:endParaRPr lang="es-MX"/>
        </a:p>
      </dgm:t>
    </dgm:pt>
    <dgm:pt modelId="{A48C2981-7F19-0543-A771-80C82B9DEF0C}" type="sibTrans" cxnId="{ED059592-3C7F-AE4B-870D-4292645624F0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  <dgm:t>
        <a:bodyPr/>
        <a:lstStyle/>
        <a:p>
          <a:endParaRPr lang="es-MX"/>
        </a:p>
      </dgm:t>
    </dgm:pt>
    <dgm:pt modelId="{C264293F-F387-944B-85E6-EFF7769F379D}">
      <dgm:prSet/>
      <dgm:spPr/>
      <dgm:t>
        <a:bodyPr/>
        <a:lstStyle/>
        <a:p>
          <a:r>
            <a:rPr lang="es-CO" dirty="0"/>
            <a:t>complicaciones obstétricas como parto pretérmino, bajo peso al nacer, sepsis materna y mortalidad fetal.</a:t>
          </a:r>
        </a:p>
      </dgm:t>
    </dgm:pt>
    <dgm:pt modelId="{D599CC5E-7D65-B840-836B-00FC3BF0B074}" type="parTrans" cxnId="{CCF375F1-5A2F-574F-9444-220010017ECA}">
      <dgm:prSet/>
      <dgm:spPr/>
      <dgm:t>
        <a:bodyPr/>
        <a:lstStyle/>
        <a:p>
          <a:endParaRPr lang="es-MX"/>
        </a:p>
      </dgm:t>
    </dgm:pt>
    <dgm:pt modelId="{C4BE6EE6-538D-0046-B367-437E1E550075}" type="sibTrans" cxnId="{CCF375F1-5A2F-574F-9444-220010017ECA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  <dgm:t>
        <a:bodyPr/>
        <a:lstStyle/>
        <a:p>
          <a:endParaRPr lang="es-MX"/>
        </a:p>
      </dgm:t>
    </dgm:pt>
    <dgm:pt modelId="{34EA5A86-0614-714B-A986-034E8AE66DFE}" type="pres">
      <dgm:prSet presAssocID="{79160925-A47A-AB4F-A0CE-B96F4113E3F0}" presName="Name0" presStyleCnt="0">
        <dgm:presLayoutVars>
          <dgm:chMax val="7"/>
          <dgm:chPref val="7"/>
          <dgm:dir/>
        </dgm:presLayoutVars>
      </dgm:prSet>
      <dgm:spPr/>
    </dgm:pt>
    <dgm:pt modelId="{ABC3B78D-EC34-DF46-91A1-FEFDD0D28D37}" type="pres">
      <dgm:prSet presAssocID="{79160925-A47A-AB4F-A0CE-B96F4113E3F0}" presName="Name1" presStyleCnt="0"/>
      <dgm:spPr/>
    </dgm:pt>
    <dgm:pt modelId="{9D88D3DF-0277-E64F-AE4B-9B4590CFE67D}" type="pres">
      <dgm:prSet presAssocID="{8CA0DFF8-1F79-6F41-B8AF-72CB6BF315E6}" presName="picture_1" presStyleCnt="0"/>
      <dgm:spPr/>
    </dgm:pt>
    <dgm:pt modelId="{6B94D9A5-D6A0-D94C-99E1-ACABC6700401}" type="pres">
      <dgm:prSet presAssocID="{8CA0DFF8-1F79-6F41-B8AF-72CB6BF315E6}" presName="pictureRepeatNode" presStyleLbl="alignImgPlace1" presStyleIdx="0" presStyleCnt="4"/>
      <dgm:spPr/>
    </dgm:pt>
    <dgm:pt modelId="{0CAFC0AF-A94F-A548-986F-7D6F1B9EED67}" type="pres">
      <dgm:prSet presAssocID="{23E28B3A-639F-414C-93A1-9EABAB796E4F}" presName="text_1" presStyleLbl="node1" presStyleIdx="0" presStyleCnt="0">
        <dgm:presLayoutVars>
          <dgm:bulletEnabled val="1"/>
        </dgm:presLayoutVars>
      </dgm:prSet>
      <dgm:spPr/>
    </dgm:pt>
    <dgm:pt modelId="{5F8B793B-34A0-0F48-A1D9-64E717759CB5}" type="pres">
      <dgm:prSet presAssocID="{20722025-FA33-6042-A773-0E3F1789309C}" presName="picture_2" presStyleCnt="0"/>
      <dgm:spPr/>
    </dgm:pt>
    <dgm:pt modelId="{7ED62A77-1963-5E42-A7C3-B7E036698A01}" type="pres">
      <dgm:prSet presAssocID="{20722025-FA33-6042-A773-0E3F1789309C}" presName="pictureRepeatNode" presStyleLbl="alignImgPlace1" presStyleIdx="1" presStyleCnt="4"/>
      <dgm:spPr/>
    </dgm:pt>
    <dgm:pt modelId="{8D03E929-7DF6-C546-8AA7-888E006CA2FC}" type="pres">
      <dgm:prSet presAssocID="{7CF0DF9A-FA2D-644C-9571-40898BBC773C}" presName="line_2" presStyleLbl="parChTrans1D1" presStyleIdx="0" presStyleCnt="3"/>
      <dgm:spPr/>
    </dgm:pt>
    <dgm:pt modelId="{F37237CA-A79E-8E4A-8225-642431CA95E0}" type="pres">
      <dgm:prSet presAssocID="{7CF0DF9A-FA2D-644C-9571-40898BBC773C}" presName="textparent_2" presStyleLbl="node1" presStyleIdx="0" presStyleCnt="0"/>
      <dgm:spPr/>
    </dgm:pt>
    <dgm:pt modelId="{DF94D440-DFA7-9A45-B26F-8F1A7111D197}" type="pres">
      <dgm:prSet presAssocID="{7CF0DF9A-FA2D-644C-9571-40898BBC773C}" presName="text_2" presStyleLbl="revTx" presStyleIdx="0" presStyleCnt="3">
        <dgm:presLayoutVars>
          <dgm:bulletEnabled val="1"/>
        </dgm:presLayoutVars>
      </dgm:prSet>
      <dgm:spPr/>
    </dgm:pt>
    <dgm:pt modelId="{173B4656-C5E0-2140-AEB9-99CF4C1C8BA8}" type="pres">
      <dgm:prSet presAssocID="{A48C2981-7F19-0543-A771-80C82B9DEF0C}" presName="picture_3" presStyleCnt="0"/>
      <dgm:spPr/>
    </dgm:pt>
    <dgm:pt modelId="{6FA0C8E0-DD94-6C4E-80A2-75A4423B46FD}" type="pres">
      <dgm:prSet presAssocID="{A48C2981-7F19-0543-A771-80C82B9DEF0C}" presName="pictureRepeatNode" presStyleLbl="alignImgPlace1" presStyleIdx="2" presStyleCnt="4" custFlipVert="1" custFlipHor="0" custScaleX="111975" custScaleY="87681"/>
      <dgm:spPr/>
    </dgm:pt>
    <dgm:pt modelId="{0EB52174-626B-7248-9A55-408E917DA610}" type="pres">
      <dgm:prSet presAssocID="{9F714E06-B59D-4B41-8A4B-113DB759302E}" presName="line_3" presStyleLbl="parChTrans1D1" presStyleIdx="1" presStyleCnt="3"/>
      <dgm:spPr/>
    </dgm:pt>
    <dgm:pt modelId="{9C68D00A-4C4B-AD45-9A73-8F766B24B206}" type="pres">
      <dgm:prSet presAssocID="{9F714E06-B59D-4B41-8A4B-113DB759302E}" presName="textparent_3" presStyleLbl="node1" presStyleIdx="0" presStyleCnt="0"/>
      <dgm:spPr/>
    </dgm:pt>
    <dgm:pt modelId="{18D234EC-1238-2548-907C-C238B1CFEE48}" type="pres">
      <dgm:prSet presAssocID="{9F714E06-B59D-4B41-8A4B-113DB759302E}" presName="text_3" presStyleLbl="revTx" presStyleIdx="1" presStyleCnt="3">
        <dgm:presLayoutVars>
          <dgm:bulletEnabled val="1"/>
        </dgm:presLayoutVars>
      </dgm:prSet>
      <dgm:spPr/>
    </dgm:pt>
    <dgm:pt modelId="{569D186E-7843-994B-89D1-7652A3F9790B}" type="pres">
      <dgm:prSet presAssocID="{C4BE6EE6-538D-0046-B367-437E1E550075}" presName="picture_4" presStyleCnt="0"/>
      <dgm:spPr/>
    </dgm:pt>
    <dgm:pt modelId="{4F1C037C-8277-0F46-887C-0EAE376A3BC4}" type="pres">
      <dgm:prSet presAssocID="{C4BE6EE6-538D-0046-B367-437E1E550075}" presName="pictureRepeatNode" presStyleLbl="alignImgPlace1" presStyleIdx="3" presStyleCnt="4"/>
      <dgm:spPr/>
    </dgm:pt>
    <dgm:pt modelId="{660E8A56-3F5F-6F4F-A4DB-65146D953130}" type="pres">
      <dgm:prSet presAssocID="{C264293F-F387-944B-85E6-EFF7769F379D}" presName="line_4" presStyleLbl="parChTrans1D1" presStyleIdx="2" presStyleCnt="3"/>
      <dgm:spPr/>
    </dgm:pt>
    <dgm:pt modelId="{E0FF9C91-D3D4-AA4A-91A9-2083A8F92568}" type="pres">
      <dgm:prSet presAssocID="{C264293F-F387-944B-85E6-EFF7769F379D}" presName="textparent_4" presStyleLbl="node1" presStyleIdx="0" presStyleCnt="0"/>
      <dgm:spPr/>
    </dgm:pt>
    <dgm:pt modelId="{A60DA0CC-C2FF-4540-9286-FA77066D0232}" type="pres">
      <dgm:prSet presAssocID="{C264293F-F387-944B-85E6-EFF7769F379D}" presName="text_4" presStyleLbl="revTx" presStyleIdx="2" presStyleCnt="3">
        <dgm:presLayoutVars>
          <dgm:bulletEnabled val="1"/>
        </dgm:presLayoutVars>
      </dgm:prSet>
      <dgm:spPr/>
    </dgm:pt>
  </dgm:ptLst>
  <dgm:cxnLst>
    <dgm:cxn modelId="{8F120455-2270-D746-80B0-E6221691D81F}" srcId="{79160925-A47A-AB4F-A0CE-B96F4113E3F0}" destId="{23E28B3A-639F-414C-93A1-9EABAB796E4F}" srcOrd="0" destOrd="0" parTransId="{E9BEF82A-2BF1-D54D-9B89-E46269E2CE3C}" sibTransId="{8CA0DFF8-1F79-6F41-B8AF-72CB6BF315E6}"/>
    <dgm:cxn modelId="{99CC4658-D758-E24D-A50E-C5406BB1C084}" type="presOf" srcId="{79160925-A47A-AB4F-A0CE-B96F4113E3F0}" destId="{34EA5A86-0614-714B-A986-034E8AE66DFE}" srcOrd="0" destOrd="0" presId="urn:microsoft.com/office/officeart/2008/layout/CircularPictureCallout"/>
    <dgm:cxn modelId="{F5FF3A62-4B4A-BB42-A05D-B3D55937BA88}" type="presOf" srcId="{A48C2981-7F19-0543-A771-80C82B9DEF0C}" destId="{6FA0C8E0-DD94-6C4E-80A2-75A4423B46FD}" srcOrd="0" destOrd="0" presId="urn:microsoft.com/office/officeart/2008/layout/CircularPictureCallout"/>
    <dgm:cxn modelId="{C8A1DA87-9289-ED4B-997B-726C334F12C4}" type="presOf" srcId="{7CF0DF9A-FA2D-644C-9571-40898BBC773C}" destId="{DF94D440-DFA7-9A45-B26F-8F1A7111D197}" srcOrd="0" destOrd="0" presId="urn:microsoft.com/office/officeart/2008/layout/CircularPictureCallout"/>
    <dgm:cxn modelId="{ED059592-3C7F-AE4B-870D-4292645624F0}" srcId="{79160925-A47A-AB4F-A0CE-B96F4113E3F0}" destId="{9F714E06-B59D-4B41-8A4B-113DB759302E}" srcOrd="2" destOrd="0" parTransId="{A9185E74-AE22-0E41-8C76-09E82152B0D2}" sibTransId="{A48C2981-7F19-0543-A771-80C82B9DEF0C}"/>
    <dgm:cxn modelId="{5A57AFAB-3192-874C-9A7D-550A946D0B8F}" type="presOf" srcId="{C4BE6EE6-538D-0046-B367-437E1E550075}" destId="{4F1C037C-8277-0F46-887C-0EAE376A3BC4}" srcOrd="0" destOrd="0" presId="urn:microsoft.com/office/officeart/2008/layout/CircularPictureCallout"/>
    <dgm:cxn modelId="{3CF45FB4-6639-5145-A875-EDD9538AF4C1}" type="presOf" srcId="{8CA0DFF8-1F79-6F41-B8AF-72CB6BF315E6}" destId="{6B94D9A5-D6A0-D94C-99E1-ACABC6700401}" srcOrd="0" destOrd="0" presId="urn:microsoft.com/office/officeart/2008/layout/CircularPictureCallout"/>
    <dgm:cxn modelId="{66C15AB8-EDB1-2449-9714-8DCAB4BDAF7C}" type="presOf" srcId="{C264293F-F387-944B-85E6-EFF7769F379D}" destId="{A60DA0CC-C2FF-4540-9286-FA77066D0232}" srcOrd="0" destOrd="0" presId="urn:microsoft.com/office/officeart/2008/layout/CircularPictureCallout"/>
    <dgm:cxn modelId="{93C9BABF-6628-6046-BA89-5720170D65ED}" type="presOf" srcId="{20722025-FA33-6042-A773-0E3F1789309C}" destId="{7ED62A77-1963-5E42-A7C3-B7E036698A01}" srcOrd="0" destOrd="0" presId="urn:microsoft.com/office/officeart/2008/layout/CircularPictureCallout"/>
    <dgm:cxn modelId="{75F7EEC2-531E-EF40-8A9D-1488FE5847F0}" type="presOf" srcId="{23E28B3A-639F-414C-93A1-9EABAB796E4F}" destId="{0CAFC0AF-A94F-A548-986F-7D6F1B9EED67}" srcOrd="0" destOrd="0" presId="urn:microsoft.com/office/officeart/2008/layout/CircularPictureCallout"/>
    <dgm:cxn modelId="{CEAF24EB-6489-A744-A394-45045CEC015A}" type="presOf" srcId="{9F714E06-B59D-4B41-8A4B-113DB759302E}" destId="{18D234EC-1238-2548-907C-C238B1CFEE48}" srcOrd="0" destOrd="0" presId="urn:microsoft.com/office/officeart/2008/layout/CircularPictureCallout"/>
    <dgm:cxn modelId="{CCF375F1-5A2F-574F-9444-220010017ECA}" srcId="{79160925-A47A-AB4F-A0CE-B96F4113E3F0}" destId="{C264293F-F387-944B-85E6-EFF7769F379D}" srcOrd="3" destOrd="0" parTransId="{D599CC5E-7D65-B840-836B-00FC3BF0B074}" sibTransId="{C4BE6EE6-538D-0046-B367-437E1E550075}"/>
    <dgm:cxn modelId="{4C1680FE-F24F-3644-9AA0-40C5E050661B}" srcId="{79160925-A47A-AB4F-A0CE-B96F4113E3F0}" destId="{7CF0DF9A-FA2D-644C-9571-40898BBC773C}" srcOrd="1" destOrd="0" parTransId="{A95DC77A-A104-E947-A6FE-D152E1433B45}" sibTransId="{20722025-FA33-6042-A773-0E3F1789309C}"/>
    <dgm:cxn modelId="{F9DDE819-714B-1744-B106-475E2590711E}" type="presParOf" srcId="{34EA5A86-0614-714B-A986-034E8AE66DFE}" destId="{ABC3B78D-EC34-DF46-91A1-FEFDD0D28D37}" srcOrd="0" destOrd="0" presId="urn:microsoft.com/office/officeart/2008/layout/CircularPictureCallout"/>
    <dgm:cxn modelId="{B4040C00-F1E7-0A4C-B08E-E4C40F591E09}" type="presParOf" srcId="{ABC3B78D-EC34-DF46-91A1-FEFDD0D28D37}" destId="{9D88D3DF-0277-E64F-AE4B-9B4590CFE67D}" srcOrd="0" destOrd="0" presId="urn:microsoft.com/office/officeart/2008/layout/CircularPictureCallout"/>
    <dgm:cxn modelId="{02929122-D9A7-3D41-B5E1-61E5D60181C1}" type="presParOf" srcId="{9D88D3DF-0277-E64F-AE4B-9B4590CFE67D}" destId="{6B94D9A5-D6A0-D94C-99E1-ACABC6700401}" srcOrd="0" destOrd="0" presId="urn:microsoft.com/office/officeart/2008/layout/CircularPictureCallout"/>
    <dgm:cxn modelId="{54D9698B-03F2-024A-83EA-12FEFB72A230}" type="presParOf" srcId="{ABC3B78D-EC34-DF46-91A1-FEFDD0D28D37}" destId="{0CAFC0AF-A94F-A548-986F-7D6F1B9EED67}" srcOrd="1" destOrd="0" presId="urn:microsoft.com/office/officeart/2008/layout/CircularPictureCallout"/>
    <dgm:cxn modelId="{8070832A-C0E5-054E-A4D8-BB3000D5188A}" type="presParOf" srcId="{ABC3B78D-EC34-DF46-91A1-FEFDD0D28D37}" destId="{5F8B793B-34A0-0F48-A1D9-64E717759CB5}" srcOrd="2" destOrd="0" presId="urn:microsoft.com/office/officeart/2008/layout/CircularPictureCallout"/>
    <dgm:cxn modelId="{458E2EF9-989F-4E4F-83DF-2B2D17A04687}" type="presParOf" srcId="{5F8B793B-34A0-0F48-A1D9-64E717759CB5}" destId="{7ED62A77-1963-5E42-A7C3-B7E036698A01}" srcOrd="0" destOrd="0" presId="urn:microsoft.com/office/officeart/2008/layout/CircularPictureCallout"/>
    <dgm:cxn modelId="{5A4BE88B-A279-4E48-BEC4-E845933CABCD}" type="presParOf" srcId="{ABC3B78D-EC34-DF46-91A1-FEFDD0D28D37}" destId="{8D03E929-7DF6-C546-8AA7-888E006CA2FC}" srcOrd="3" destOrd="0" presId="urn:microsoft.com/office/officeart/2008/layout/CircularPictureCallout"/>
    <dgm:cxn modelId="{28DB3BD6-FE8D-9544-B3B0-7E7C64EC27D9}" type="presParOf" srcId="{ABC3B78D-EC34-DF46-91A1-FEFDD0D28D37}" destId="{F37237CA-A79E-8E4A-8225-642431CA95E0}" srcOrd="4" destOrd="0" presId="urn:microsoft.com/office/officeart/2008/layout/CircularPictureCallout"/>
    <dgm:cxn modelId="{0CFFC9F3-7485-0F48-B508-FBE54BC557AB}" type="presParOf" srcId="{F37237CA-A79E-8E4A-8225-642431CA95E0}" destId="{DF94D440-DFA7-9A45-B26F-8F1A7111D197}" srcOrd="0" destOrd="0" presId="urn:microsoft.com/office/officeart/2008/layout/CircularPictureCallout"/>
    <dgm:cxn modelId="{7AF440EE-DC49-2A4F-B5B7-358E00436668}" type="presParOf" srcId="{ABC3B78D-EC34-DF46-91A1-FEFDD0D28D37}" destId="{173B4656-C5E0-2140-AEB9-99CF4C1C8BA8}" srcOrd="5" destOrd="0" presId="urn:microsoft.com/office/officeart/2008/layout/CircularPictureCallout"/>
    <dgm:cxn modelId="{960584F8-4AFA-8346-91A0-5F7E95D8D077}" type="presParOf" srcId="{173B4656-C5E0-2140-AEB9-99CF4C1C8BA8}" destId="{6FA0C8E0-DD94-6C4E-80A2-75A4423B46FD}" srcOrd="0" destOrd="0" presId="urn:microsoft.com/office/officeart/2008/layout/CircularPictureCallout"/>
    <dgm:cxn modelId="{3BC43C4D-6846-F641-B129-7346727408CF}" type="presParOf" srcId="{ABC3B78D-EC34-DF46-91A1-FEFDD0D28D37}" destId="{0EB52174-626B-7248-9A55-408E917DA610}" srcOrd="6" destOrd="0" presId="urn:microsoft.com/office/officeart/2008/layout/CircularPictureCallout"/>
    <dgm:cxn modelId="{ACE960C3-245F-374D-8109-B6F75024E4D7}" type="presParOf" srcId="{ABC3B78D-EC34-DF46-91A1-FEFDD0D28D37}" destId="{9C68D00A-4C4B-AD45-9A73-8F766B24B206}" srcOrd="7" destOrd="0" presId="urn:microsoft.com/office/officeart/2008/layout/CircularPictureCallout"/>
    <dgm:cxn modelId="{27AD97EB-BA26-D841-ACBC-C460ACB37D6D}" type="presParOf" srcId="{9C68D00A-4C4B-AD45-9A73-8F766B24B206}" destId="{18D234EC-1238-2548-907C-C238B1CFEE48}" srcOrd="0" destOrd="0" presId="urn:microsoft.com/office/officeart/2008/layout/CircularPictureCallout"/>
    <dgm:cxn modelId="{C929348D-DC9D-2444-8CD5-DD186EEB73C7}" type="presParOf" srcId="{ABC3B78D-EC34-DF46-91A1-FEFDD0D28D37}" destId="{569D186E-7843-994B-89D1-7652A3F9790B}" srcOrd="8" destOrd="0" presId="urn:microsoft.com/office/officeart/2008/layout/CircularPictureCallout"/>
    <dgm:cxn modelId="{72108EFC-B634-704F-A643-32D8F1902ECF}" type="presParOf" srcId="{569D186E-7843-994B-89D1-7652A3F9790B}" destId="{4F1C037C-8277-0F46-887C-0EAE376A3BC4}" srcOrd="0" destOrd="0" presId="urn:microsoft.com/office/officeart/2008/layout/CircularPictureCallout"/>
    <dgm:cxn modelId="{FB7A7EE8-9D56-0D45-A6CB-52A85C22C3BA}" type="presParOf" srcId="{ABC3B78D-EC34-DF46-91A1-FEFDD0D28D37}" destId="{660E8A56-3F5F-6F4F-A4DB-65146D953130}" srcOrd="9" destOrd="0" presId="urn:microsoft.com/office/officeart/2008/layout/CircularPictureCallout"/>
    <dgm:cxn modelId="{14AD78AA-508F-534B-8E99-B8E4A976D9BE}" type="presParOf" srcId="{ABC3B78D-EC34-DF46-91A1-FEFDD0D28D37}" destId="{E0FF9C91-D3D4-AA4A-91A9-2083A8F92568}" srcOrd="10" destOrd="0" presId="urn:microsoft.com/office/officeart/2008/layout/CircularPictureCallout"/>
    <dgm:cxn modelId="{5CCE8B3E-D1D4-9945-8831-09A6F46CB3D9}" type="presParOf" srcId="{E0FF9C91-D3D4-AA4A-91A9-2083A8F92568}" destId="{A60DA0CC-C2FF-4540-9286-FA77066D0232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5351EC-0AF1-0041-B534-C13B689EC8CB}" type="doc">
      <dgm:prSet loTypeId="urn:microsoft.com/office/officeart/2008/layout/PictureStrip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03327B31-981A-F249-859F-FB9FB61ACFFC}">
      <dgm:prSet/>
      <dgm:spPr/>
      <dgm:t>
        <a:bodyPr/>
        <a:lstStyle/>
        <a:p>
          <a:r>
            <a:rPr lang="es-CO"/>
            <a:t>ITU del  tracto urinario inferior (BAS, cistitis aguda) </a:t>
          </a:r>
        </a:p>
      </dgm:t>
    </dgm:pt>
    <dgm:pt modelId="{0DA96EC9-3AA8-F84F-A72B-141A25E0F11A}" type="parTrans" cxnId="{1DC35ADA-D81F-114C-BD9D-9089A557F564}">
      <dgm:prSet/>
      <dgm:spPr/>
      <dgm:t>
        <a:bodyPr/>
        <a:lstStyle/>
        <a:p>
          <a:endParaRPr lang="es-MX"/>
        </a:p>
      </dgm:t>
    </dgm:pt>
    <dgm:pt modelId="{96229954-6ED1-BA43-95D7-46942B20FF37}" type="sibTrans" cxnId="{1DC35ADA-D81F-114C-BD9D-9089A557F564}">
      <dgm:prSet/>
      <dgm:spPr/>
      <dgm:t>
        <a:bodyPr/>
        <a:lstStyle/>
        <a:p>
          <a:endParaRPr lang="es-MX"/>
        </a:p>
      </dgm:t>
    </dgm:pt>
    <dgm:pt modelId="{A812EB78-A8B4-0A4F-A4BB-A2BA79802935}">
      <dgm:prSet/>
      <dgm:spPr/>
      <dgm:t>
        <a:bodyPr/>
        <a:lstStyle/>
        <a:p>
          <a:r>
            <a:rPr lang="es-CO"/>
            <a:t>ITU del tracto urinario superior (pielonefritis aguda)</a:t>
          </a:r>
        </a:p>
      </dgm:t>
    </dgm:pt>
    <dgm:pt modelId="{CEBE81F9-CF35-7B44-A146-66C90BA67044}" type="parTrans" cxnId="{B42B1FA7-3CD6-B243-9D09-DBC29D91DDE5}">
      <dgm:prSet/>
      <dgm:spPr/>
      <dgm:t>
        <a:bodyPr/>
        <a:lstStyle/>
        <a:p>
          <a:endParaRPr lang="es-MX"/>
        </a:p>
      </dgm:t>
    </dgm:pt>
    <dgm:pt modelId="{F89603AB-824F-6F4C-883F-EDB5FF84314D}" type="sibTrans" cxnId="{B42B1FA7-3CD6-B243-9D09-DBC29D91DDE5}">
      <dgm:prSet/>
      <dgm:spPr/>
      <dgm:t>
        <a:bodyPr/>
        <a:lstStyle/>
        <a:p>
          <a:endParaRPr lang="es-MX"/>
        </a:p>
      </dgm:t>
    </dgm:pt>
    <dgm:pt modelId="{4E8A38A4-7732-AB4D-BF1F-079D3D9F0D9B}">
      <dgm:prSet/>
      <dgm:spPr/>
      <dgm:t>
        <a:bodyPr/>
        <a:lstStyle/>
        <a:p>
          <a:r>
            <a:rPr lang="es-CO"/>
            <a:t>todas se consideran complicadas </a:t>
          </a:r>
        </a:p>
      </dgm:t>
    </dgm:pt>
    <dgm:pt modelId="{2357B56C-C3EE-7647-AA0C-26E29E6EA088}" type="parTrans" cxnId="{3A3D2427-A831-9847-B5A0-D914DF083E8E}">
      <dgm:prSet/>
      <dgm:spPr/>
      <dgm:t>
        <a:bodyPr/>
        <a:lstStyle/>
        <a:p>
          <a:endParaRPr lang="es-MX"/>
        </a:p>
      </dgm:t>
    </dgm:pt>
    <dgm:pt modelId="{45478E90-B8B6-9C4D-A5B9-33499A8F287B}" type="sibTrans" cxnId="{3A3D2427-A831-9847-B5A0-D914DF083E8E}">
      <dgm:prSet/>
      <dgm:spPr/>
      <dgm:t>
        <a:bodyPr/>
        <a:lstStyle/>
        <a:p>
          <a:endParaRPr lang="es-MX"/>
        </a:p>
      </dgm:t>
    </dgm:pt>
    <dgm:pt modelId="{79F65C3D-7B36-024E-B45B-209F4ECB5095}">
      <dgm:prSet/>
      <dgm:spPr/>
      <dgm:t>
        <a:bodyPr/>
        <a:lstStyle/>
        <a:p>
          <a:r>
            <a:rPr lang="es-CO"/>
            <a:t>dilatación ureteral</a:t>
          </a:r>
        </a:p>
      </dgm:t>
    </dgm:pt>
    <dgm:pt modelId="{3142022C-9DC3-974C-8D72-DEB91D21CA76}" type="parTrans" cxnId="{A97936F3-733A-124A-8272-037B229185ED}">
      <dgm:prSet/>
      <dgm:spPr/>
      <dgm:t>
        <a:bodyPr/>
        <a:lstStyle/>
        <a:p>
          <a:endParaRPr lang="es-MX"/>
        </a:p>
      </dgm:t>
    </dgm:pt>
    <dgm:pt modelId="{EA107222-6B1B-5C46-ACB2-41813FCF5907}" type="sibTrans" cxnId="{A97936F3-733A-124A-8272-037B229185ED}">
      <dgm:prSet/>
      <dgm:spPr/>
      <dgm:t>
        <a:bodyPr/>
        <a:lstStyle/>
        <a:p>
          <a:endParaRPr lang="es-MX"/>
        </a:p>
      </dgm:t>
    </dgm:pt>
    <dgm:pt modelId="{E4FEEF0B-C710-B342-8CF1-915EA95F5F02}">
      <dgm:prSet/>
      <dgm:spPr/>
      <dgm:t>
        <a:bodyPr/>
        <a:lstStyle/>
        <a:p>
          <a:r>
            <a:rPr lang="es-CO"/>
            <a:t>estasis urinaria</a:t>
          </a:r>
        </a:p>
      </dgm:t>
    </dgm:pt>
    <dgm:pt modelId="{05EE4FE3-62FE-B249-A81B-08DD921DDF22}" type="parTrans" cxnId="{8BDE0351-5E87-0C4E-B1D2-E644A0CF9C46}">
      <dgm:prSet/>
      <dgm:spPr/>
      <dgm:t>
        <a:bodyPr/>
        <a:lstStyle/>
        <a:p>
          <a:endParaRPr lang="es-MX"/>
        </a:p>
      </dgm:t>
    </dgm:pt>
    <dgm:pt modelId="{15923712-ABE6-EE4E-ADA2-5193BE2D2506}" type="sibTrans" cxnId="{8BDE0351-5E87-0C4E-B1D2-E644A0CF9C46}">
      <dgm:prSet/>
      <dgm:spPr/>
      <dgm:t>
        <a:bodyPr/>
        <a:lstStyle/>
        <a:p>
          <a:endParaRPr lang="es-MX"/>
        </a:p>
      </dgm:t>
    </dgm:pt>
    <dgm:pt modelId="{8BF71164-F384-0F43-A1DD-F3890DBF8799}">
      <dgm:prSet/>
      <dgm:spPr/>
      <dgm:t>
        <a:bodyPr/>
        <a:lstStyle/>
        <a:p>
          <a:r>
            <a:rPr lang="es-CO"/>
            <a:t>reflujo vesicoureteral </a:t>
          </a:r>
        </a:p>
      </dgm:t>
    </dgm:pt>
    <dgm:pt modelId="{2F9105AF-0F76-3542-9B1D-CF6EDD05D44E}" type="parTrans" cxnId="{8F13A00B-CFD0-5C49-9F14-85B5F23A3554}">
      <dgm:prSet/>
      <dgm:spPr/>
      <dgm:t>
        <a:bodyPr/>
        <a:lstStyle/>
        <a:p>
          <a:endParaRPr lang="es-MX"/>
        </a:p>
      </dgm:t>
    </dgm:pt>
    <dgm:pt modelId="{0E54261B-D539-B943-9B19-CD27A2B21A7F}" type="sibTrans" cxnId="{8F13A00B-CFD0-5C49-9F14-85B5F23A3554}">
      <dgm:prSet/>
      <dgm:spPr/>
      <dgm:t>
        <a:bodyPr/>
        <a:lstStyle/>
        <a:p>
          <a:endParaRPr lang="es-MX"/>
        </a:p>
      </dgm:t>
    </dgm:pt>
    <dgm:pt modelId="{52DB4DAF-B671-8B40-AEFD-8F01BCA8B1F1}">
      <dgm:prSet/>
      <dgm:spPr/>
      <dgm:t>
        <a:bodyPr/>
        <a:lstStyle/>
        <a:p>
          <a:r>
            <a:rPr lang="es-CO"/>
            <a:t>disminución de la inmunidad local</a:t>
          </a:r>
        </a:p>
      </dgm:t>
    </dgm:pt>
    <dgm:pt modelId="{62A247FF-333F-D945-8A59-65DA945A8B45}" type="parTrans" cxnId="{97F87EF0-9908-9047-829B-294DCBEA544D}">
      <dgm:prSet/>
      <dgm:spPr/>
      <dgm:t>
        <a:bodyPr/>
        <a:lstStyle/>
        <a:p>
          <a:endParaRPr lang="es-MX"/>
        </a:p>
      </dgm:t>
    </dgm:pt>
    <dgm:pt modelId="{6A8FE797-7476-714E-8461-44FBC6048965}" type="sibTrans" cxnId="{97F87EF0-9908-9047-829B-294DCBEA544D}">
      <dgm:prSet/>
      <dgm:spPr/>
      <dgm:t>
        <a:bodyPr/>
        <a:lstStyle/>
        <a:p>
          <a:endParaRPr lang="es-MX"/>
        </a:p>
      </dgm:t>
    </dgm:pt>
    <dgm:pt modelId="{086874D2-1492-6F49-9862-AFDDBBDED073}" type="pres">
      <dgm:prSet presAssocID="{835351EC-0AF1-0041-B534-C13B689EC8CB}" presName="Name0" presStyleCnt="0">
        <dgm:presLayoutVars>
          <dgm:dir/>
          <dgm:resizeHandles val="exact"/>
        </dgm:presLayoutVars>
      </dgm:prSet>
      <dgm:spPr/>
    </dgm:pt>
    <dgm:pt modelId="{983DC211-8184-2248-A393-F9A8210B9976}" type="pres">
      <dgm:prSet presAssocID="{03327B31-981A-F249-859F-FB9FB61ACFFC}" presName="composite" presStyleCnt="0"/>
      <dgm:spPr/>
    </dgm:pt>
    <dgm:pt modelId="{0A4BD530-665C-AD43-8D99-20E1DB565FCC}" type="pres">
      <dgm:prSet presAssocID="{03327B31-981A-F249-859F-FB9FB61ACFFC}" presName="rect1" presStyleLbl="trAlignAcc1" presStyleIdx="0" presStyleCnt="3">
        <dgm:presLayoutVars>
          <dgm:bulletEnabled val="1"/>
        </dgm:presLayoutVars>
      </dgm:prSet>
      <dgm:spPr/>
    </dgm:pt>
    <dgm:pt modelId="{1EF89200-79E2-064C-816F-F56390CDE73B}" type="pres">
      <dgm:prSet presAssocID="{03327B31-981A-F249-859F-FB9FB61ACFFC}" presName="rect2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28107C9E-7922-0C4F-BB98-F1E97F709787}" type="pres">
      <dgm:prSet presAssocID="{96229954-6ED1-BA43-95D7-46942B20FF37}" presName="sibTrans" presStyleCnt="0"/>
      <dgm:spPr/>
    </dgm:pt>
    <dgm:pt modelId="{60D538CE-9082-6D44-B378-DBC1CD4A59FC}" type="pres">
      <dgm:prSet presAssocID="{A812EB78-A8B4-0A4F-A4BB-A2BA79802935}" presName="composite" presStyleCnt="0"/>
      <dgm:spPr/>
    </dgm:pt>
    <dgm:pt modelId="{2F857D0A-D153-A64E-8D69-716442F50C90}" type="pres">
      <dgm:prSet presAssocID="{A812EB78-A8B4-0A4F-A4BB-A2BA79802935}" presName="rect1" presStyleLbl="trAlignAcc1" presStyleIdx="1" presStyleCnt="3">
        <dgm:presLayoutVars>
          <dgm:bulletEnabled val="1"/>
        </dgm:presLayoutVars>
      </dgm:prSet>
      <dgm:spPr/>
    </dgm:pt>
    <dgm:pt modelId="{70BE8A88-F189-FE48-9337-CE29F2B5A753}" type="pres">
      <dgm:prSet presAssocID="{A812EB78-A8B4-0A4F-A4BB-A2BA79802935}" presName="rect2" presStyleLbl="fgImgPlace1" presStyleIdx="1" presStyleCnt="3" custScaleX="100372" custScaleY="73047" custLinFactNeighborX="3946" custLinFactNeighborY="-21847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</dgm:pt>
    <dgm:pt modelId="{15A185C3-B334-2D4F-82BB-5C80F9D6579B}" type="pres">
      <dgm:prSet presAssocID="{F89603AB-824F-6F4C-883F-EDB5FF84314D}" presName="sibTrans" presStyleCnt="0"/>
      <dgm:spPr/>
    </dgm:pt>
    <dgm:pt modelId="{3A03D5F6-ED12-0E4E-B22A-1DE4C31E5320}" type="pres">
      <dgm:prSet presAssocID="{4E8A38A4-7732-AB4D-BF1F-079D3D9F0D9B}" presName="composite" presStyleCnt="0"/>
      <dgm:spPr/>
    </dgm:pt>
    <dgm:pt modelId="{D60B25B3-1155-174D-B2A0-AD201BD063B8}" type="pres">
      <dgm:prSet presAssocID="{4E8A38A4-7732-AB4D-BF1F-079D3D9F0D9B}" presName="rect1" presStyleLbl="trAlignAcc1" presStyleIdx="2" presStyleCnt="3">
        <dgm:presLayoutVars>
          <dgm:bulletEnabled val="1"/>
        </dgm:presLayoutVars>
      </dgm:prSet>
      <dgm:spPr/>
    </dgm:pt>
    <dgm:pt modelId="{32CCD4DE-3A7C-A643-8EFC-EDDEF0D9B4FF}" type="pres">
      <dgm:prSet presAssocID="{4E8A38A4-7732-AB4D-BF1F-079D3D9F0D9B}" presName="rect2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3000" r="-73000"/>
          </a:stretch>
        </a:blipFill>
      </dgm:spPr>
    </dgm:pt>
  </dgm:ptLst>
  <dgm:cxnLst>
    <dgm:cxn modelId="{8F13A00B-CFD0-5C49-9F14-85B5F23A3554}" srcId="{4E8A38A4-7732-AB4D-BF1F-079D3D9F0D9B}" destId="{8BF71164-F384-0F43-A1DD-F3890DBF8799}" srcOrd="2" destOrd="0" parTransId="{2F9105AF-0F76-3542-9B1D-CF6EDD05D44E}" sibTransId="{0E54261B-D539-B943-9B19-CD27A2B21A7F}"/>
    <dgm:cxn modelId="{3A3D2427-A831-9847-B5A0-D914DF083E8E}" srcId="{835351EC-0AF1-0041-B534-C13B689EC8CB}" destId="{4E8A38A4-7732-AB4D-BF1F-079D3D9F0D9B}" srcOrd="2" destOrd="0" parTransId="{2357B56C-C3EE-7647-AA0C-26E29E6EA088}" sibTransId="{45478E90-B8B6-9C4D-A5B9-33499A8F287B}"/>
    <dgm:cxn modelId="{F09FDE36-8B27-C046-8FB3-1DBCDE0BDD64}" type="presOf" srcId="{A812EB78-A8B4-0A4F-A4BB-A2BA79802935}" destId="{2F857D0A-D153-A64E-8D69-716442F50C90}" srcOrd="0" destOrd="0" presId="urn:microsoft.com/office/officeart/2008/layout/PictureStrips"/>
    <dgm:cxn modelId="{EA52E73D-25F4-1749-8A0F-1FDDF2394C24}" type="presOf" srcId="{8BF71164-F384-0F43-A1DD-F3890DBF8799}" destId="{D60B25B3-1155-174D-B2A0-AD201BD063B8}" srcOrd="0" destOrd="3" presId="urn:microsoft.com/office/officeart/2008/layout/PictureStrips"/>
    <dgm:cxn modelId="{6DD65C40-1FCA-C145-BCA3-B7B247A8D355}" type="presOf" srcId="{52DB4DAF-B671-8B40-AEFD-8F01BCA8B1F1}" destId="{D60B25B3-1155-174D-B2A0-AD201BD063B8}" srcOrd="0" destOrd="4" presId="urn:microsoft.com/office/officeart/2008/layout/PictureStrips"/>
    <dgm:cxn modelId="{8BDE0351-5E87-0C4E-B1D2-E644A0CF9C46}" srcId="{4E8A38A4-7732-AB4D-BF1F-079D3D9F0D9B}" destId="{E4FEEF0B-C710-B342-8CF1-915EA95F5F02}" srcOrd="1" destOrd="0" parTransId="{05EE4FE3-62FE-B249-A81B-08DD921DDF22}" sibTransId="{15923712-ABE6-EE4E-ADA2-5193BE2D2506}"/>
    <dgm:cxn modelId="{0FDD515C-C73B-104B-A67F-54AF923274F4}" type="presOf" srcId="{03327B31-981A-F249-859F-FB9FB61ACFFC}" destId="{0A4BD530-665C-AD43-8D99-20E1DB565FCC}" srcOrd="0" destOrd="0" presId="urn:microsoft.com/office/officeart/2008/layout/PictureStrips"/>
    <dgm:cxn modelId="{1ADAA862-E3ED-FD46-ABDE-3ED9EF0DDCFC}" type="presOf" srcId="{E4FEEF0B-C710-B342-8CF1-915EA95F5F02}" destId="{D60B25B3-1155-174D-B2A0-AD201BD063B8}" srcOrd="0" destOrd="2" presId="urn:microsoft.com/office/officeart/2008/layout/PictureStrips"/>
    <dgm:cxn modelId="{1FDC1371-8EAE-9141-8122-7C133D9BA57A}" type="presOf" srcId="{79F65C3D-7B36-024E-B45B-209F4ECB5095}" destId="{D60B25B3-1155-174D-B2A0-AD201BD063B8}" srcOrd="0" destOrd="1" presId="urn:microsoft.com/office/officeart/2008/layout/PictureStrips"/>
    <dgm:cxn modelId="{E69A147C-5912-F54B-AB9F-4328F6E2C3F4}" type="presOf" srcId="{4E8A38A4-7732-AB4D-BF1F-079D3D9F0D9B}" destId="{D60B25B3-1155-174D-B2A0-AD201BD063B8}" srcOrd="0" destOrd="0" presId="urn:microsoft.com/office/officeart/2008/layout/PictureStrips"/>
    <dgm:cxn modelId="{B42B1FA7-3CD6-B243-9D09-DBC29D91DDE5}" srcId="{835351EC-0AF1-0041-B534-C13B689EC8CB}" destId="{A812EB78-A8B4-0A4F-A4BB-A2BA79802935}" srcOrd="1" destOrd="0" parTransId="{CEBE81F9-CF35-7B44-A146-66C90BA67044}" sibTransId="{F89603AB-824F-6F4C-883F-EDB5FF84314D}"/>
    <dgm:cxn modelId="{A649FAAA-CEFD-3C4B-8246-D590CF26D182}" type="presOf" srcId="{835351EC-0AF1-0041-B534-C13B689EC8CB}" destId="{086874D2-1492-6F49-9862-AFDDBBDED073}" srcOrd="0" destOrd="0" presId="urn:microsoft.com/office/officeart/2008/layout/PictureStrips"/>
    <dgm:cxn modelId="{1DC35ADA-D81F-114C-BD9D-9089A557F564}" srcId="{835351EC-0AF1-0041-B534-C13B689EC8CB}" destId="{03327B31-981A-F249-859F-FB9FB61ACFFC}" srcOrd="0" destOrd="0" parTransId="{0DA96EC9-3AA8-F84F-A72B-141A25E0F11A}" sibTransId="{96229954-6ED1-BA43-95D7-46942B20FF37}"/>
    <dgm:cxn modelId="{97F87EF0-9908-9047-829B-294DCBEA544D}" srcId="{4E8A38A4-7732-AB4D-BF1F-079D3D9F0D9B}" destId="{52DB4DAF-B671-8B40-AEFD-8F01BCA8B1F1}" srcOrd="3" destOrd="0" parTransId="{62A247FF-333F-D945-8A59-65DA945A8B45}" sibTransId="{6A8FE797-7476-714E-8461-44FBC6048965}"/>
    <dgm:cxn modelId="{A97936F3-733A-124A-8272-037B229185ED}" srcId="{4E8A38A4-7732-AB4D-BF1F-079D3D9F0D9B}" destId="{79F65C3D-7B36-024E-B45B-209F4ECB5095}" srcOrd="0" destOrd="0" parTransId="{3142022C-9DC3-974C-8D72-DEB91D21CA76}" sibTransId="{EA107222-6B1B-5C46-ACB2-41813FCF5907}"/>
    <dgm:cxn modelId="{024C3C45-D142-A249-93ED-456185582B75}" type="presParOf" srcId="{086874D2-1492-6F49-9862-AFDDBBDED073}" destId="{983DC211-8184-2248-A393-F9A8210B9976}" srcOrd="0" destOrd="0" presId="urn:microsoft.com/office/officeart/2008/layout/PictureStrips"/>
    <dgm:cxn modelId="{0E7D156B-BBA2-4741-8FC3-1ED1A3474D95}" type="presParOf" srcId="{983DC211-8184-2248-A393-F9A8210B9976}" destId="{0A4BD530-665C-AD43-8D99-20E1DB565FCC}" srcOrd="0" destOrd="0" presId="urn:microsoft.com/office/officeart/2008/layout/PictureStrips"/>
    <dgm:cxn modelId="{11B6D6E1-399B-1448-98F2-EEA4EDF2C683}" type="presParOf" srcId="{983DC211-8184-2248-A393-F9A8210B9976}" destId="{1EF89200-79E2-064C-816F-F56390CDE73B}" srcOrd="1" destOrd="0" presId="urn:microsoft.com/office/officeart/2008/layout/PictureStrips"/>
    <dgm:cxn modelId="{5035455B-3E93-E144-B031-00210B698C99}" type="presParOf" srcId="{086874D2-1492-6F49-9862-AFDDBBDED073}" destId="{28107C9E-7922-0C4F-BB98-F1E97F709787}" srcOrd="1" destOrd="0" presId="urn:microsoft.com/office/officeart/2008/layout/PictureStrips"/>
    <dgm:cxn modelId="{906571F8-1847-6E47-8FC2-073A58DC7FE1}" type="presParOf" srcId="{086874D2-1492-6F49-9862-AFDDBBDED073}" destId="{60D538CE-9082-6D44-B378-DBC1CD4A59FC}" srcOrd="2" destOrd="0" presId="urn:microsoft.com/office/officeart/2008/layout/PictureStrips"/>
    <dgm:cxn modelId="{EA181FB1-4BB0-7244-8AD9-44B0BB766F70}" type="presParOf" srcId="{60D538CE-9082-6D44-B378-DBC1CD4A59FC}" destId="{2F857D0A-D153-A64E-8D69-716442F50C90}" srcOrd="0" destOrd="0" presId="urn:microsoft.com/office/officeart/2008/layout/PictureStrips"/>
    <dgm:cxn modelId="{9D5E8D54-B888-E444-B3E2-13B3163910DB}" type="presParOf" srcId="{60D538CE-9082-6D44-B378-DBC1CD4A59FC}" destId="{70BE8A88-F189-FE48-9337-CE29F2B5A753}" srcOrd="1" destOrd="0" presId="urn:microsoft.com/office/officeart/2008/layout/PictureStrips"/>
    <dgm:cxn modelId="{17A79B0C-801C-F146-AB28-5DBCDE3E41BD}" type="presParOf" srcId="{086874D2-1492-6F49-9862-AFDDBBDED073}" destId="{15A185C3-B334-2D4F-82BB-5C80F9D6579B}" srcOrd="3" destOrd="0" presId="urn:microsoft.com/office/officeart/2008/layout/PictureStrips"/>
    <dgm:cxn modelId="{6AE13C12-69DB-F849-9E46-F106D23598AA}" type="presParOf" srcId="{086874D2-1492-6F49-9862-AFDDBBDED073}" destId="{3A03D5F6-ED12-0E4E-B22A-1DE4C31E5320}" srcOrd="4" destOrd="0" presId="urn:microsoft.com/office/officeart/2008/layout/PictureStrips"/>
    <dgm:cxn modelId="{A6EDF96F-4F2A-1D45-AE13-C059455DAEC1}" type="presParOf" srcId="{3A03D5F6-ED12-0E4E-B22A-1DE4C31E5320}" destId="{D60B25B3-1155-174D-B2A0-AD201BD063B8}" srcOrd="0" destOrd="0" presId="urn:microsoft.com/office/officeart/2008/layout/PictureStrips"/>
    <dgm:cxn modelId="{F921BD36-2DD4-BB40-BFDB-A6E4BA63AECC}" type="presParOf" srcId="{3A03D5F6-ED12-0E4E-B22A-1DE4C31E5320}" destId="{32CCD4DE-3A7C-A643-8EFC-EDDEF0D9B4FF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64B8E9-68CA-4C4F-9F20-0E6125814DBE}" type="doc">
      <dgm:prSet loTypeId="urn:microsoft.com/office/officeart/2005/8/layout/cycle6" loCatId="cycle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s-MX"/>
        </a:p>
      </dgm:t>
    </dgm:pt>
    <dgm:pt modelId="{80F258F7-2BC1-7A4F-80E7-897028DAD710}">
      <dgm:prSet/>
      <dgm:spPr/>
      <dgm:t>
        <a:bodyPr/>
        <a:lstStyle/>
        <a:p>
          <a:r>
            <a:rPr lang="es-CO"/>
            <a:t>historia previa de ITU</a:t>
          </a:r>
        </a:p>
      </dgm:t>
    </dgm:pt>
    <dgm:pt modelId="{115EEDBB-C3AC-7748-A45B-D0EFB7399655}" type="parTrans" cxnId="{F21C0CDB-9FBE-7248-A426-2A694B2364A9}">
      <dgm:prSet/>
      <dgm:spPr/>
      <dgm:t>
        <a:bodyPr/>
        <a:lstStyle/>
        <a:p>
          <a:endParaRPr lang="es-MX"/>
        </a:p>
      </dgm:t>
    </dgm:pt>
    <dgm:pt modelId="{3DDF46CB-D345-8B4F-9F23-621F2981092C}" type="sibTrans" cxnId="{F21C0CDB-9FBE-7248-A426-2A694B2364A9}">
      <dgm:prSet/>
      <dgm:spPr/>
      <dgm:t>
        <a:bodyPr/>
        <a:lstStyle/>
        <a:p>
          <a:endParaRPr lang="es-MX"/>
        </a:p>
      </dgm:t>
    </dgm:pt>
    <dgm:pt modelId="{18884464-1250-C24F-9744-D10D0B2FD644}">
      <dgm:prSet/>
      <dgm:spPr/>
      <dgm:t>
        <a:bodyPr/>
        <a:lstStyle/>
        <a:p>
          <a:r>
            <a:rPr lang="es-CO"/>
            <a:t>diabetes mellitus</a:t>
          </a:r>
        </a:p>
      </dgm:t>
    </dgm:pt>
    <dgm:pt modelId="{7378509E-6D66-224C-AA34-D919C6F92EC1}" type="parTrans" cxnId="{322684FA-80CE-1649-9985-BBE009EA4776}">
      <dgm:prSet/>
      <dgm:spPr/>
      <dgm:t>
        <a:bodyPr/>
        <a:lstStyle/>
        <a:p>
          <a:endParaRPr lang="es-MX"/>
        </a:p>
      </dgm:t>
    </dgm:pt>
    <dgm:pt modelId="{1B30971A-3B7F-3D4C-B081-00A696D137D2}" type="sibTrans" cxnId="{322684FA-80CE-1649-9985-BBE009EA4776}">
      <dgm:prSet/>
      <dgm:spPr/>
      <dgm:t>
        <a:bodyPr/>
        <a:lstStyle/>
        <a:p>
          <a:endParaRPr lang="es-MX"/>
        </a:p>
      </dgm:t>
    </dgm:pt>
    <dgm:pt modelId="{C4FF6C60-3EE7-5348-8A52-C4AA16B895E8}">
      <dgm:prSet/>
      <dgm:spPr/>
      <dgm:t>
        <a:bodyPr/>
        <a:lstStyle/>
        <a:p>
          <a:r>
            <a:rPr lang="es-CO"/>
            <a:t>Obesidad</a:t>
          </a:r>
        </a:p>
      </dgm:t>
    </dgm:pt>
    <dgm:pt modelId="{85FD66A1-DE45-D749-AA3D-8198ECD78F8F}" type="parTrans" cxnId="{F3F8615B-71E1-094A-BB52-BB4EB5AFC4C9}">
      <dgm:prSet/>
      <dgm:spPr/>
      <dgm:t>
        <a:bodyPr/>
        <a:lstStyle/>
        <a:p>
          <a:endParaRPr lang="es-MX"/>
        </a:p>
      </dgm:t>
    </dgm:pt>
    <dgm:pt modelId="{BBC7964C-4CEB-1249-9A7B-875B9F3455D5}" type="sibTrans" cxnId="{F3F8615B-71E1-094A-BB52-BB4EB5AFC4C9}">
      <dgm:prSet/>
      <dgm:spPr/>
      <dgm:t>
        <a:bodyPr/>
        <a:lstStyle/>
        <a:p>
          <a:endParaRPr lang="es-MX"/>
        </a:p>
      </dgm:t>
    </dgm:pt>
    <dgm:pt modelId="{406966D2-8BCC-1B41-A65E-305B384D043E}">
      <dgm:prSet/>
      <dgm:spPr/>
      <dgm:t>
        <a:bodyPr/>
        <a:lstStyle/>
        <a:p>
          <a:r>
            <a:rPr lang="es-CO"/>
            <a:t>edad materna joven</a:t>
          </a:r>
        </a:p>
      </dgm:t>
    </dgm:pt>
    <dgm:pt modelId="{44AA9768-5374-794A-A022-38B5620290B7}" type="parTrans" cxnId="{6F78C8E2-E1CB-BE4B-8070-4308BC8E9F3A}">
      <dgm:prSet/>
      <dgm:spPr/>
      <dgm:t>
        <a:bodyPr/>
        <a:lstStyle/>
        <a:p>
          <a:endParaRPr lang="es-MX"/>
        </a:p>
      </dgm:t>
    </dgm:pt>
    <dgm:pt modelId="{F55C9163-8E7B-A549-89A1-4C8EC238DB0E}" type="sibTrans" cxnId="{6F78C8E2-E1CB-BE4B-8070-4308BC8E9F3A}">
      <dgm:prSet/>
      <dgm:spPr/>
      <dgm:t>
        <a:bodyPr/>
        <a:lstStyle/>
        <a:p>
          <a:endParaRPr lang="es-MX"/>
        </a:p>
      </dgm:t>
    </dgm:pt>
    <dgm:pt modelId="{7C838B47-95AE-BC47-98B8-5ADB7E748C31}">
      <dgm:prSet/>
      <dgm:spPr/>
      <dgm:t>
        <a:bodyPr/>
        <a:lstStyle/>
        <a:p>
          <a:r>
            <a:rPr lang="es-CO"/>
            <a:t>bajo nivel socioeconómico </a:t>
          </a:r>
        </a:p>
      </dgm:t>
    </dgm:pt>
    <dgm:pt modelId="{E25B407C-6BBC-774E-8087-BA2A54EAD0F1}" type="parTrans" cxnId="{C9929B79-44E6-D747-8162-D2130CF7FCEC}">
      <dgm:prSet/>
      <dgm:spPr/>
      <dgm:t>
        <a:bodyPr/>
        <a:lstStyle/>
        <a:p>
          <a:endParaRPr lang="es-MX"/>
        </a:p>
      </dgm:t>
    </dgm:pt>
    <dgm:pt modelId="{DC65F87A-E9EF-B84D-B421-2F5117F94C83}" type="sibTrans" cxnId="{C9929B79-44E6-D747-8162-D2130CF7FCEC}">
      <dgm:prSet/>
      <dgm:spPr/>
      <dgm:t>
        <a:bodyPr/>
        <a:lstStyle/>
        <a:p>
          <a:endParaRPr lang="es-MX"/>
        </a:p>
      </dgm:t>
    </dgm:pt>
    <dgm:pt modelId="{C2A6A59B-9991-3446-8431-65D749F388BF}" type="pres">
      <dgm:prSet presAssocID="{DB64B8E9-68CA-4C4F-9F20-0E6125814DBE}" presName="cycle" presStyleCnt="0">
        <dgm:presLayoutVars>
          <dgm:dir/>
          <dgm:resizeHandles val="exact"/>
        </dgm:presLayoutVars>
      </dgm:prSet>
      <dgm:spPr/>
    </dgm:pt>
    <dgm:pt modelId="{99F36687-7811-E84C-9216-0A700AF4186D}" type="pres">
      <dgm:prSet presAssocID="{80F258F7-2BC1-7A4F-80E7-897028DAD710}" presName="node" presStyleLbl="node1" presStyleIdx="0" presStyleCnt="5">
        <dgm:presLayoutVars>
          <dgm:bulletEnabled val="1"/>
        </dgm:presLayoutVars>
      </dgm:prSet>
      <dgm:spPr/>
    </dgm:pt>
    <dgm:pt modelId="{55552619-963A-764F-9AFE-24E51CC797DD}" type="pres">
      <dgm:prSet presAssocID="{80F258F7-2BC1-7A4F-80E7-897028DAD710}" presName="spNode" presStyleCnt="0"/>
      <dgm:spPr/>
    </dgm:pt>
    <dgm:pt modelId="{DA69EB97-12BE-0B4B-862B-567E021F5268}" type="pres">
      <dgm:prSet presAssocID="{3DDF46CB-D345-8B4F-9F23-621F2981092C}" presName="sibTrans" presStyleLbl="sibTrans1D1" presStyleIdx="0" presStyleCnt="5"/>
      <dgm:spPr/>
    </dgm:pt>
    <dgm:pt modelId="{7711C557-E115-4C4D-AEA3-0829DB1343AE}" type="pres">
      <dgm:prSet presAssocID="{18884464-1250-C24F-9744-D10D0B2FD644}" presName="node" presStyleLbl="node1" presStyleIdx="1" presStyleCnt="5">
        <dgm:presLayoutVars>
          <dgm:bulletEnabled val="1"/>
        </dgm:presLayoutVars>
      </dgm:prSet>
      <dgm:spPr/>
    </dgm:pt>
    <dgm:pt modelId="{4A24ABCA-04C8-5C46-ADBA-99A2C74A4B95}" type="pres">
      <dgm:prSet presAssocID="{18884464-1250-C24F-9744-D10D0B2FD644}" presName="spNode" presStyleCnt="0"/>
      <dgm:spPr/>
    </dgm:pt>
    <dgm:pt modelId="{18BA4781-DFAE-A648-B95D-89CE9CBA0A86}" type="pres">
      <dgm:prSet presAssocID="{1B30971A-3B7F-3D4C-B081-00A696D137D2}" presName="sibTrans" presStyleLbl="sibTrans1D1" presStyleIdx="1" presStyleCnt="5"/>
      <dgm:spPr/>
    </dgm:pt>
    <dgm:pt modelId="{719B54FF-1EA7-F448-B8DA-8444D756AE71}" type="pres">
      <dgm:prSet presAssocID="{C4FF6C60-3EE7-5348-8A52-C4AA16B895E8}" presName="node" presStyleLbl="node1" presStyleIdx="2" presStyleCnt="5">
        <dgm:presLayoutVars>
          <dgm:bulletEnabled val="1"/>
        </dgm:presLayoutVars>
      </dgm:prSet>
      <dgm:spPr/>
    </dgm:pt>
    <dgm:pt modelId="{C9889D6D-4605-2741-BE77-7E0C56BAA60A}" type="pres">
      <dgm:prSet presAssocID="{C4FF6C60-3EE7-5348-8A52-C4AA16B895E8}" presName="spNode" presStyleCnt="0"/>
      <dgm:spPr/>
    </dgm:pt>
    <dgm:pt modelId="{6945C9FC-EE8A-1F4D-ADCF-B086056FD3A8}" type="pres">
      <dgm:prSet presAssocID="{BBC7964C-4CEB-1249-9A7B-875B9F3455D5}" presName="sibTrans" presStyleLbl="sibTrans1D1" presStyleIdx="2" presStyleCnt="5"/>
      <dgm:spPr/>
    </dgm:pt>
    <dgm:pt modelId="{5F00AE66-CF16-534E-AE64-7A31BE20FD43}" type="pres">
      <dgm:prSet presAssocID="{406966D2-8BCC-1B41-A65E-305B384D043E}" presName="node" presStyleLbl="node1" presStyleIdx="3" presStyleCnt="5">
        <dgm:presLayoutVars>
          <dgm:bulletEnabled val="1"/>
        </dgm:presLayoutVars>
      </dgm:prSet>
      <dgm:spPr/>
    </dgm:pt>
    <dgm:pt modelId="{6578EB7E-A865-7446-AD75-5A167D4877B7}" type="pres">
      <dgm:prSet presAssocID="{406966D2-8BCC-1B41-A65E-305B384D043E}" presName="spNode" presStyleCnt="0"/>
      <dgm:spPr/>
    </dgm:pt>
    <dgm:pt modelId="{CFE03154-321A-314B-B025-C258D96E953A}" type="pres">
      <dgm:prSet presAssocID="{F55C9163-8E7B-A549-89A1-4C8EC238DB0E}" presName="sibTrans" presStyleLbl="sibTrans1D1" presStyleIdx="3" presStyleCnt="5"/>
      <dgm:spPr/>
    </dgm:pt>
    <dgm:pt modelId="{DA592CB2-7AB0-5548-9F33-C7AE7AF5FB9F}" type="pres">
      <dgm:prSet presAssocID="{7C838B47-95AE-BC47-98B8-5ADB7E748C31}" presName="node" presStyleLbl="node1" presStyleIdx="4" presStyleCnt="5">
        <dgm:presLayoutVars>
          <dgm:bulletEnabled val="1"/>
        </dgm:presLayoutVars>
      </dgm:prSet>
      <dgm:spPr/>
    </dgm:pt>
    <dgm:pt modelId="{3F8271F2-F335-A84A-806B-1911DEC94190}" type="pres">
      <dgm:prSet presAssocID="{7C838B47-95AE-BC47-98B8-5ADB7E748C31}" presName="spNode" presStyleCnt="0"/>
      <dgm:spPr/>
    </dgm:pt>
    <dgm:pt modelId="{89CC61FC-83FB-8142-98CC-54E92AA56854}" type="pres">
      <dgm:prSet presAssocID="{DC65F87A-E9EF-B84D-B421-2F5117F94C83}" presName="sibTrans" presStyleLbl="sibTrans1D1" presStyleIdx="4" presStyleCnt="5"/>
      <dgm:spPr/>
    </dgm:pt>
  </dgm:ptLst>
  <dgm:cxnLst>
    <dgm:cxn modelId="{56816417-25CD-8C4D-AF91-7375D89DEC0D}" type="presOf" srcId="{BBC7964C-4CEB-1249-9A7B-875B9F3455D5}" destId="{6945C9FC-EE8A-1F4D-ADCF-B086056FD3A8}" srcOrd="0" destOrd="0" presId="urn:microsoft.com/office/officeart/2005/8/layout/cycle6"/>
    <dgm:cxn modelId="{6E0A3040-A96B-0B4A-A438-2FEBAA78F9A0}" type="presOf" srcId="{3DDF46CB-D345-8B4F-9F23-621F2981092C}" destId="{DA69EB97-12BE-0B4B-862B-567E021F5268}" srcOrd="0" destOrd="0" presId="urn:microsoft.com/office/officeart/2005/8/layout/cycle6"/>
    <dgm:cxn modelId="{F3F8615B-71E1-094A-BB52-BB4EB5AFC4C9}" srcId="{DB64B8E9-68CA-4C4F-9F20-0E6125814DBE}" destId="{C4FF6C60-3EE7-5348-8A52-C4AA16B895E8}" srcOrd="2" destOrd="0" parTransId="{85FD66A1-DE45-D749-AA3D-8198ECD78F8F}" sibTransId="{BBC7964C-4CEB-1249-9A7B-875B9F3455D5}"/>
    <dgm:cxn modelId="{BBA0A462-8BB0-114E-B4D1-D6DC8374D981}" type="presOf" srcId="{DB64B8E9-68CA-4C4F-9F20-0E6125814DBE}" destId="{C2A6A59B-9991-3446-8431-65D749F388BF}" srcOrd="0" destOrd="0" presId="urn:microsoft.com/office/officeart/2005/8/layout/cycle6"/>
    <dgm:cxn modelId="{C9929B79-44E6-D747-8162-D2130CF7FCEC}" srcId="{DB64B8E9-68CA-4C4F-9F20-0E6125814DBE}" destId="{7C838B47-95AE-BC47-98B8-5ADB7E748C31}" srcOrd="4" destOrd="0" parTransId="{E25B407C-6BBC-774E-8087-BA2A54EAD0F1}" sibTransId="{DC65F87A-E9EF-B84D-B421-2F5117F94C83}"/>
    <dgm:cxn modelId="{388DDB7F-52DE-DE4A-9313-B5C56AAD5DF4}" type="presOf" srcId="{1B30971A-3B7F-3D4C-B081-00A696D137D2}" destId="{18BA4781-DFAE-A648-B95D-89CE9CBA0A86}" srcOrd="0" destOrd="0" presId="urn:microsoft.com/office/officeart/2005/8/layout/cycle6"/>
    <dgm:cxn modelId="{19AB9C8A-22BD-A54F-9FDA-BD676014F829}" type="presOf" srcId="{80F258F7-2BC1-7A4F-80E7-897028DAD710}" destId="{99F36687-7811-E84C-9216-0A700AF4186D}" srcOrd="0" destOrd="0" presId="urn:microsoft.com/office/officeart/2005/8/layout/cycle6"/>
    <dgm:cxn modelId="{CF4ED594-F984-8D45-B289-DF003D7FC98D}" type="presOf" srcId="{DC65F87A-E9EF-B84D-B421-2F5117F94C83}" destId="{89CC61FC-83FB-8142-98CC-54E92AA56854}" srcOrd="0" destOrd="0" presId="urn:microsoft.com/office/officeart/2005/8/layout/cycle6"/>
    <dgm:cxn modelId="{88E59D95-5214-8446-B2C6-72E494A8B80C}" type="presOf" srcId="{406966D2-8BCC-1B41-A65E-305B384D043E}" destId="{5F00AE66-CF16-534E-AE64-7A31BE20FD43}" srcOrd="0" destOrd="0" presId="urn:microsoft.com/office/officeart/2005/8/layout/cycle6"/>
    <dgm:cxn modelId="{BADE78B1-B8CB-E640-AC56-24C75E9D0272}" type="presOf" srcId="{7C838B47-95AE-BC47-98B8-5ADB7E748C31}" destId="{DA592CB2-7AB0-5548-9F33-C7AE7AF5FB9F}" srcOrd="0" destOrd="0" presId="urn:microsoft.com/office/officeart/2005/8/layout/cycle6"/>
    <dgm:cxn modelId="{81C9D6B6-88EB-524E-94D8-250F435956E7}" type="presOf" srcId="{C4FF6C60-3EE7-5348-8A52-C4AA16B895E8}" destId="{719B54FF-1EA7-F448-B8DA-8444D756AE71}" srcOrd="0" destOrd="0" presId="urn:microsoft.com/office/officeart/2005/8/layout/cycle6"/>
    <dgm:cxn modelId="{2E325AC8-2448-0D41-ACD7-4294928445E5}" type="presOf" srcId="{18884464-1250-C24F-9744-D10D0B2FD644}" destId="{7711C557-E115-4C4D-AEA3-0829DB1343AE}" srcOrd="0" destOrd="0" presId="urn:microsoft.com/office/officeart/2005/8/layout/cycle6"/>
    <dgm:cxn modelId="{F21C0CDB-9FBE-7248-A426-2A694B2364A9}" srcId="{DB64B8E9-68CA-4C4F-9F20-0E6125814DBE}" destId="{80F258F7-2BC1-7A4F-80E7-897028DAD710}" srcOrd="0" destOrd="0" parTransId="{115EEDBB-C3AC-7748-A45B-D0EFB7399655}" sibTransId="{3DDF46CB-D345-8B4F-9F23-621F2981092C}"/>
    <dgm:cxn modelId="{6F78C8E2-E1CB-BE4B-8070-4308BC8E9F3A}" srcId="{DB64B8E9-68CA-4C4F-9F20-0E6125814DBE}" destId="{406966D2-8BCC-1B41-A65E-305B384D043E}" srcOrd="3" destOrd="0" parTransId="{44AA9768-5374-794A-A022-38B5620290B7}" sibTransId="{F55C9163-8E7B-A549-89A1-4C8EC238DB0E}"/>
    <dgm:cxn modelId="{A3911CF6-3C4E-434C-B1DF-A604D18295F9}" type="presOf" srcId="{F55C9163-8E7B-A549-89A1-4C8EC238DB0E}" destId="{CFE03154-321A-314B-B025-C258D96E953A}" srcOrd="0" destOrd="0" presId="urn:microsoft.com/office/officeart/2005/8/layout/cycle6"/>
    <dgm:cxn modelId="{322684FA-80CE-1649-9985-BBE009EA4776}" srcId="{DB64B8E9-68CA-4C4F-9F20-0E6125814DBE}" destId="{18884464-1250-C24F-9744-D10D0B2FD644}" srcOrd="1" destOrd="0" parTransId="{7378509E-6D66-224C-AA34-D919C6F92EC1}" sibTransId="{1B30971A-3B7F-3D4C-B081-00A696D137D2}"/>
    <dgm:cxn modelId="{5A978A05-8DA1-3C44-AF92-3D7CAF5138B4}" type="presParOf" srcId="{C2A6A59B-9991-3446-8431-65D749F388BF}" destId="{99F36687-7811-E84C-9216-0A700AF4186D}" srcOrd="0" destOrd="0" presId="urn:microsoft.com/office/officeart/2005/8/layout/cycle6"/>
    <dgm:cxn modelId="{6E90D625-42CD-D84E-AF42-E34BBBDC03EE}" type="presParOf" srcId="{C2A6A59B-9991-3446-8431-65D749F388BF}" destId="{55552619-963A-764F-9AFE-24E51CC797DD}" srcOrd="1" destOrd="0" presId="urn:microsoft.com/office/officeart/2005/8/layout/cycle6"/>
    <dgm:cxn modelId="{12D17464-B1DB-764D-99EB-F76F8B1E7C88}" type="presParOf" srcId="{C2A6A59B-9991-3446-8431-65D749F388BF}" destId="{DA69EB97-12BE-0B4B-862B-567E021F5268}" srcOrd="2" destOrd="0" presId="urn:microsoft.com/office/officeart/2005/8/layout/cycle6"/>
    <dgm:cxn modelId="{9458C369-563F-1E4F-8EE9-9897F37F8BEE}" type="presParOf" srcId="{C2A6A59B-9991-3446-8431-65D749F388BF}" destId="{7711C557-E115-4C4D-AEA3-0829DB1343AE}" srcOrd="3" destOrd="0" presId="urn:microsoft.com/office/officeart/2005/8/layout/cycle6"/>
    <dgm:cxn modelId="{0FF69EF4-A86E-DE4D-814B-C38540182A6E}" type="presParOf" srcId="{C2A6A59B-9991-3446-8431-65D749F388BF}" destId="{4A24ABCA-04C8-5C46-ADBA-99A2C74A4B95}" srcOrd="4" destOrd="0" presId="urn:microsoft.com/office/officeart/2005/8/layout/cycle6"/>
    <dgm:cxn modelId="{186438AB-C67D-6B4E-843F-19CB796EFA7B}" type="presParOf" srcId="{C2A6A59B-9991-3446-8431-65D749F388BF}" destId="{18BA4781-DFAE-A648-B95D-89CE9CBA0A86}" srcOrd="5" destOrd="0" presId="urn:microsoft.com/office/officeart/2005/8/layout/cycle6"/>
    <dgm:cxn modelId="{E090A96D-0A3C-474A-AE74-B610D77AC4A1}" type="presParOf" srcId="{C2A6A59B-9991-3446-8431-65D749F388BF}" destId="{719B54FF-1EA7-F448-B8DA-8444D756AE71}" srcOrd="6" destOrd="0" presId="urn:microsoft.com/office/officeart/2005/8/layout/cycle6"/>
    <dgm:cxn modelId="{5EC664F0-E882-9D4C-8937-B8B0B2D72248}" type="presParOf" srcId="{C2A6A59B-9991-3446-8431-65D749F388BF}" destId="{C9889D6D-4605-2741-BE77-7E0C56BAA60A}" srcOrd="7" destOrd="0" presId="urn:microsoft.com/office/officeart/2005/8/layout/cycle6"/>
    <dgm:cxn modelId="{A0EC7AFA-5E8E-474D-A022-9BB77A4D0138}" type="presParOf" srcId="{C2A6A59B-9991-3446-8431-65D749F388BF}" destId="{6945C9FC-EE8A-1F4D-ADCF-B086056FD3A8}" srcOrd="8" destOrd="0" presId="urn:microsoft.com/office/officeart/2005/8/layout/cycle6"/>
    <dgm:cxn modelId="{FD6E4F65-5295-D943-B286-0A7536CF4073}" type="presParOf" srcId="{C2A6A59B-9991-3446-8431-65D749F388BF}" destId="{5F00AE66-CF16-534E-AE64-7A31BE20FD43}" srcOrd="9" destOrd="0" presId="urn:microsoft.com/office/officeart/2005/8/layout/cycle6"/>
    <dgm:cxn modelId="{D30AB23E-DC98-5049-9482-E8AAAD9AB851}" type="presParOf" srcId="{C2A6A59B-9991-3446-8431-65D749F388BF}" destId="{6578EB7E-A865-7446-AD75-5A167D4877B7}" srcOrd="10" destOrd="0" presId="urn:microsoft.com/office/officeart/2005/8/layout/cycle6"/>
    <dgm:cxn modelId="{F5243E82-065F-6340-99E7-6AFE6C2D3724}" type="presParOf" srcId="{C2A6A59B-9991-3446-8431-65D749F388BF}" destId="{CFE03154-321A-314B-B025-C258D96E953A}" srcOrd="11" destOrd="0" presId="urn:microsoft.com/office/officeart/2005/8/layout/cycle6"/>
    <dgm:cxn modelId="{BC8E1CFC-9059-8640-9B67-02E95A0BC879}" type="presParOf" srcId="{C2A6A59B-9991-3446-8431-65D749F388BF}" destId="{DA592CB2-7AB0-5548-9F33-C7AE7AF5FB9F}" srcOrd="12" destOrd="0" presId="urn:microsoft.com/office/officeart/2005/8/layout/cycle6"/>
    <dgm:cxn modelId="{DBEC357D-A537-D547-BB07-2AB40814101F}" type="presParOf" srcId="{C2A6A59B-9991-3446-8431-65D749F388BF}" destId="{3F8271F2-F335-A84A-806B-1911DEC94190}" srcOrd="13" destOrd="0" presId="urn:microsoft.com/office/officeart/2005/8/layout/cycle6"/>
    <dgm:cxn modelId="{6568191E-5692-F745-A261-7BCFB6E5A0ED}" type="presParOf" srcId="{C2A6A59B-9991-3446-8431-65D749F388BF}" destId="{89CC61FC-83FB-8142-98CC-54E92AA56854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FB6D5E-E573-9A46-A561-BE93E6154384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MX"/>
        </a:p>
      </dgm:t>
    </dgm:pt>
    <dgm:pt modelId="{5AAAF492-B450-8547-A70E-522EFA34962E}">
      <dgm:prSet/>
      <dgm:spPr/>
      <dgm:t>
        <a:bodyPr/>
        <a:lstStyle/>
        <a:p>
          <a:r>
            <a:rPr lang="es-419" dirty="0"/>
            <a:t>Bacilos gramnegativos, Escherichia coli uropatógena (UPEC)70–80 % </a:t>
          </a:r>
          <a:endParaRPr lang="es-CO" dirty="0"/>
        </a:p>
      </dgm:t>
    </dgm:pt>
    <dgm:pt modelId="{A0F3255F-7C76-3941-A9DE-E4E3C6697A3B}" type="parTrans" cxnId="{91BB33B8-7650-404C-8FD7-DF17D6052217}">
      <dgm:prSet/>
      <dgm:spPr/>
      <dgm:t>
        <a:bodyPr/>
        <a:lstStyle/>
        <a:p>
          <a:endParaRPr lang="es-MX"/>
        </a:p>
      </dgm:t>
    </dgm:pt>
    <dgm:pt modelId="{418D5928-0995-1C44-9F76-8D5521A04B66}" type="sibTrans" cxnId="{91BB33B8-7650-404C-8FD7-DF17D6052217}">
      <dgm:prSet/>
      <dgm:spPr/>
      <dgm:t>
        <a:bodyPr/>
        <a:lstStyle/>
        <a:p>
          <a:endParaRPr lang="es-MX"/>
        </a:p>
      </dgm:t>
    </dgm:pt>
    <dgm:pt modelId="{819E7C9C-BAFD-774D-A075-90D469403A37}">
      <dgm:prSet/>
      <dgm:spPr/>
      <dgm:t>
        <a:bodyPr/>
        <a:lstStyle/>
        <a:p>
          <a:r>
            <a:rPr lang="es-419" dirty="0"/>
            <a:t>Klebsiella spp.</a:t>
          </a:r>
        </a:p>
        <a:p>
          <a:r>
            <a:rPr lang="es-419" dirty="0"/>
            <a:t> (6–11 %)</a:t>
          </a:r>
          <a:endParaRPr lang="es-CO" dirty="0"/>
        </a:p>
      </dgm:t>
    </dgm:pt>
    <dgm:pt modelId="{59B871F4-F043-B841-AB58-7EEFDCA70195}" type="parTrans" cxnId="{AF028595-3A3D-A04E-B151-EA36232C99FC}">
      <dgm:prSet/>
      <dgm:spPr/>
      <dgm:t>
        <a:bodyPr/>
        <a:lstStyle/>
        <a:p>
          <a:endParaRPr lang="es-MX"/>
        </a:p>
      </dgm:t>
    </dgm:pt>
    <dgm:pt modelId="{C03A1848-5885-2340-9220-96DA4C1B3B3F}" type="sibTrans" cxnId="{AF028595-3A3D-A04E-B151-EA36232C99FC}">
      <dgm:prSet/>
      <dgm:spPr/>
      <dgm:t>
        <a:bodyPr/>
        <a:lstStyle/>
        <a:p>
          <a:endParaRPr lang="es-MX"/>
        </a:p>
      </dgm:t>
    </dgm:pt>
    <dgm:pt modelId="{CECC4F3A-712A-4E4B-A245-B1D14E244C85}">
      <dgm:prSet/>
      <dgm:spPr/>
      <dgm:t>
        <a:bodyPr/>
        <a:lstStyle/>
        <a:p>
          <a:r>
            <a:rPr lang="es-419" dirty="0"/>
            <a:t>Enterococcus spp. </a:t>
          </a:r>
        </a:p>
        <a:p>
          <a:r>
            <a:rPr lang="es-419" dirty="0"/>
            <a:t>(4–11 %) </a:t>
          </a:r>
          <a:endParaRPr lang="es-CO" dirty="0"/>
        </a:p>
      </dgm:t>
    </dgm:pt>
    <dgm:pt modelId="{572D685B-42D7-614D-B0F2-A700F1EEADB8}" type="parTrans" cxnId="{8D3FA9BC-612B-5D48-861D-068890C0A943}">
      <dgm:prSet/>
      <dgm:spPr/>
      <dgm:t>
        <a:bodyPr/>
        <a:lstStyle/>
        <a:p>
          <a:endParaRPr lang="es-MX"/>
        </a:p>
      </dgm:t>
    </dgm:pt>
    <dgm:pt modelId="{D3932B10-1BA3-F947-B582-F3066C26FE15}" type="sibTrans" cxnId="{8D3FA9BC-612B-5D48-861D-068890C0A943}">
      <dgm:prSet/>
      <dgm:spPr/>
      <dgm:t>
        <a:bodyPr/>
        <a:lstStyle/>
        <a:p>
          <a:endParaRPr lang="es-MX"/>
        </a:p>
      </dgm:t>
    </dgm:pt>
    <dgm:pt modelId="{031750EA-2BA8-6F4C-B864-6FDCED7531BC}">
      <dgm:prSet/>
      <dgm:spPr/>
      <dgm:t>
        <a:bodyPr/>
        <a:lstStyle/>
        <a:p>
          <a:r>
            <a:rPr lang="es-419"/>
            <a:t>Proteus mirabilis</a:t>
          </a:r>
          <a:endParaRPr lang="es-CO"/>
        </a:p>
      </dgm:t>
    </dgm:pt>
    <dgm:pt modelId="{C1765475-F138-E447-82B3-34C2306844D2}" type="parTrans" cxnId="{CE19410D-CFB4-C243-AFD5-9832FCCAC985}">
      <dgm:prSet/>
      <dgm:spPr/>
      <dgm:t>
        <a:bodyPr/>
        <a:lstStyle/>
        <a:p>
          <a:endParaRPr lang="es-MX"/>
        </a:p>
      </dgm:t>
    </dgm:pt>
    <dgm:pt modelId="{7B1360D2-4553-EA45-8054-57EA57720C1C}" type="sibTrans" cxnId="{CE19410D-CFB4-C243-AFD5-9832FCCAC985}">
      <dgm:prSet/>
      <dgm:spPr/>
      <dgm:t>
        <a:bodyPr/>
        <a:lstStyle/>
        <a:p>
          <a:endParaRPr lang="es-MX"/>
        </a:p>
      </dgm:t>
    </dgm:pt>
    <dgm:pt modelId="{132CA026-038A-4446-8073-F3A3F5072878}">
      <dgm:prSet/>
      <dgm:spPr/>
      <dgm:t>
        <a:bodyPr/>
        <a:lstStyle/>
        <a:p>
          <a:r>
            <a:rPr lang="es-419"/>
            <a:t>Pseudomonas aeruginosa</a:t>
          </a:r>
          <a:endParaRPr lang="es-CO"/>
        </a:p>
      </dgm:t>
    </dgm:pt>
    <dgm:pt modelId="{384EA3AC-237F-4B4F-9B73-64A89DC15F9A}" type="parTrans" cxnId="{5FF11009-18E9-3A4D-B6C0-FE1B6BA640A3}">
      <dgm:prSet/>
      <dgm:spPr/>
      <dgm:t>
        <a:bodyPr/>
        <a:lstStyle/>
        <a:p>
          <a:endParaRPr lang="es-MX"/>
        </a:p>
      </dgm:t>
    </dgm:pt>
    <dgm:pt modelId="{C5628DD3-D470-4447-93ED-4694253450D8}" type="sibTrans" cxnId="{5FF11009-18E9-3A4D-B6C0-FE1B6BA640A3}">
      <dgm:prSet/>
      <dgm:spPr/>
      <dgm:t>
        <a:bodyPr/>
        <a:lstStyle/>
        <a:p>
          <a:endParaRPr lang="es-MX"/>
        </a:p>
      </dgm:t>
    </dgm:pt>
    <dgm:pt modelId="{2A61B233-24D3-0F4A-970A-4782E6C3DCB3}">
      <dgm:prSet/>
      <dgm:spPr/>
      <dgm:t>
        <a:bodyPr/>
        <a:lstStyle/>
        <a:p>
          <a:r>
            <a:rPr lang="es-419"/>
            <a:t>Staphylococcus saprophyticus</a:t>
          </a:r>
          <a:endParaRPr lang="es-CO"/>
        </a:p>
      </dgm:t>
    </dgm:pt>
    <dgm:pt modelId="{851D18AA-26F7-084F-8CA8-163B6947681E}" type="parTrans" cxnId="{C76D6365-295B-3C4E-BBBD-A5BF393E4877}">
      <dgm:prSet/>
      <dgm:spPr/>
      <dgm:t>
        <a:bodyPr/>
        <a:lstStyle/>
        <a:p>
          <a:endParaRPr lang="es-MX"/>
        </a:p>
      </dgm:t>
    </dgm:pt>
    <dgm:pt modelId="{127652E6-EB1C-2840-B6CC-D292BD5F387C}" type="sibTrans" cxnId="{C76D6365-295B-3C4E-BBBD-A5BF393E4877}">
      <dgm:prSet/>
      <dgm:spPr/>
      <dgm:t>
        <a:bodyPr/>
        <a:lstStyle/>
        <a:p>
          <a:endParaRPr lang="es-MX"/>
        </a:p>
      </dgm:t>
    </dgm:pt>
    <dgm:pt modelId="{8DEE1798-E590-F74C-A237-368BBA015291}">
      <dgm:prSet/>
      <dgm:spPr/>
      <dgm:t>
        <a:bodyPr/>
        <a:lstStyle/>
        <a:p>
          <a:r>
            <a:rPr lang="es-419"/>
            <a:t>Staphylococcus aureus</a:t>
          </a:r>
          <a:endParaRPr lang="es-CO"/>
        </a:p>
      </dgm:t>
    </dgm:pt>
    <dgm:pt modelId="{52E3B240-9B51-8547-A83D-22E91E2F9ABA}" type="parTrans" cxnId="{11CADD2D-D87B-D440-8ACE-EC856019A1E9}">
      <dgm:prSet/>
      <dgm:spPr/>
      <dgm:t>
        <a:bodyPr/>
        <a:lstStyle/>
        <a:p>
          <a:endParaRPr lang="es-MX"/>
        </a:p>
      </dgm:t>
    </dgm:pt>
    <dgm:pt modelId="{91FD85DC-1FF1-AA45-AC92-5BBE0AAB04F8}" type="sibTrans" cxnId="{11CADD2D-D87B-D440-8ACE-EC856019A1E9}">
      <dgm:prSet/>
      <dgm:spPr/>
      <dgm:t>
        <a:bodyPr/>
        <a:lstStyle/>
        <a:p>
          <a:endParaRPr lang="es-MX"/>
        </a:p>
      </dgm:t>
    </dgm:pt>
    <dgm:pt modelId="{88F5BC76-573F-6246-AB25-F27C45F05E5B}">
      <dgm:prSet/>
      <dgm:spPr/>
      <dgm:t>
        <a:bodyPr/>
        <a:lstStyle/>
        <a:p>
          <a:r>
            <a:rPr lang="es-419"/>
            <a:t>Streptococcus agalactiae </a:t>
          </a:r>
          <a:endParaRPr lang="es-CO"/>
        </a:p>
      </dgm:t>
    </dgm:pt>
    <dgm:pt modelId="{558B90A0-D73F-B04F-B4FB-71C2E91A9761}" type="parTrans" cxnId="{50676101-58B5-A741-A8E4-6695B740CF94}">
      <dgm:prSet/>
      <dgm:spPr/>
      <dgm:t>
        <a:bodyPr/>
        <a:lstStyle/>
        <a:p>
          <a:endParaRPr lang="es-MX"/>
        </a:p>
      </dgm:t>
    </dgm:pt>
    <dgm:pt modelId="{04EC75EA-B202-2248-A7AC-BB8FDCD62C8B}" type="sibTrans" cxnId="{50676101-58B5-A741-A8E4-6695B740CF94}">
      <dgm:prSet/>
      <dgm:spPr/>
      <dgm:t>
        <a:bodyPr/>
        <a:lstStyle/>
        <a:p>
          <a:endParaRPr lang="es-MX"/>
        </a:p>
      </dgm:t>
    </dgm:pt>
    <dgm:pt modelId="{34E6E770-4124-9848-8E2A-0472C1073B4E}">
      <dgm:prSet/>
      <dgm:spPr/>
      <dgm:t>
        <a:bodyPr/>
        <a:lstStyle/>
        <a:p>
          <a:r>
            <a:rPr lang="es-419"/>
            <a:t>Candida spp ( diabéticas o cateterizadas )</a:t>
          </a:r>
          <a:endParaRPr lang="es-CO"/>
        </a:p>
      </dgm:t>
    </dgm:pt>
    <dgm:pt modelId="{B081BA2B-D4D5-F741-803C-7C5713E2AC5D}" type="parTrans" cxnId="{73C8B7FF-89EF-4746-935A-8279D54B2CC0}">
      <dgm:prSet/>
      <dgm:spPr/>
      <dgm:t>
        <a:bodyPr/>
        <a:lstStyle/>
        <a:p>
          <a:endParaRPr lang="es-MX"/>
        </a:p>
      </dgm:t>
    </dgm:pt>
    <dgm:pt modelId="{7C23391C-C7A2-B048-BBCA-4B871F45C8D8}" type="sibTrans" cxnId="{73C8B7FF-89EF-4746-935A-8279D54B2CC0}">
      <dgm:prSet/>
      <dgm:spPr/>
      <dgm:t>
        <a:bodyPr/>
        <a:lstStyle/>
        <a:p>
          <a:endParaRPr lang="es-MX"/>
        </a:p>
      </dgm:t>
    </dgm:pt>
    <dgm:pt modelId="{48A7C226-81F7-F040-9675-ACDBBA3EA931}" type="pres">
      <dgm:prSet presAssocID="{99FB6D5E-E573-9A46-A561-BE93E6154384}" presName="diagram" presStyleCnt="0">
        <dgm:presLayoutVars>
          <dgm:dir/>
          <dgm:resizeHandles val="exact"/>
        </dgm:presLayoutVars>
      </dgm:prSet>
      <dgm:spPr/>
    </dgm:pt>
    <dgm:pt modelId="{470ADAEB-66B3-3847-8058-64E7A4E6D107}" type="pres">
      <dgm:prSet presAssocID="{5AAAF492-B450-8547-A70E-522EFA34962E}" presName="node" presStyleLbl="node1" presStyleIdx="0" presStyleCnt="9">
        <dgm:presLayoutVars>
          <dgm:bulletEnabled val="1"/>
        </dgm:presLayoutVars>
      </dgm:prSet>
      <dgm:spPr/>
    </dgm:pt>
    <dgm:pt modelId="{76BAC22B-ECA6-AB46-BDCA-DA83ACC92DBD}" type="pres">
      <dgm:prSet presAssocID="{418D5928-0995-1C44-9F76-8D5521A04B66}" presName="sibTrans" presStyleCnt="0"/>
      <dgm:spPr/>
    </dgm:pt>
    <dgm:pt modelId="{AA8AC0E7-7803-EE4E-9A7B-DB2396F6504B}" type="pres">
      <dgm:prSet presAssocID="{819E7C9C-BAFD-774D-A075-90D469403A37}" presName="node" presStyleLbl="node1" presStyleIdx="1" presStyleCnt="9">
        <dgm:presLayoutVars>
          <dgm:bulletEnabled val="1"/>
        </dgm:presLayoutVars>
      </dgm:prSet>
      <dgm:spPr/>
    </dgm:pt>
    <dgm:pt modelId="{BEC71ED5-90F0-E041-93C4-0D3C57785A24}" type="pres">
      <dgm:prSet presAssocID="{C03A1848-5885-2340-9220-96DA4C1B3B3F}" presName="sibTrans" presStyleCnt="0"/>
      <dgm:spPr/>
    </dgm:pt>
    <dgm:pt modelId="{A0D86CAE-16E3-D145-8980-EC0BFE1187B8}" type="pres">
      <dgm:prSet presAssocID="{CECC4F3A-712A-4E4B-A245-B1D14E244C85}" presName="node" presStyleLbl="node1" presStyleIdx="2" presStyleCnt="9">
        <dgm:presLayoutVars>
          <dgm:bulletEnabled val="1"/>
        </dgm:presLayoutVars>
      </dgm:prSet>
      <dgm:spPr/>
    </dgm:pt>
    <dgm:pt modelId="{BB6C27F4-40FB-594D-8390-91FF7053EBFE}" type="pres">
      <dgm:prSet presAssocID="{D3932B10-1BA3-F947-B582-F3066C26FE15}" presName="sibTrans" presStyleCnt="0"/>
      <dgm:spPr/>
    </dgm:pt>
    <dgm:pt modelId="{14DFA028-B074-3446-B8FF-736B6D27AB7A}" type="pres">
      <dgm:prSet presAssocID="{031750EA-2BA8-6F4C-B864-6FDCED7531BC}" presName="node" presStyleLbl="node1" presStyleIdx="3" presStyleCnt="9">
        <dgm:presLayoutVars>
          <dgm:bulletEnabled val="1"/>
        </dgm:presLayoutVars>
      </dgm:prSet>
      <dgm:spPr/>
    </dgm:pt>
    <dgm:pt modelId="{C60EA031-6667-B84E-B0A1-FA446CD0EF26}" type="pres">
      <dgm:prSet presAssocID="{7B1360D2-4553-EA45-8054-57EA57720C1C}" presName="sibTrans" presStyleCnt="0"/>
      <dgm:spPr/>
    </dgm:pt>
    <dgm:pt modelId="{981E8C8C-E685-C34E-9FE6-152014C9E7C4}" type="pres">
      <dgm:prSet presAssocID="{132CA026-038A-4446-8073-F3A3F5072878}" presName="node" presStyleLbl="node1" presStyleIdx="4" presStyleCnt="9">
        <dgm:presLayoutVars>
          <dgm:bulletEnabled val="1"/>
        </dgm:presLayoutVars>
      </dgm:prSet>
      <dgm:spPr/>
    </dgm:pt>
    <dgm:pt modelId="{1E04681E-EC70-024C-BF23-CE624DCF9359}" type="pres">
      <dgm:prSet presAssocID="{C5628DD3-D470-4447-93ED-4694253450D8}" presName="sibTrans" presStyleCnt="0"/>
      <dgm:spPr/>
    </dgm:pt>
    <dgm:pt modelId="{9347067A-3E96-3E4C-8C7D-15C99FC38E1C}" type="pres">
      <dgm:prSet presAssocID="{2A61B233-24D3-0F4A-970A-4782E6C3DCB3}" presName="node" presStyleLbl="node1" presStyleIdx="5" presStyleCnt="9">
        <dgm:presLayoutVars>
          <dgm:bulletEnabled val="1"/>
        </dgm:presLayoutVars>
      </dgm:prSet>
      <dgm:spPr/>
    </dgm:pt>
    <dgm:pt modelId="{6B935B2F-9AA9-0643-998B-DA0D2DD03EE9}" type="pres">
      <dgm:prSet presAssocID="{127652E6-EB1C-2840-B6CC-D292BD5F387C}" presName="sibTrans" presStyleCnt="0"/>
      <dgm:spPr/>
    </dgm:pt>
    <dgm:pt modelId="{EAD054F9-F74D-4143-94F1-A0B9698063D7}" type="pres">
      <dgm:prSet presAssocID="{8DEE1798-E590-F74C-A237-368BBA015291}" presName="node" presStyleLbl="node1" presStyleIdx="6" presStyleCnt="9">
        <dgm:presLayoutVars>
          <dgm:bulletEnabled val="1"/>
        </dgm:presLayoutVars>
      </dgm:prSet>
      <dgm:spPr/>
    </dgm:pt>
    <dgm:pt modelId="{DA04D82D-B2C7-EB4C-B42F-04BCE92AA37E}" type="pres">
      <dgm:prSet presAssocID="{91FD85DC-1FF1-AA45-AC92-5BBE0AAB04F8}" presName="sibTrans" presStyleCnt="0"/>
      <dgm:spPr/>
    </dgm:pt>
    <dgm:pt modelId="{E96290A8-409B-CC4F-8DF1-E0780CD00D72}" type="pres">
      <dgm:prSet presAssocID="{88F5BC76-573F-6246-AB25-F27C45F05E5B}" presName="node" presStyleLbl="node1" presStyleIdx="7" presStyleCnt="9">
        <dgm:presLayoutVars>
          <dgm:bulletEnabled val="1"/>
        </dgm:presLayoutVars>
      </dgm:prSet>
      <dgm:spPr/>
    </dgm:pt>
    <dgm:pt modelId="{A2FD77FC-B253-9E47-B733-5D05014A779F}" type="pres">
      <dgm:prSet presAssocID="{04EC75EA-B202-2248-A7AC-BB8FDCD62C8B}" presName="sibTrans" presStyleCnt="0"/>
      <dgm:spPr/>
    </dgm:pt>
    <dgm:pt modelId="{0C8B1E1E-1039-884F-9252-906B92ACFF9F}" type="pres">
      <dgm:prSet presAssocID="{34E6E770-4124-9848-8E2A-0472C1073B4E}" presName="node" presStyleLbl="node1" presStyleIdx="8" presStyleCnt="9">
        <dgm:presLayoutVars>
          <dgm:bulletEnabled val="1"/>
        </dgm:presLayoutVars>
      </dgm:prSet>
      <dgm:spPr/>
    </dgm:pt>
  </dgm:ptLst>
  <dgm:cxnLst>
    <dgm:cxn modelId="{50676101-58B5-A741-A8E4-6695B740CF94}" srcId="{99FB6D5E-E573-9A46-A561-BE93E6154384}" destId="{88F5BC76-573F-6246-AB25-F27C45F05E5B}" srcOrd="7" destOrd="0" parTransId="{558B90A0-D73F-B04F-B4FB-71C2E91A9761}" sibTransId="{04EC75EA-B202-2248-A7AC-BB8FDCD62C8B}"/>
    <dgm:cxn modelId="{0BB1AD01-F3FA-9245-944E-287A87E3D151}" type="presOf" srcId="{34E6E770-4124-9848-8E2A-0472C1073B4E}" destId="{0C8B1E1E-1039-884F-9252-906B92ACFF9F}" srcOrd="0" destOrd="0" presId="urn:microsoft.com/office/officeart/2005/8/layout/default"/>
    <dgm:cxn modelId="{5FF11009-18E9-3A4D-B6C0-FE1B6BA640A3}" srcId="{99FB6D5E-E573-9A46-A561-BE93E6154384}" destId="{132CA026-038A-4446-8073-F3A3F5072878}" srcOrd="4" destOrd="0" parTransId="{384EA3AC-237F-4B4F-9B73-64A89DC15F9A}" sibTransId="{C5628DD3-D470-4447-93ED-4694253450D8}"/>
    <dgm:cxn modelId="{CE19410D-CFB4-C243-AFD5-9832FCCAC985}" srcId="{99FB6D5E-E573-9A46-A561-BE93E6154384}" destId="{031750EA-2BA8-6F4C-B864-6FDCED7531BC}" srcOrd="3" destOrd="0" parTransId="{C1765475-F138-E447-82B3-34C2306844D2}" sibTransId="{7B1360D2-4553-EA45-8054-57EA57720C1C}"/>
    <dgm:cxn modelId="{8325F020-270F-DE4E-979B-FF134B6D2A87}" type="presOf" srcId="{819E7C9C-BAFD-774D-A075-90D469403A37}" destId="{AA8AC0E7-7803-EE4E-9A7B-DB2396F6504B}" srcOrd="0" destOrd="0" presId="urn:microsoft.com/office/officeart/2005/8/layout/default"/>
    <dgm:cxn modelId="{11CADD2D-D87B-D440-8ACE-EC856019A1E9}" srcId="{99FB6D5E-E573-9A46-A561-BE93E6154384}" destId="{8DEE1798-E590-F74C-A237-368BBA015291}" srcOrd="6" destOrd="0" parTransId="{52E3B240-9B51-8547-A83D-22E91E2F9ABA}" sibTransId="{91FD85DC-1FF1-AA45-AC92-5BBE0AAB04F8}"/>
    <dgm:cxn modelId="{A2CF755B-D86E-2B4D-8B79-0C4B47EAEB77}" type="presOf" srcId="{031750EA-2BA8-6F4C-B864-6FDCED7531BC}" destId="{14DFA028-B074-3446-B8FF-736B6D27AB7A}" srcOrd="0" destOrd="0" presId="urn:microsoft.com/office/officeart/2005/8/layout/default"/>
    <dgm:cxn modelId="{D4C8D45C-773A-2143-8114-63D2E24AE5DC}" type="presOf" srcId="{99FB6D5E-E573-9A46-A561-BE93E6154384}" destId="{48A7C226-81F7-F040-9675-ACDBBA3EA931}" srcOrd="0" destOrd="0" presId="urn:microsoft.com/office/officeart/2005/8/layout/default"/>
    <dgm:cxn modelId="{C76D6365-295B-3C4E-BBBD-A5BF393E4877}" srcId="{99FB6D5E-E573-9A46-A561-BE93E6154384}" destId="{2A61B233-24D3-0F4A-970A-4782E6C3DCB3}" srcOrd="5" destOrd="0" parTransId="{851D18AA-26F7-084F-8CA8-163B6947681E}" sibTransId="{127652E6-EB1C-2840-B6CC-D292BD5F387C}"/>
    <dgm:cxn modelId="{A70E8E72-5FCD-6142-B960-5964D94899B7}" type="presOf" srcId="{5AAAF492-B450-8547-A70E-522EFA34962E}" destId="{470ADAEB-66B3-3847-8058-64E7A4E6D107}" srcOrd="0" destOrd="0" presId="urn:microsoft.com/office/officeart/2005/8/layout/default"/>
    <dgm:cxn modelId="{97DC7181-02A5-3548-8260-B36416E592DA}" type="presOf" srcId="{132CA026-038A-4446-8073-F3A3F5072878}" destId="{981E8C8C-E685-C34E-9FE6-152014C9E7C4}" srcOrd="0" destOrd="0" presId="urn:microsoft.com/office/officeart/2005/8/layout/default"/>
    <dgm:cxn modelId="{AF028595-3A3D-A04E-B151-EA36232C99FC}" srcId="{99FB6D5E-E573-9A46-A561-BE93E6154384}" destId="{819E7C9C-BAFD-774D-A075-90D469403A37}" srcOrd="1" destOrd="0" parTransId="{59B871F4-F043-B841-AB58-7EEFDCA70195}" sibTransId="{C03A1848-5885-2340-9220-96DA4C1B3B3F}"/>
    <dgm:cxn modelId="{91BB33B8-7650-404C-8FD7-DF17D6052217}" srcId="{99FB6D5E-E573-9A46-A561-BE93E6154384}" destId="{5AAAF492-B450-8547-A70E-522EFA34962E}" srcOrd="0" destOrd="0" parTransId="{A0F3255F-7C76-3941-A9DE-E4E3C6697A3B}" sibTransId="{418D5928-0995-1C44-9F76-8D5521A04B66}"/>
    <dgm:cxn modelId="{8D3FA9BC-612B-5D48-861D-068890C0A943}" srcId="{99FB6D5E-E573-9A46-A561-BE93E6154384}" destId="{CECC4F3A-712A-4E4B-A245-B1D14E244C85}" srcOrd="2" destOrd="0" parTransId="{572D685B-42D7-614D-B0F2-A700F1EEADB8}" sibTransId="{D3932B10-1BA3-F947-B582-F3066C26FE15}"/>
    <dgm:cxn modelId="{F87905DD-7D59-4342-830E-A68C326966B2}" type="presOf" srcId="{CECC4F3A-712A-4E4B-A245-B1D14E244C85}" destId="{A0D86CAE-16E3-D145-8980-EC0BFE1187B8}" srcOrd="0" destOrd="0" presId="urn:microsoft.com/office/officeart/2005/8/layout/default"/>
    <dgm:cxn modelId="{074F9FE1-99CC-5D48-99F5-7D82EE3A73D8}" type="presOf" srcId="{88F5BC76-573F-6246-AB25-F27C45F05E5B}" destId="{E96290A8-409B-CC4F-8DF1-E0780CD00D72}" srcOrd="0" destOrd="0" presId="urn:microsoft.com/office/officeart/2005/8/layout/default"/>
    <dgm:cxn modelId="{0F9A5AE3-1DA7-3F43-9D26-C9D9EB33C2A2}" type="presOf" srcId="{8DEE1798-E590-F74C-A237-368BBA015291}" destId="{EAD054F9-F74D-4143-94F1-A0B9698063D7}" srcOrd="0" destOrd="0" presId="urn:microsoft.com/office/officeart/2005/8/layout/default"/>
    <dgm:cxn modelId="{110F57E5-4746-7148-BDB1-5EC5435F0858}" type="presOf" srcId="{2A61B233-24D3-0F4A-970A-4782E6C3DCB3}" destId="{9347067A-3E96-3E4C-8C7D-15C99FC38E1C}" srcOrd="0" destOrd="0" presId="urn:microsoft.com/office/officeart/2005/8/layout/default"/>
    <dgm:cxn modelId="{73C8B7FF-89EF-4746-935A-8279D54B2CC0}" srcId="{99FB6D5E-E573-9A46-A561-BE93E6154384}" destId="{34E6E770-4124-9848-8E2A-0472C1073B4E}" srcOrd="8" destOrd="0" parTransId="{B081BA2B-D4D5-F741-803C-7C5713E2AC5D}" sibTransId="{7C23391C-C7A2-B048-BBCA-4B871F45C8D8}"/>
    <dgm:cxn modelId="{7388D65F-B3FB-664D-A891-0CCA68EE7FF6}" type="presParOf" srcId="{48A7C226-81F7-F040-9675-ACDBBA3EA931}" destId="{470ADAEB-66B3-3847-8058-64E7A4E6D107}" srcOrd="0" destOrd="0" presId="urn:microsoft.com/office/officeart/2005/8/layout/default"/>
    <dgm:cxn modelId="{A709E27B-9921-5C4F-884C-1238F7F4255A}" type="presParOf" srcId="{48A7C226-81F7-F040-9675-ACDBBA3EA931}" destId="{76BAC22B-ECA6-AB46-BDCA-DA83ACC92DBD}" srcOrd="1" destOrd="0" presId="urn:microsoft.com/office/officeart/2005/8/layout/default"/>
    <dgm:cxn modelId="{C4410F6F-1177-C946-8363-9DA21C1D3FEF}" type="presParOf" srcId="{48A7C226-81F7-F040-9675-ACDBBA3EA931}" destId="{AA8AC0E7-7803-EE4E-9A7B-DB2396F6504B}" srcOrd="2" destOrd="0" presId="urn:microsoft.com/office/officeart/2005/8/layout/default"/>
    <dgm:cxn modelId="{867FCAEC-44A2-C044-BD46-A38084A03383}" type="presParOf" srcId="{48A7C226-81F7-F040-9675-ACDBBA3EA931}" destId="{BEC71ED5-90F0-E041-93C4-0D3C57785A24}" srcOrd="3" destOrd="0" presId="urn:microsoft.com/office/officeart/2005/8/layout/default"/>
    <dgm:cxn modelId="{13C1314C-8A28-2C40-904A-0F1BDA391CD9}" type="presParOf" srcId="{48A7C226-81F7-F040-9675-ACDBBA3EA931}" destId="{A0D86CAE-16E3-D145-8980-EC0BFE1187B8}" srcOrd="4" destOrd="0" presId="urn:microsoft.com/office/officeart/2005/8/layout/default"/>
    <dgm:cxn modelId="{FF2F3970-F084-F344-9E43-3E026D78F230}" type="presParOf" srcId="{48A7C226-81F7-F040-9675-ACDBBA3EA931}" destId="{BB6C27F4-40FB-594D-8390-91FF7053EBFE}" srcOrd="5" destOrd="0" presId="urn:microsoft.com/office/officeart/2005/8/layout/default"/>
    <dgm:cxn modelId="{C546E672-96F6-6C44-88D4-968190A4CF49}" type="presParOf" srcId="{48A7C226-81F7-F040-9675-ACDBBA3EA931}" destId="{14DFA028-B074-3446-B8FF-736B6D27AB7A}" srcOrd="6" destOrd="0" presId="urn:microsoft.com/office/officeart/2005/8/layout/default"/>
    <dgm:cxn modelId="{99F0B92F-C01A-284F-90D2-DAC758449D7C}" type="presParOf" srcId="{48A7C226-81F7-F040-9675-ACDBBA3EA931}" destId="{C60EA031-6667-B84E-B0A1-FA446CD0EF26}" srcOrd="7" destOrd="0" presId="urn:microsoft.com/office/officeart/2005/8/layout/default"/>
    <dgm:cxn modelId="{57D80620-C8F0-3B47-87F1-311A36620F57}" type="presParOf" srcId="{48A7C226-81F7-F040-9675-ACDBBA3EA931}" destId="{981E8C8C-E685-C34E-9FE6-152014C9E7C4}" srcOrd="8" destOrd="0" presId="urn:microsoft.com/office/officeart/2005/8/layout/default"/>
    <dgm:cxn modelId="{7693B4FD-B477-3045-9672-9F3888746F69}" type="presParOf" srcId="{48A7C226-81F7-F040-9675-ACDBBA3EA931}" destId="{1E04681E-EC70-024C-BF23-CE624DCF9359}" srcOrd="9" destOrd="0" presId="urn:microsoft.com/office/officeart/2005/8/layout/default"/>
    <dgm:cxn modelId="{5909C559-3FD5-D940-9BA9-78C5B99C4409}" type="presParOf" srcId="{48A7C226-81F7-F040-9675-ACDBBA3EA931}" destId="{9347067A-3E96-3E4C-8C7D-15C99FC38E1C}" srcOrd="10" destOrd="0" presId="urn:microsoft.com/office/officeart/2005/8/layout/default"/>
    <dgm:cxn modelId="{CC3025CF-8A6F-1F4B-82E8-C94623BC1FB1}" type="presParOf" srcId="{48A7C226-81F7-F040-9675-ACDBBA3EA931}" destId="{6B935B2F-9AA9-0643-998B-DA0D2DD03EE9}" srcOrd="11" destOrd="0" presId="urn:microsoft.com/office/officeart/2005/8/layout/default"/>
    <dgm:cxn modelId="{959C1B3B-47BE-A045-9FBE-BE32374D30A5}" type="presParOf" srcId="{48A7C226-81F7-F040-9675-ACDBBA3EA931}" destId="{EAD054F9-F74D-4143-94F1-A0B9698063D7}" srcOrd="12" destOrd="0" presId="urn:microsoft.com/office/officeart/2005/8/layout/default"/>
    <dgm:cxn modelId="{58491A2D-D814-A846-BC14-3A4A5756E815}" type="presParOf" srcId="{48A7C226-81F7-F040-9675-ACDBBA3EA931}" destId="{DA04D82D-B2C7-EB4C-B42F-04BCE92AA37E}" srcOrd="13" destOrd="0" presId="urn:microsoft.com/office/officeart/2005/8/layout/default"/>
    <dgm:cxn modelId="{6DED8DFF-FBE8-F247-BD85-52BE4A4F20E1}" type="presParOf" srcId="{48A7C226-81F7-F040-9675-ACDBBA3EA931}" destId="{E96290A8-409B-CC4F-8DF1-E0780CD00D72}" srcOrd="14" destOrd="0" presId="urn:microsoft.com/office/officeart/2005/8/layout/default"/>
    <dgm:cxn modelId="{CB014003-B2BE-9F42-8534-D1758FB30F61}" type="presParOf" srcId="{48A7C226-81F7-F040-9675-ACDBBA3EA931}" destId="{A2FD77FC-B253-9E47-B733-5D05014A779F}" srcOrd="15" destOrd="0" presId="urn:microsoft.com/office/officeart/2005/8/layout/default"/>
    <dgm:cxn modelId="{CE41655D-3F1C-6046-9270-CDF5D82AD1C2}" type="presParOf" srcId="{48A7C226-81F7-F040-9675-ACDBBA3EA931}" destId="{0C8B1E1E-1039-884F-9252-906B92ACFF9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B62015-8586-6446-B5DA-1232183080AA}" type="doc">
      <dgm:prSet loTypeId="urn:microsoft.com/office/officeart/2008/layout/PictureStrip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50821166-557D-D54F-A37C-FE5ED797156E}">
      <dgm:prSet/>
      <dgm:spPr/>
      <dgm:t>
        <a:bodyPr/>
        <a:lstStyle/>
        <a:p>
          <a:r>
            <a:rPr lang="es-419" dirty="0"/>
            <a:t>Establecer las recomendaciones de </a:t>
          </a:r>
        </a:p>
        <a:p>
          <a:r>
            <a:rPr lang="es-419" dirty="0"/>
            <a:t>- Tamizaje</a:t>
          </a:r>
        </a:p>
        <a:p>
          <a:r>
            <a:rPr lang="es-419" dirty="0"/>
            <a:t>- Diagnóstico</a:t>
          </a:r>
        </a:p>
        <a:p>
          <a:r>
            <a:rPr lang="es-419" dirty="0"/>
            <a:t> - tratamiento </a:t>
          </a:r>
        </a:p>
        <a:p>
          <a:r>
            <a:rPr lang="es-419" dirty="0"/>
            <a:t>- Seguimiento</a:t>
          </a:r>
        </a:p>
        <a:p>
          <a:endParaRPr lang="es-419" dirty="0"/>
        </a:p>
        <a:p>
          <a:r>
            <a:rPr lang="es-419" dirty="0"/>
            <a:t>Reducir las complicaciones materno-perinatales </a:t>
          </a:r>
        </a:p>
        <a:p>
          <a:r>
            <a:rPr lang="es-419" dirty="0"/>
            <a:t>Promover una atención clínica oportuna, segura y basada en la evidencia científica disponible.</a:t>
          </a:r>
          <a:endParaRPr lang="es-CO" dirty="0"/>
        </a:p>
      </dgm:t>
    </dgm:pt>
    <dgm:pt modelId="{F9894CAA-24B0-B94B-B400-4D9160DBAEBD}" type="parTrans" cxnId="{07AA143A-349F-C04C-8F39-89645973D141}">
      <dgm:prSet/>
      <dgm:spPr/>
      <dgm:t>
        <a:bodyPr/>
        <a:lstStyle/>
        <a:p>
          <a:endParaRPr lang="es-MX"/>
        </a:p>
      </dgm:t>
    </dgm:pt>
    <dgm:pt modelId="{2F4DFE1D-8E43-BE4E-87C6-48EE1D839E12}" type="sibTrans" cxnId="{07AA143A-349F-C04C-8F39-89645973D141}">
      <dgm:prSet/>
      <dgm:spPr/>
      <dgm:t>
        <a:bodyPr/>
        <a:lstStyle/>
        <a:p>
          <a:endParaRPr lang="es-MX"/>
        </a:p>
      </dgm:t>
    </dgm:pt>
    <dgm:pt modelId="{ACCE8F8D-ADB9-E340-8B59-C2409263F03B}" type="pres">
      <dgm:prSet presAssocID="{CCB62015-8586-6446-B5DA-1232183080AA}" presName="Name0" presStyleCnt="0">
        <dgm:presLayoutVars>
          <dgm:dir/>
          <dgm:resizeHandles val="exact"/>
        </dgm:presLayoutVars>
      </dgm:prSet>
      <dgm:spPr/>
    </dgm:pt>
    <dgm:pt modelId="{E516D65E-E58D-5947-946D-758956E14254}" type="pres">
      <dgm:prSet presAssocID="{50821166-557D-D54F-A37C-FE5ED797156E}" presName="composite" presStyleCnt="0"/>
      <dgm:spPr/>
    </dgm:pt>
    <dgm:pt modelId="{FA4B8B59-67D4-6B4B-9968-29F02AF0A9EF}" type="pres">
      <dgm:prSet presAssocID="{50821166-557D-D54F-A37C-FE5ED797156E}" presName="rect1" presStyleLbl="trAlignAcc1" presStyleIdx="0" presStyleCnt="1" custLinFactNeighborX="13587" custLinFactNeighborY="-9009">
        <dgm:presLayoutVars>
          <dgm:bulletEnabled val="1"/>
        </dgm:presLayoutVars>
      </dgm:prSet>
      <dgm:spPr/>
    </dgm:pt>
    <dgm:pt modelId="{CF6DBF3C-16D3-EA42-9E2E-2DDD9F1CD65F}" type="pres">
      <dgm:prSet presAssocID="{50821166-557D-D54F-A37C-FE5ED797156E}" presName="rect2" presStyleLbl="fgImgPlace1" presStyleIdx="0" presStyleCnt="1"/>
      <dgm:spPr/>
    </dgm:pt>
  </dgm:ptLst>
  <dgm:cxnLst>
    <dgm:cxn modelId="{07AA143A-349F-C04C-8F39-89645973D141}" srcId="{CCB62015-8586-6446-B5DA-1232183080AA}" destId="{50821166-557D-D54F-A37C-FE5ED797156E}" srcOrd="0" destOrd="0" parTransId="{F9894CAA-24B0-B94B-B400-4D9160DBAEBD}" sibTransId="{2F4DFE1D-8E43-BE4E-87C6-48EE1D839E12}"/>
    <dgm:cxn modelId="{A59CA756-2FE3-5B44-9A38-5900E0FD4F07}" type="presOf" srcId="{CCB62015-8586-6446-B5DA-1232183080AA}" destId="{ACCE8F8D-ADB9-E340-8B59-C2409263F03B}" srcOrd="0" destOrd="0" presId="urn:microsoft.com/office/officeart/2008/layout/PictureStrips"/>
    <dgm:cxn modelId="{FDB5A9A2-FA49-6A42-8516-ED6FCAD2D392}" type="presOf" srcId="{50821166-557D-D54F-A37C-FE5ED797156E}" destId="{FA4B8B59-67D4-6B4B-9968-29F02AF0A9EF}" srcOrd="0" destOrd="0" presId="urn:microsoft.com/office/officeart/2008/layout/PictureStrips"/>
    <dgm:cxn modelId="{6ED6DDC9-28A6-334E-9BF4-34BAED208BC6}" type="presParOf" srcId="{ACCE8F8D-ADB9-E340-8B59-C2409263F03B}" destId="{E516D65E-E58D-5947-946D-758956E14254}" srcOrd="0" destOrd="0" presId="urn:microsoft.com/office/officeart/2008/layout/PictureStrips"/>
    <dgm:cxn modelId="{987670FB-32E4-8E45-A28E-7E7FF2CA8AAC}" type="presParOf" srcId="{E516D65E-E58D-5947-946D-758956E14254}" destId="{FA4B8B59-67D4-6B4B-9968-29F02AF0A9EF}" srcOrd="0" destOrd="0" presId="urn:microsoft.com/office/officeart/2008/layout/PictureStrips"/>
    <dgm:cxn modelId="{BACF58CC-09B1-1741-833E-4C679E6954B4}" type="presParOf" srcId="{E516D65E-E58D-5947-946D-758956E14254}" destId="{CF6DBF3C-16D3-EA42-9E2E-2DDD9F1CD65F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EAD077-D63B-164A-BCB6-D16DB291643C}" type="doc">
      <dgm:prSet loTypeId="urn:microsoft.com/office/officeart/2005/8/layout/vList3" loCatId="cycle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MX"/>
        </a:p>
      </dgm:t>
    </dgm:pt>
    <dgm:pt modelId="{C53F97F7-E22D-2641-8CED-420C769FDAC3}">
      <dgm:prSet/>
      <dgm:spPr/>
      <dgm:t>
        <a:bodyPr/>
        <a:lstStyle/>
        <a:p>
          <a:r>
            <a:rPr lang="es-CO"/>
            <a:t>Estandarizar las recomendaciones de tamizaje y el diagnóstico oportuno de bacteriuria asintomática e infecciones urinarias sintomáticas en gestantes, considerando factores de riesgo y trimestre gestacional.</a:t>
          </a:r>
        </a:p>
      </dgm:t>
    </dgm:pt>
    <dgm:pt modelId="{68ED72A9-118B-BD4A-A595-7614DB4B04DE}" type="parTrans" cxnId="{40769D29-E711-FE43-B8D5-00AC0783C054}">
      <dgm:prSet/>
      <dgm:spPr/>
      <dgm:t>
        <a:bodyPr/>
        <a:lstStyle/>
        <a:p>
          <a:endParaRPr lang="es-MX"/>
        </a:p>
      </dgm:t>
    </dgm:pt>
    <dgm:pt modelId="{396EDDB8-83D8-B24F-83C1-1AAF30877924}" type="sibTrans" cxnId="{40769D29-E711-FE43-B8D5-00AC0783C054}">
      <dgm:prSet/>
      <dgm:spPr/>
      <dgm:t>
        <a:bodyPr/>
        <a:lstStyle/>
        <a:p>
          <a:endParaRPr lang="es-MX"/>
        </a:p>
      </dgm:t>
    </dgm:pt>
    <dgm:pt modelId="{0BD66531-3FBB-7848-B43A-3232EE853011}">
      <dgm:prSet/>
      <dgm:spPr/>
      <dgm:t>
        <a:bodyPr/>
        <a:lstStyle/>
        <a:p>
          <a:r>
            <a:rPr lang="es-CO"/>
            <a:t>Establecer los esquemas de tratamiento antimicrobiano adecuado con base en el perfil local de resistencia bacteriana.</a:t>
          </a:r>
        </a:p>
      </dgm:t>
    </dgm:pt>
    <dgm:pt modelId="{0904D595-EB27-E141-9219-F1F716D1C92B}" type="parTrans" cxnId="{E1CD883A-BCAE-4949-9E93-1F7B0D8B3A5D}">
      <dgm:prSet/>
      <dgm:spPr/>
      <dgm:t>
        <a:bodyPr/>
        <a:lstStyle/>
        <a:p>
          <a:endParaRPr lang="es-MX"/>
        </a:p>
      </dgm:t>
    </dgm:pt>
    <dgm:pt modelId="{7124059D-E6EB-9A42-847E-3DA106D9C645}" type="sibTrans" cxnId="{E1CD883A-BCAE-4949-9E93-1F7B0D8B3A5D}">
      <dgm:prSet/>
      <dgm:spPr/>
      <dgm:t>
        <a:bodyPr/>
        <a:lstStyle/>
        <a:p>
          <a:endParaRPr lang="es-MX"/>
        </a:p>
      </dgm:t>
    </dgm:pt>
    <dgm:pt modelId="{F8915D14-E506-374B-8590-382A76DE7A0C}">
      <dgm:prSet/>
      <dgm:spPr/>
      <dgm:t>
        <a:bodyPr/>
        <a:lstStyle/>
        <a:p>
          <a:r>
            <a:rPr lang="es-CO"/>
            <a:t>Establecer estrategias de seguimiento clínico y microbiológico para la prevención de recurrencias, complicaciones y resistencia antimicrobiana en pacientes gestantes con diagnóstico de ITU </a:t>
          </a:r>
        </a:p>
      </dgm:t>
    </dgm:pt>
    <dgm:pt modelId="{E04C7BF4-3022-8146-8A24-F4CB90F9D3B2}" type="parTrans" cxnId="{13A13942-105F-DD4D-A449-EE1B63F85D02}">
      <dgm:prSet/>
      <dgm:spPr/>
      <dgm:t>
        <a:bodyPr/>
        <a:lstStyle/>
        <a:p>
          <a:endParaRPr lang="es-MX"/>
        </a:p>
      </dgm:t>
    </dgm:pt>
    <dgm:pt modelId="{70ED3D10-8D65-354F-8B53-FD7632477D64}" type="sibTrans" cxnId="{13A13942-105F-DD4D-A449-EE1B63F85D02}">
      <dgm:prSet/>
      <dgm:spPr/>
      <dgm:t>
        <a:bodyPr/>
        <a:lstStyle/>
        <a:p>
          <a:endParaRPr lang="es-MX"/>
        </a:p>
      </dgm:t>
    </dgm:pt>
    <dgm:pt modelId="{4860C73D-0074-8344-8415-946E0D63538B}" type="pres">
      <dgm:prSet presAssocID="{56EAD077-D63B-164A-BCB6-D16DB291643C}" presName="linearFlow" presStyleCnt="0">
        <dgm:presLayoutVars>
          <dgm:dir/>
          <dgm:resizeHandles val="exact"/>
        </dgm:presLayoutVars>
      </dgm:prSet>
      <dgm:spPr/>
    </dgm:pt>
    <dgm:pt modelId="{2E65F587-6AF6-D745-9199-BCC057952C6C}" type="pres">
      <dgm:prSet presAssocID="{C53F97F7-E22D-2641-8CED-420C769FDAC3}" presName="composite" presStyleCnt="0"/>
      <dgm:spPr/>
    </dgm:pt>
    <dgm:pt modelId="{CE1AB11F-7BB8-9A4A-8FE8-56A7DE9CC368}" type="pres">
      <dgm:prSet presAssocID="{C53F97F7-E22D-2641-8CED-420C769FDAC3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1A788938-CBC9-5946-A717-7377D873176D}" type="pres">
      <dgm:prSet presAssocID="{C53F97F7-E22D-2641-8CED-420C769FDAC3}" presName="txShp" presStyleLbl="node1" presStyleIdx="0" presStyleCnt="3">
        <dgm:presLayoutVars>
          <dgm:bulletEnabled val="1"/>
        </dgm:presLayoutVars>
      </dgm:prSet>
      <dgm:spPr/>
    </dgm:pt>
    <dgm:pt modelId="{81D16251-CD29-6D4B-BD89-3D4C8F06509B}" type="pres">
      <dgm:prSet presAssocID="{396EDDB8-83D8-B24F-83C1-1AAF30877924}" presName="spacing" presStyleCnt="0"/>
      <dgm:spPr/>
    </dgm:pt>
    <dgm:pt modelId="{83D9EE0F-DB4D-C546-8D94-C4715765790D}" type="pres">
      <dgm:prSet presAssocID="{0BD66531-3FBB-7848-B43A-3232EE853011}" presName="composite" presStyleCnt="0"/>
      <dgm:spPr/>
    </dgm:pt>
    <dgm:pt modelId="{19238277-ECC8-6E4D-A8FB-4EBB8E1A5069}" type="pres">
      <dgm:prSet presAssocID="{0BD66531-3FBB-7848-B43A-3232EE853011}" presName="imgShp" presStyleLbl="fgImgPlace1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F53D536C-550D-6748-8B45-37B22D062EC6}" type="pres">
      <dgm:prSet presAssocID="{0BD66531-3FBB-7848-B43A-3232EE853011}" presName="txShp" presStyleLbl="node1" presStyleIdx="1" presStyleCnt="3">
        <dgm:presLayoutVars>
          <dgm:bulletEnabled val="1"/>
        </dgm:presLayoutVars>
      </dgm:prSet>
      <dgm:spPr/>
    </dgm:pt>
    <dgm:pt modelId="{87457C07-7A30-DC4C-8473-0759A7332E62}" type="pres">
      <dgm:prSet presAssocID="{7124059D-E6EB-9A42-847E-3DA106D9C645}" presName="spacing" presStyleCnt="0"/>
      <dgm:spPr/>
    </dgm:pt>
    <dgm:pt modelId="{20F46E71-ED91-714E-8644-C6EEF304D5ED}" type="pres">
      <dgm:prSet presAssocID="{F8915D14-E506-374B-8590-382A76DE7A0C}" presName="composite" presStyleCnt="0"/>
      <dgm:spPr/>
    </dgm:pt>
    <dgm:pt modelId="{E2F4D139-EA32-4842-BA5E-01B5E97E596D}" type="pres">
      <dgm:prSet presAssocID="{F8915D14-E506-374B-8590-382A76DE7A0C}" presName="imgShp" presStyleLbl="fgImgPlace1" presStyleIdx="2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9BEBCC9C-FC30-9846-B08E-BA36AF1DBD0C}" type="pres">
      <dgm:prSet presAssocID="{F8915D14-E506-374B-8590-382A76DE7A0C}" presName="txShp" presStyleLbl="node1" presStyleIdx="2" presStyleCnt="3">
        <dgm:presLayoutVars>
          <dgm:bulletEnabled val="1"/>
        </dgm:presLayoutVars>
      </dgm:prSet>
      <dgm:spPr/>
    </dgm:pt>
  </dgm:ptLst>
  <dgm:cxnLst>
    <dgm:cxn modelId="{40769D29-E711-FE43-B8D5-00AC0783C054}" srcId="{56EAD077-D63B-164A-BCB6-D16DB291643C}" destId="{C53F97F7-E22D-2641-8CED-420C769FDAC3}" srcOrd="0" destOrd="0" parTransId="{68ED72A9-118B-BD4A-A595-7614DB4B04DE}" sibTransId="{396EDDB8-83D8-B24F-83C1-1AAF30877924}"/>
    <dgm:cxn modelId="{E1CD883A-BCAE-4949-9E93-1F7B0D8B3A5D}" srcId="{56EAD077-D63B-164A-BCB6-D16DB291643C}" destId="{0BD66531-3FBB-7848-B43A-3232EE853011}" srcOrd="1" destOrd="0" parTransId="{0904D595-EB27-E141-9219-F1F716D1C92B}" sibTransId="{7124059D-E6EB-9A42-847E-3DA106D9C645}"/>
    <dgm:cxn modelId="{13A13942-105F-DD4D-A449-EE1B63F85D02}" srcId="{56EAD077-D63B-164A-BCB6-D16DB291643C}" destId="{F8915D14-E506-374B-8590-382A76DE7A0C}" srcOrd="2" destOrd="0" parTransId="{E04C7BF4-3022-8146-8A24-F4CB90F9D3B2}" sibTransId="{70ED3D10-8D65-354F-8B53-FD7632477D64}"/>
    <dgm:cxn modelId="{3BD0A860-23C1-0840-A0CB-677DAF215419}" type="presOf" srcId="{56EAD077-D63B-164A-BCB6-D16DB291643C}" destId="{4860C73D-0074-8344-8415-946E0D63538B}" srcOrd="0" destOrd="0" presId="urn:microsoft.com/office/officeart/2005/8/layout/vList3"/>
    <dgm:cxn modelId="{C3F29690-1935-7742-A158-6E3FDA0DD641}" type="presOf" srcId="{0BD66531-3FBB-7848-B43A-3232EE853011}" destId="{F53D536C-550D-6748-8B45-37B22D062EC6}" srcOrd="0" destOrd="0" presId="urn:microsoft.com/office/officeart/2005/8/layout/vList3"/>
    <dgm:cxn modelId="{6CA06194-BADF-AE4B-887C-5EA69C386B82}" type="presOf" srcId="{F8915D14-E506-374B-8590-382A76DE7A0C}" destId="{9BEBCC9C-FC30-9846-B08E-BA36AF1DBD0C}" srcOrd="0" destOrd="0" presId="urn:microsoft.com/office/officeart/2005/8/layout/vList3"/>
    <dgm:cxn modelId="{6DCFC6C6-4E12-D145-80EB-648AF4D6F62E}" type="presOf" srcId="{C53F97F7-E22D-2641-8CED-420C769FDAC3}" destId="{1A788938-CBC9-5946-A717-7377D873176D}" srcOrd="0" destOrd="0" presId="urn:microsoft.com/office/officeart/2005/8/layout/vList3"/>
    <dgm:cxn modelId="{7B41356C-E0EB-9F47-9745-7F0008130DF0}" type="presParOf" srcId="{4860C73D-0074-8344-8415-946E0D63538B}" destId="{2E65F587-6AF6-D745-9199-BCC057952C6C}" srcOrd="0" destOrd="0" presId="urn:microsoft.com/office/officeart/2005/8/layout/vList3"/>
    <dgm:cxn modelId="{4CFFF1F6-4C2A-C446-A517-F4FFD5914FB3}" type="presParOf" srcId="{2E65F587-6AF6-D745-9199-BCC057952C6C}" destId="{CE1AB11F-7BB8-9A4A-8FE8-56A7DE9CC368}" srcOrd="0" destOrd="0" presId="urn:microsoft.com/office/officeart/2005/8/layout/vList3"/>
    <dgm:cxn modelId="{FE397166-00ED-B649-94FB-911111F5D340}" type="presParOf" srcId="{2E65F587-6AF6-D745-9199-BCC057952C6C}" destId="{1A788938-CBC9-5946-A717-7377D873176D}" srcOrd="1" destOrd="0" presId="urn:microsoft.com/office/officeart/2005/8/layout/vList3"/>
    <dgm:cxn modelId="{ECD04FF2-17F8-CF4A-8539-782CD9A90E02}" type="presParOf" srcId="{4860C73D-0074-8344-8415-946E0D63538B}" destId="{81D16251-CD29-6D4B-BD89-3D4C8F06509B}" srcOrd="1" destOrd="0" presId="urn:microsoft.com/office/officeart/2005/8/layout/vList3"/>
    <dgm:cxn modelId="{1AAE151C-6DD9-E54F-930E-0CAE7665B074}" type="presParOf" srcId="{4860C73D-0074-8344-8415-946E0D63538B}" destId="{83D9EE0F-DB4D-C546-8D94-C4715765790D}" srcOrd="2" destOrd="0" presId="urn:microsoft.com/office/officeart/2005/8/layout/vList3"/>
    <dgm:cxn modelId="{30441E7B-6C7C-624D-8A9C-D47F5FF609F6}" type="presParOf" srcId="{83D9EE0F-DB4D-C546-8D94-C4715765790D}" destId="{19238277-ECC8-6E4D-A8FB-4EBB8E1A5069}" srcOrd="0" destOrd="0" presId="urn:microsoft.com/office/officeart/2005/8/layout/vList3"/>
    <dgm:cxn modelId="{4AD6CB96-E5BF-D743-8A23-C71AC0669AFD}" type="presParOf" srcId="{83D9EE0F-DB4D-C546-8D94-C4715765790D}" destId="{F53D536C-550D-6748-8B45-37B22D062EC6}" srcOrd="1" destOrd="0" presId="urn:microsoft.com/office/officeart/2005/8/layout/vList3"/>
    <dgm:cxn modelId="{4DD851FC-C8EC-3746-945A-A5108A88801F}" type="presParOf" srcId="{4860C73D-0074-8344-8415-946E0D63538B}" destId="{87457C07-7A30-DC4C-8473-0759A7332E62}" srcOrd="3" destOrd="0" presId="urn:microsoft.com/office/officeart/2005/8/layout/vList3"/>
    <dgm:cxn modelId="{EF424111-B9F5-4B4B-9652-6BAE432AF40E}" type="presParOf" srcId="{4860C73D-0074-8344-8415-946E0D63538B}" destId="{20F46E71-ED91-714E-8644-C6EEF304D5ED}" srcOrd="4" destOrd="0" presId="urn:microsoft.com/office/officeart/2005/8/layout/vList3"/>
    <dgm:cxn modelId="{51680873-DAD8-4F4D-9599-A310FAC1AA0C}" type="presParOf" srcId="{20F46E71-ED91-714E-8644-C6EEF304D5ED}" destId="{E2F4D139-EA32-4842-BA5E-01B5E97E596D}" srcOrd="0" destOrd="0" presId="urn:microsoft.com/office/officeart/2005/8/layout/vList3"/>
    <dgm:cxn modelId="{7056A91F-5B8A-AE4C-BB69-AEC361EEF88D}" type="presParOf" srcId="{20F46E71-ED91-714E-8644-C6EEF304D5ED}" destId="{9BEBCC9C-FC30-9846-B08E-BA36AF1DBD0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5EA5793-0FE2-1E4F-B132-7B9E6A0D1E21}" type="doc">
      <dgm:prSet loTypeId="urn:microsoft.com/office/officeart/2005/8/layout/orgChart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MX"/>
        </a:p>
      </dgm:t>
    </dgm:pt>
    <dgm:pt modelId="{4E1DE7A9-7DFD-CD4B-A8A4-7C6AB3ECB44E}">
      <dgm:prSet/>
      <dgm:spPr/>
      <dgm:t>
        <a:bodyPr/>
        <a:lstStyle/>
        <a:p>
          <a:r>
            <a:rPr lang="es-419"/>
            <a:t>Orientado a estandarizar el manejo de las infecciones del tracto urinario (ITU) en gestantes. </a:t>
          </a:r>
          <a:endParaRPr lang="es-CO"/>
        </a:p>
      </dgm:t>
    </dgm:pt>
    <dgm:pt modelId="{D2B2536C-B9C3-4240-A276-EFAC13AC0CD0}" type="parTrans" cxnId="{344D32C8-3B92-0243-8140-C0E3CEC3DDAD}">
      <dgm:prSet/>
      <dgm:spPr/>
      <dgm:t>
        <a:bodyPr/>
        <a:lstStyle/>
        <a:p>
          <a:endParaRPr lang="es-MX"/>
        </a:p>
      </dgm:t>
    </dgm:pt>
    <dgm:pt modelId="{1BF4246B-F7E9-D842-8543-54FFD46800BD}" type="sibTrans" cxnId="{344D32C8-3B92-0243-8140-C0E3CEC3DDAD}">
      <dgm:prSet/>
      <dgm:spPr/>
      <dgm:t>
        <a:bodyPr/>
        <a:lstStyle/>
        <a:p>
          <a:endParaRPr lang="es-MX"/>
        </a:p>
      </dgm:t>
    </dgm:pt>
    <dgm:pt modelId="{EE8851B8-8BB3-B441-B11F-0D160799514B}">
      <dgm:prSet/>
      <dgm:spPr/>
      <dgm:t>
        <a:bodyPr/>
        <a:lstStyle/>
        <a:p>
          <a:r>
            <a:rPr lang="es-419"/>
            <a:t>consulta externa</a:t>
          </a:r>
          <a:endParaRPr lang="es-CO"/>
        </a:p>
      </dgm:t>
    </dgm:pt>
    <dgm:pt modelId="{B7BAAFE7-C109-0247-ABD9-5E701C5BAFB5}" type="parTrans" cxnId="{43C6DB45-681F-1442-A068-413C2384AAA8}">
      <dgm:prSet/>
      <dgm:spPr/>
      <dgm:t>
        <a:bodyPr/>
        <a:lstStyle/>
        <a:p>
          <a:endParaRPr lang="es-MX"/>
        </a:p>
      </dgm:t>
    </dgm:pt>
    <dgm:pt modelId="{686490D3-4C28-194C-87FD-EBC83FEF5DDC}" type="sibTrans" cxnId="{43C6DB45-681F-1442-A068-413C2384AAA8}">
      <dgm:prSet/>
      <dgm:spPr/>
      <dgm:t>
        <a:bodyPr/>
        <a:lstStyle/>
        <a:p>
          <a:endParaRPr lang="es-MX"/>
        </a:p>
      </dgm:t>
    </dgm:pt>
    <dgm:pt modelId="{44D434F5-AB96-BC47-841B-5F2523AD8EEC}">
      <dgm:prSet/>
      <dgm:spPr/>
      <dgm:t>
        <a:bodyPr/>
        <a:lstStyle/>
        <a:p>
          <a:r>
            <a:rPr lang="es-419"/>
            <a:t>urgencias </a:t>
          </a:r>
          <a:endParaRPr lang="es-CO"/>
        </a:p>
      </dgm:t>
    </dgm:pt>
    <dgm:pt modelId="{E1C7A6E9-9D60-3442-B2FA-3374E6BF3711}" type="parTrans" cxnId="{184919FE-56BA-B342-888D-C19435BA8755}">
      <dgm:prSet/>
      <dgm:spPr/>
      <dgm:t>
        <a:bodyPr/>
        <a:lstStyle/>
        <a:p>
          <a:endParaRPr lang="es-MX"/>
        </a:p>
      </dgm:t>
    </dgm:pt>
    <dgm:pt modelId="{E5917CF6-DB57-644B-80E7-C3835E111ACF}" type="sibTrans" cxnId="{184919FE-56BA-B342-888D-C19435BA8755}">
      <dgm:prSet/>
      <dgm:spPr/>
      <dgm:t>
        <a:bodyPr/>
        <a:lstStyle/>
        <a:p>
          <a:endParaRPr lang="es-MX"/>
        </a:p>
      </dgm:t>
    </dgm:pt>
    <dgm:pt modelId="{0FC937D2-3ACA-4049-9B75-41F6696AE990}">
      <dgm:prSet/>
      <dgm:spPr/>
      <dgm:t>
        <a:bodyPr/>
        <a:lstStyle/>
        <a:p>
          <a:r>
            <a:rPr lang="es-419"/>
            <a:t>hospitalización en ginecoobstetricia</a:t>
          </a:r>
          <a:endParaRPr lang="es-CO"/>
        </a:p>
      </dgm:t>
    </dgm:pt>
    <dgm:pt modelId="{C3B7B5EA-8143-FA46-BDE6-2C0721FF38D0}" type="parTrans" cxnId="{3637EF40-5831-624E-BECC-01421F7FFED4}">
      <dgm:prSet/>
      <dgm:spPr/>
      <dgm:t>
        <a:bodyPr/>
        <a:lstStyle/>
        <a:p>
          <a:endParaRPr lang="es-MX"/>
        </a:p>
      </dgm:t>
    </dgm:pt>
    <dgm:pt modelId="{CC985F42-E156-2B42-854B-8A5DAD7C02BC}" type="sibTrans" cxnId="{3637EF40-5831-624E-BECC-01421F7FFED4}">
      <dgm:prSet/>
      <dgm:spPr/>
      <dgm:t>
        <a:bodyPr/>
        <a:lstStyle/>
        <a:p>
          <a:endParaRPr lang="es-MX"/>
        </a:p>
      </dgm:t>
    </dgm:pt>
    <dgm:pt modelId="{43DF022C-2639-4944-B316-F41B289B2D27}" type="pres">
      <dgm:prSet presAssocID="{05EA5793-0FE2-1E4F-B132-7B9E6A0D1E2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2F7483B-E6B1-754A-B9F0-D5EBB54BB572}" type="pres">
      <dgm:prSet presAssocID="{4E1DE7A9-7DFD-CD4B-A8A4-7C6AB3ECB44E}" presName="hierRoot1" presStyleCnt="0">
        <dgm:presLayoutVars>
          <dgm:hierBranch val="init"/>
        </dgm:presLayoutVars>
      </dgm:prSet>
      <dgm:spPr/>
    </dgm:pt>
    <dgm:pt modelId="{5128E437-102C-7442-8472-3C32B97D58E5}" type="pres">
      <dgm:prSet presAssocID="{4E1DE7A9-7DFD-CD4B-A8A4-7C6AB3ECB44E}" presName="rootComposite1" presStyleCnt="0"/>
      <dgm:spPr/>
    </dgm:pt>
    <dgm:pt modelId="{5C412237-60FD-1E4D-9840-0761B8F0414A}" type="pres">
      <dgm:prSet presAssocID="{4E1DE7A9-7DFD-CD4B-A8A4-7C6AB3ECB44E}" presName="rootText1" presStyleLbl="node0" presStyleIdx="0" presStyleCnt="1">
        <dgm:presLayoutVars>
          <dgm:chPref val="3"/>
        </dgm:presLayoutVars>
      </dgm:prSet>
      <dgm:spPr/>
    </dgm:pt>
    <dgm:pt modelId="{B8C82E64-3019-E243-B571-5DA8161A24FA}" type="pres">
      <dgm:prSet presAssocID="{4E1DE7A9-7DFD-CD4B-A8A4-7C6AB3ECB44E}" presName="rootConnector1" presStyleLbl="node1" presStyleIdx="0" presStyleCnt="0"/>
      <dgm:spPr/>
    </dgm:pt>
    <dgm:pt modelId="{3338A552-A789-4D47-BC30-EF6285416958}" type="pres">
      <dgm:prSet presAssocID="{4E1DE7A9-7DFD-CD4B-A8A4-7C6AB3ECB44E}" presName="hierChild2" presStyleCnt="0"/>
      <dgm:spPr/>
    </dgm:pt>
    <dgm:pt modelId="{82FE62C6-F0A6-7C47-AF03-E12898643488}" type="pres">
      <dgm:prSet presAssocID="{B7BAAFE7-C109-0247-ABD9-5E701C5BAFB5}" presName="Name37" presStyleLbl="parChTrans1D2" presStyleIdx="0" presStyleCnt="3"/>
      <dgm:spPr/>
    </dgm:pt>
    <dgm:pt modelId="{C898D9A5-D39D-8049-8022-B26C379EBA6A}" type="pres">
      <dgm:prSet presAssocID="{EE8851B8-8BB3-B441-B11F-0D160799514B}" presName="hierRoot2" presStyleCnt="0">
        <dgm:presLayoutVars>
          <dgm:hierBranch val="init"/>
        </dgm:presLayoutVars>
      </dgm:prSet>
      <dgm:spPr/>
    </dgm:pt>
    <dgm:pt modelId="{74893327-BE07-6044-BEF7-FF2B1E5BD1BC}" type="pres">
      <dgm:prSet presAssocID="{EE8851B8-8BB3-B441-B11F-0D160799514B}" presName="rootComposite" presStyleCnt="0"/>
      <dgm:spPr/>
    </dgm:pt>
    <dgm:pt modelId="{6D0DC1F4-9BCF-FA4A-A5C7-7F46E4C552DA}" type="pres">
      <dgm:prSet presAssocID="{EE8851B8-8BB3-B441-B11F-0D160799514B}" presName="rootText" presStyleLbl="node2" presStyleIdx="0" presStyleCnt="3">
        <dgm:presLayoutVars>
          <dgm:chPref val="3"/>
        </dgm:presLayoutVars>
      </dgm:prSet>
      <dgm:spPr/>
    </dgm:pt>
    <dgm:pt modelId="{DF527314-EED5-604B-A072-41F13FCC5FF3}" type="pres">
      <dgm:prSet presAssocID="{EE8851B8-8BB3-B441-B11F-0D160799514B}" presName="rootConnector" presStyleLbl="node2" presStyleIdx="0" presStyleCnt="3"/>
      <dgm:spPr/>
    </dgm:pt>
    <dgm:pt modelId="{F35C5A65-2FEF-B64B-A5F9-5BFFD49680AE}" type="pres">
      <dgm:prSet presAssocID="{EE8851B8-8BB3-B441-B11F-0D160799514B}" presName="hierChild4" presStyleCnt="0"/>
      <dgm:spPr/>
    </dgm:pt>
    <dgm:pt modelId="{B2D2C242-F954-FA49-B147-02D475D68CBB}" type="pres">
      <dgm:prSet presAssocID="{EE8851B8-8BB3-B441-B11F-0D160799514B}" presName="hierChild5" presStyleCnt="0"/>
      <dgm:spPr/>
    </dgm:pt>
    <dgm:pt modelId="{26FDE19D-8D30-1647-AF02-3182DA7ABE79}" type="pres">
      <dgm:prSet presAssocID="{E1C7A6E9-9D60-3442-B2FA-3374E6BF3711}" presName="Name37" presStyleLbl="parChTrans1D2" presStyleIdx="1" presStyleCnt="3"/>
      <dgm:spPr/>
    </dgm:pt>
    <dgm:pt modelId="{D2AFA1BB-3E86-4943-8823-47CF4649076B}" type="pres">
      <dgm:prSet presAssocID="{44D434F5-AB96-BC47-841B-5F2523AD8EEC}" presName="hierRoot2" presStyleCnt="0">
        <dgm:presLayoutVars>
          <dgm:hierBranch val="init"/>
        </dgm:presLayoutVars>
      </dgm:prSet>
      <dgm:spPr/>
    </dgm:pt>
    <dgm:pt modelId="{CEE257CE-FE8D-4240-8B83-7D727AA0F4AD}" type="pres">
      <dgm:prSet presAssocID="{44D434F5-AB96-BC47-841B-5F2523AD8EEC}" presName="rootComposite" presStyleCnt="0"/>
      <dgm:spPr/>
    </dgm:pt>
    <dgm:pt modelId="{FCC7EFBC-53E9-9645-9E88-F70654E3190D}" type="pres">
      <dgm:prSet presAssocID="{44D434F5-AB96-BC47-841B-5F2523AD8EEC}" presName="rootText" presStyleLbl="node2" presStyleIdx="1" presStyleCnt="3">
        <dgm:presLayoutVars>
          <dgm:chPref val="3"/>
        </dgm:presLayoutVars>
      </dgm:prSet>
      <dgm:spPr/>
    </dgm:pt>
    <dgm:pt modelId="{FEBB6490-067F-5644-AFFC-46A0BD7D5D86}" type="pres">
      <dgm:prSet presAssocID="{44D434F5-AB96-BC47-841B-5F2523AD8EEC}" presName="rootConnector" presStyleLbl="node2" presStyleIdx="1" presStyleCnt="3"/>
      <dgm:spPr/>
    </dgm:pt>
    <dgm:pt modelId="{2D2F251F-114B-2446-8AAE-D73EF2B2536B}" type="pres">
      <dgm:prSet presAssocID="{44D434F5-AB96-BC47-841B-5F2523AD8EEC}" presName="hierChild4" presStyleCnt="0"/>
      <dgm:spPr/>
    </dgm:pt>
    <dgm:pt modelId="{D3DC26E5-975A-D74C-9B22-879114678BF8}" type="pres">
      <dgm:prSet presAssocID="{44D434F5-AB96-BC47-841B-5F2523AD8EEC}" presName="hierChild5" presStyleCnt="0"/>
      <dgm:spPr/>
    </dgm:pt>
    <dgm:pt modelId="{DC0C1BD6-3F12-274B-AD57-9342AB9F80A6}" type="pres">
      <dgm:prSet presAssocID="{C3B7B5EA-8143-FA46-BDE6-2C0721FF38D0}" presName="Name37" presStyleLbl="parChTrans1D2" presStyleIdx="2" presStyleCnt="3"/>
      <dgm:spPr/>
    </dgm:pt>
    <dgm:pt modelId="{698E45F2-63A1-5D4C-AC4F-4F1D6C397019}" type="pres">
      <dgm:prSet presAssocID="{0FC937D2-3ACA-4049-9B75-41F6696AE990}" presName="hierRoot2" presStyleCnt="0">
        <dgm:presLayoutVars>
          <dgm:hierBranch val="init"/>
        </dgm:presLayoutVars>
      </dgm:prSet>
      <dgm:spPr/>
    </dgm:pt>
    <dgm:pt modelId="{138FBDE8-F45F-C04F-B134-7C9156DDEDD3}" type="pres">
      <dgm:prSet presAssocID="{0FC937D2-3ACA-4049-9B75-41F6696AE990}" presName="rootComposite" presStyleCnt="0"/>
      <dgm:spPr/>
    </dgm:pt>
    <dgm:pt modelId="{72D12849-D28F-054F-B422-ACEE78DAE236}" type="pres">
      <dgm:prSet presAssocID="{0FC937D2-3ACA-4049-9B75-41F6696AE990}" presName="rootText" presStyleLbl="node2" presStyleIdx="2" presStyleCnt="3">
        <dgm:presLayoutVars>
          <dgm:chPref val="3"/>
        </dgm:presLayoutVars>
      </dgm:prSet>
      <dgm:spPr/>
    </dgm:pt>
    <dgm:pt modelId="{0F540F19-6649-8A46-AD91-127A329986D0}" type="pres">
      <dgm:prSet presAssocID="{0FC937D2-3ACA-4049-9B75-41F6696AE990}" presName="rootConnector" presStyleLbl="node2" presStyleIdx="2" presStyleCnt="3"/>
      <dgm:spPr/>
    </dgm:pt>
    <dgm:pt modelId="{D8B3A008-C094-624D-BA25-8B7F3A827ECF}" type="pres">
      <dgm:prSet presAssocID="{0FC937D2-3ACA-4049-9B75-41F6696AE990}" presName="hierChild4" presStyleCnt="0"/>
      <dgm:spPr/>
    </dgm:pt>
    <dgm:pt modelId="{DD9DD7D3-F923-C84E-9CE1-14B3C83A0E2F}" type="pres">
      <dgm:prSet presAssocID="{0FC937D2-3ACA-4049-9B75-41F6696AE990}" presName="hierChild5" presStyleCnt="0"/>
      <dgm:spPr/>
    </dgm:pt>
    <dgm:pt modelId="{65B8CB38-5A38-3A4F-9BB5-D63E480CF65D}" type="pres">
      <dgm:prSet presAssocID="{4E1DE7A9-7DFD-CD4B-A8A4-7C6AB3ECB44E}" presName="hierChild3" presStyleCnt="0"/>
      <dgm:spPr/>
    </dgm:pt>
  </dgm:ptLst>
  <dgm:cxnLst>
    <dgm:cxn modelId="{F1E5AD08-8010-3F46-A969-6454A2E5CA64}" type="presOf" srcId="{4E1DE7A9-7DFD-CD4B-A8A4-7C6AB3ECB44E}" destId="{5C412237-60FD-1E4D-9840-0761B8F0414A}" srcOrd="0" destOrd="0" presId="urn:microsoft.com/office/officeart/2005/8/layout/orgChart1"/>
    <dgm:cxn modelId="{EC8EE923-E569-0445-B412-033B789D4598}" type="presOf" srcId="{EE8851B8-8BB3-B441-B11F-0D160799514B}" destId="{6D0DC1F4-9BCF-FA4A-A5C7-7F46E4C552DA}" srcOrd="0" destOrd="0" presId="urn:microsoft.com/office/officeart/2005/8/layout/orgChart1"/>
    <dgm:cxn modelId="{090DBD37-E2BD-8544-A510-68DB1BA71999}" type="presOf" srcId="{C3B7B5EA-8143-FA46-BDE6-2C0721FF38D0}" destId="{DC0C1BD6-3F12-274B-AD57-9342AB9F80A6}" srcOrd="0" destOrd="0" presId="urn:microsoft.com/office/officeart/2005/8/layout/orgChart1"/>
    <dgm:cxn modelId="{3637EF40-5831-624E-BECC-01421F7FFED4}" srcId="{4E1DE7A9-7DFD-CD4B-A8A4-7C6AB3ECB44E}" destId="{0FC937D2-3ACA-4049-9B75-41F6696AE990}" srcOrd="2" destOrd="0" parTransId="{C3B7B5EA-8143-FA46-BDE6-2C0721FF38D0}" sibTransId="{CC985F42-E156-2B42-854B-8A5DAD7C02BC}"/>
    <dgm:cxn modelId="{43C6DB45-681F-1442-A068-413C2384AAA8}" srcId="{4E1DE7A9-7DFD-CD4B-A8A4-7C6AB3ECB44E}" destId="{EE8851B8-8BB3-B441-B11F-0D160799514B}" srcOrd="0" destOrd="0" parTransId="{B7BAAFE7-C109-0247-ABD9-5E701C5BAFB5}" sibTransId="{686490D3-4C28-194C-87FD-EBC83FEF5DDC}"/>
    <dgm:cxn modelId="{AF0D0B55-AB28-B847-866C-763F7CFE54D8}" type="presOf" srcId="{4E1DE7A9-7DFD-CD4B-A8A4-7C6AB3ECB44E}" destId="{B8C82E64-3019-E243-B571-5DA8161A24FA}" srcOrd="1" destOrd="0" presId="urn:microsoft.com/office/officeart/2005/8/layout/orgChart1"/>
    <dgm:cxn modelId="{9325DD58-F393-AC4E-A343-CE508E2AAE69}" type="presOf" srcId="{E1C7A6E9-9D60-3442-B2FA-3374E6BF3711}" destId="{26FDE19D-8D30-1647-AF02-3182DA7ABE79}" srcOrd="0" destOrd="0" presId="urn:microsoft.com/office/officeart/2005/8/layout/orgChart1"/>
    <dgm:cxn modelId="{8FE0CAA2-B20C-524F-9C1D-096247BDF1A4}" type="presOf" srcId="{0FC937D2-3ACA-4049-9B75-41F6696AE990}" destId="{72D12849-D28F-054F-B422-ACEE78DAE236}" srcOrd="0" destOrd="0" presId="urn:microsoft.com/office/officeart/2005/8/layout/orgChart1"/>
    <dgm:cxn modelId="{A8EDCEA9-B6D1-FF40-96F7-4D03B0ABB336}" type="presOf" srcId="{44D434F5-AB96-BC47-841B-5F2523AD8EEC}" destId="{FCC7EFBC-53E9-9645-9E88-F70654E3190D}" srcOrd="0" destOrd="0" presId="urn:microsoft.com/office/officeart/2005/8/layout/orgChart1"/>
    <dgm:cxn modelId="{731EC4AA-AC52-834C-864B-73C8F6CE42AD}" type="presOf" srcId="{EE8851B8-8BB3-B441-B11F-0D160799514B}" destId="{DF527314-EED5-604B-A072-41F13FCC5FF3}" srcOrd="1" destOrd="0" presId="urn:microsoft.com/office/officeart/2005/8/layout/orgChart1"/>
    <dgm:cxn modelId="{9090A0BA-66D7-C146-B33A-C19D8FCCA648}" type="presOf" srcId="{B7BAAFE7-C109-0247-ABD9-5E701C5BAFB5}" destId="{82FE62C6-F0A6-7C47-AF03-E12898643488}" srcOrd="0" destOrd="0" presId="urn:microsoft.com/office/officeart/2005/8/layout/orgChart1"/>
    <dgm:cxn modelId="{5E48C5C1-550D-C44C-B3E4-EB46A10DCE7C}" type="presOf" srcId="{05EA5793-0FE2-1E4F-B132-7B9E6A0D1E21}" destId="{43DF022C-2639-4944-B316-F41B289B2D27}" srcOrd="0" destOrd="0" presId="urn:microsoft.com/office/officeart/2005/8/layout/orgChart1"/>
    <dgm:cxn modelId="{344D32C8-3B92-0243-8140-C0E3CEC3DDAD}" srcId="{05EA5793-0FE2-1E4F-B132-7B9E6A0D1E21}" destId="{4E1DE7A9-7DFD-CD4B-A8A4-7C6AB3ECB44E}" srcOrd="0" destOrd="0" parTransId="{D2B2536C-B9C3-4240-A276-EFAC13AC0CD0}" sibTransId="{1BF4246B-F7E9-D842-8543-54FFD46800BD}"/>
    <dgm:cxn modelId="{2CBD6FC9-78DC-294B-98BD-A9C74AF5112F}" type="presOf" srcId="{0FC937D2-3ACA-4049-9B75-41F6696AE990}" destId="{0F540F19-6649-8A46-AD91-127A329986D0}" srcOrd="1" destOrd="0" presId="urn:microsoft.com/office/officeart/2005/8/layout/orgChart1"/>
    <dgm:cxn modelId="{4D6B53CB-5924-F84E-9C05-1786CD2FA6EE}" type="presOf" srcId="{44D434F5-AB96-BC47-841B-5F2523AD8EEC}" destId="{FEBB6490-067F-5644-AFFC-46A0BD7D5D86}" srcOrd="1" destOrd="0" presId="urn:microsoft.com/office/officeart/2005/8/layout/orgChart1"/>
    <dgm:cxn modelId="{184919FE-56BA-B342-888D-C19435BA8755}" srcId="{4E1DE7A9-7DFD-CD4B-A8A4-7C6AB3ECB44E}" destId="{44D434F5-AB96-BC47-841B-5F2523AD8EEC}" srcOrd="1" destOrd="0" parTransId="{E1C7A6E9-9D60-3442-B2FA-3374E6BF3711}" sibTransId="{E5917CF6-DB57-644B-80E7-C3835E111ACF}"/>
    <dgm:cxn modelId="{32D2B3E3-8BEF-AF41-B36D-C4AE6B0177D7}" type="presParOf" srcId="{43DF022C-2639-4944-B316-F41B289B2D27}" destId="{12F7483B-E6B1-754A-B9F0-D5EBB54BB572}" srcOrd="0" destOrd="0" presId="urn:microsoft.com/office/officeart/2005/8/layout/orgChart1"/>
    <dgm:cxn modelId="{91424FE3-2CFE-C84E-ACF0-73262F1324DC}" type="presParOf" srcId="{12F7483B-E6B1-754A-B9F0-D5EBB54BB572}" destId="{5128E437-102C-7442-8472-3C32B97D58E5}" srcOrd="0" destOrd="0" presId="urn:microsoft.com/office/officeart/2005/8/layout/orgChart1"/>
    <dgm:cxn modelId="{3E4F2861-6ED9-C84B-AE62-85EBBAD88BDB}" type="presParOf" srcId="{5128E437-102C-7442-8472-3C32B97D58E5}" destId="{5C412237-60FD-1E4D-9840-0761B8F0414A}" srcOrd="0" destOrd="0" presId="urn:microsoft.com/office/officeart/2005/8/layout/orgChart1"/>
    <dgm:cxn modelId="{D9C54EED-C329-0243-8587-A9F10C093F20}" type="presParOf" srcId="{5128E437-102C-7442-8472-3C32B97D58E5}" destId="{B8C82E64-3019-E243-B571-5DA8161A24FA}" srcOrd="1" destOrd="0" presId="urn:microsoft.com/office/officeart/2005/8/layout/orgChart1"/>
    <dgm:cxn modelId="{E0CB0D85-9AB6-6847-9AC6-E63FE3F25D07}" type="presParOf" srcId="{12F7483B-E6B1-754A-B9F0-D5EBB54BB572}" destId="{3338A552-A789-4D47-BC30-EF6285416958}" srcOrd="1" destOrd="0" presId="urn:microsoft.com/office/officeart/2005/8/layout/orgChart1"/>
    <dgm:cxn modelId="{6D0D933D-B85E-044E-A329-BAD824047ED5}" type="presParOf" srcId="{3338A552-A789-4D47-BC30-EF6285416958}" destId="{82FE62C6-F0A6-7C47-AF03-E12898643488}" srcOrd="0" destOrd="0" presId="urn:microsoft.com/office/officeart/2005/8/layout/orgChart1"/>
    <dgm:cxn modelId="{2E37D612-5FE3-9E48-8705-64610967B600}" type="presParOf" srcId="{3338A552-A789-4D47-BC30-EF6285416958}" destId="{C898D9A5-D39D-8049-8022-B26C379EBA6A}" srcOrd="1" destOrd="0" presId="urn:microsoft.com/office/officeart/2005/8/layout/orgChart1"/>
    <dgm:cxn modelId="{FAFF229F-B14A-3148-9D3F-B2F1FDEEC52E}" type="presParOf" srcId="{C898D9A5-D39D-8049-8022-B26C379EBA6A}" destId="{74893327-BE07-6044-BEF7-FF2B1E5BD1BC}" srcOrd="0" destOrd="0" presId="urn:microsoft.com/office/officeart/2005/8/layout/orgChart1"/>
    <dgm:cxn modelId="{ED18F9CC-AF97-3A40-80B5-878B18272B8F}" type="presParOf" srcId="{74893327-BE07-6044-BEF7-FF2B1E5BD1BC}" destId="{6D0DC1F4-9BCF-FA4A-A5C7-7F46E4C552DA}" srcOrd="0" destOrd="0" presId="urn:microsoft.com/office/officeart/2005/8/layout/orgChart1"/>
    <dgm:cxn modelId="{7A71AFB1-5F1E-0F40-ACC4-D01B9A10F226}" type="presParOf" srcId="{74893327-BE07-6044-BEF7-FF2B1E5BD1BC}" destId="{DF527314-EED5-604B-A072-41F13FCC5FF3}" srcOrd="1" destOrd="0" presId="urn:microsoft.com/office/officeart/2005/8/layout/orgChart1"/>
    <dgm:cxn modelId="{6C4789F0-D060-A34F-AEEA-A43C71D457AE}" type="presParOf" srcId="{C898D9A5-D39D-8049-8022-B26C379EBA6A}" destId="{F35C5A65-2FEF-B64B-A5F9-5BFFD49680AE}" srcOrd="1" destOrd="0" presId="urn:microsoft.com/office/officeart/2005/8/layout/orgChart1"/>
    <dgm:cxn modelId="{49B431CA-6ADD-9C4E-B425-0D5129FBA794}" type="presParOf" srcId="{C898D9A5-D39D-8049-8022-B26C379EBA6A}" destId="{B2D2C242-F954-FA49-B147-02D475D68CBB}" srcOrd="2" destOrd="0" presId="urn:microsoft.com/office/officeart/2005/8/layout/orgChart1"/>
    <dgm:cxn modelId="{84FBF23F-6CF1-C947-B9D5-B8D5361890F3}" type="presParOf" srcId="{3338A552-A789-4D47-BC30-EF6285416958}" destId="{26FDE19D-8D30-1647-AF02-3182DA7ABE79}" srcOrd="2" destOrd="0" presId="urn:microsoft.com/office/officeart/2005/8/layout/orgChart1"/>
    <dgm:cxn modelId="{8B23B5E1-95AD-A34F-96A2-367AA283F76E}" type="presParOf" srcId="{3338A552-A789-4D47-BC30-EF6285416958}" destId="{D2AFA1BB-3E86-4943-8823-47CF4649076B}" srcOrd="3" destOrd="0" presId="urn:microsoft.com/office/officeart/2005/8/layout/orgChart1"/>
    <dgm:cxn modelId="{35305C70-E1B5-B54E-BBFB-6226996557D3}" type="presParOf" srcId="{D2AFA1BB-3E86-4943-8823-47CF4649076B}" destId="{CEE257CE-FE8D-4240-8B83-7D727AA0F4AD}" srcOrd="0" destOrd="0" presId="urn:microsoft.com/office/officeart/2005/8/layout/orgChart1"/>
    <dgm:cxn modelId="{1A59DC9A-07BD-0648-A1F0-4080ED800237}" type="presParOf" srcId="{CEE257CE-FE8D-4240-8B83-7D727AA0F4AD}" destId="{FCC7EFBC-53E9-9645-9E88-F70654E3190D}" srcOrd="0" destOrd="0" presId="urn:microsoft.com/office/officeart/2005/8/layout/orgChart1"/>
    <dgm:cxn modelId="{311F6594-40BB-9045-9BBF-72232C412763}" type="presParOf" srcId="{CEE257CE-FE8D-4240-8B83-7D727AA0F4AD}" destId="{FEBB6490-067F-5644-AFFC-46A0BD7D5D86}" srcOrd="1" destOrd="0" presId="urn:microsoft.com/office/officeart/2005/8/layout/orgChart1"/>
    <dgm:cxn modelId="{E8003587-5620-CF40-AF96-7B40AB02654B}" type="presParOf" srcId="{D2AFA1BB-3E86-4943-8823-47CF4649076B}" destId="{2D2F251F-114B-2446-8AAE-D73EF2B2536B}" srcOrd="1" destOrd="0" presId="urn:microsoft.com/office/officeart/2005/8/layout/orgChart1"/>
    <dgm:cxn modelId="{E108F02E-7686-254B-B961-154C243319B9}" type="presParOf" srcId="{D2AFA1BB-3E86-4943-8823-47CF4649076B}" destId="{D3DC26E5-975A-D74C-9B22-879114678BF8}" srcOrd="2" destOrd="0" presId="urn:microsoft.com/office/officeart/2005/8/layout/orgChart1"/>
    <dgm:cxn modelId="{B860CBF0-E609-F744-8269-75191FD44301}" type="presParOf" srcId="{3338A552-A789-4D47-BC30-EF6285416958}" destId="{DC0C1BD6-3F12-274B-AD57-9342AB9F80A6}" srcOrd="4" destOrd="0" presId="urn:microsoft.com/office/officeart/2005/8/layout/orgChart1"/>
    <dgm:cxn modelId="{CA89FCAC-8797-BF49-9464-B4B8C17F99E9}" type="presParOf" srcId="{3338A552-A789-4D47-BC30-EF6285416958}" destId="{698E45F2-63A1-5D4C-AC4F-4F1D6C397019}" srcOrd="5" destOrd="0" presId="urn:microsoft.com/office/officeart/2005/8/layout/orgChart1"/>
    <dgm:cxn modelId="{EEDC8A6E-217B-2E4E-965F-B6CC10EE7A0B}" type="presParOf" srcId="{698E45F2-63A1-5D4C-AC4F-4F1D6C397019}" destId="{138FBDE8-F45F-C04F-B134-7C9156DDEDD3}" srcOrd="0" destOrd="0" presId="urn:microsoft.com/office/officeart/2005/8/layout/orgChart1"/>
    <dgm:cxn modelId="{D117388B-89C5-7E42-878E-ED93C5CE3BC5}" type="presParOf" srcId="{138FBDE8-F45F-C04F-B134-7C9156DDEDD3}" destId="{72D12849-D28F-054F-B422-ACEE78DAE236}" srcOrd="0" destOrd="0" presId="urn:microsoft.com/office/officeart/2005/8/layout/orgChart1"/>
    <dgm:cxn modelId="{8156E31D-B787-7A4D-A493-9BC75F9F4626}" type="presParOf" srcId="{138FBDE8-F45F-C04F-B134-7C9156DDEDD3}" destId="{0F540F19-6649-8A46-AD91-127A329986D0}" srcOrd="1" destOrd="0" presId="urn:microsoft.com/office/officeart/2005/8/layout/orgChart1"/>
    <dgm:cxn modelId="{F2D1EDD9-D9CF-7646-900F-84C36F5741A4}" type="presParOf" srcId="{698E45F2-63A1-5D4C-AC4F-4F1D6C397019}" destId="{D8B3A008-C094-624D-BA25-8B7F3A827ECF}" srcOrd="1" destOrd="0" presId="urn:microsoft.com/office/officeart/2005/8/layout/orgChart1"/>
    <dgm:cxn modelId="{70733B8E-BE76-4941-9FBD-C000AC238FF7}" type="presParOf" srcId="{698E45F2-63A1-5D4C-AC4F-4F1D6C397019}" destId="{DD9DD7D3-F923-C84E-9CE1-14B3C83A0E2F}" srcOrd="2" destOrd="0" presId="urn:microsoft.com/office/officeart/2005/8/layout/orgChart1"/>
    <dgm:cxn modelId="{509A5CD2-C638-5245-AFE1-254AEFE47989}" type="presParOf" srcId="{12F7483B-E6B1-754A-B9F0-D5EBB54BB572}" destId="{65B8CB38-5A38-3A4F-9BB5-D63E480CF65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478AE85-0023-B446-A8E4-B30AA5D7904B}" type="doc">
      <dgm:prSet loTypeId="urn:microsoft.com/office/officeart/2005/8/layout/cycle3" loCatId="cycle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s-MX"/>
        </a:p>
      </dgm:t>
    </dgm:pt>
    <dgm:pt modelId="{465E7DED-D3E6-8142-A1DC-30EF0015F014}">
      <dgm:prSet/>
      <dgm:spPr/>
      <dgm:t>
        <a:bodyPr/>
        <a:lstStyle/>
        <a:p>
          <a:r>
            <a:rPr lang="es-CO"/>
            <a:t>BACTERIURIA ASINTOMÁTICA</a:t>
          </a:r>
        </a:p>
      </dgm:t>
    </dgm:pt>
    <dgm:pt modelId="{C483D7E4-C5F9-7440-8F70-4F8E176BE6FD}" type="parTrans" cxnId="{95E3F3EF-FF61-F442-9F5D-F811FFCB21D7}">
      <dgm:prSet/>
      <dgm:spPr/>
      <dgm:t>
        <a:bodyPr/>
        <a:lstStyle/>
        <a:p>
          <a:endParaRPr lang="es-MX"/>
        </a:p>
      </dgm:t>
    </dgm:pt>
    <dgm:pt modelId="{E8AD0534-F6F0-154B-84EA-ED13F4856C4A}" type="sibTrans" cxnId="{95E3F3EF-FF61-F442-9F5D-F811FFCB21D7}">
      <dgm:prSet/>
      <dgm:spPr/>
      <dgm:t>
        <a:bodyPr/>
        <a:lstStyle/>
        <a:p>
          <a:endParaRPr lang="es-MX"/>
        </a:p>
      </dgm:t>
    </dgm:pt>
    <dgm:pt modelId="{4FC43170-2CE3-CA41-A585-E3DBDBA94449}">
      <dgm:prSet/>
      <dgm:spPr/>
      <dgm:t>
        <a:bodyPr/>
        <a:lstStyle/>
        <a:p>
          <a:r>
            <a:rPr lang="es-CO"/>
            <a:t>No signos clínicos aparentes</a:t>
          </a:r>
        </a:p>
      </dgm:t>
    </dgm:pt>
    <dgm:pt modelId="{D2718F79-2D9C-594F-905E-64C7DB9BDF8A}" type="parTrans" cxnId="{939D9E9A-9458-584B-9D76-56053045EE72}">
      <dgm:prSet/>
      <dgm:spPr/>
      <dgm:t>
        <a:bodyPr/>
        <a:lstStyle/>
        <a:p>
          <a:endParaRPr lang="es-MX"/>
        </a:p>
      </dgm:t>
    </dgm:pt>
    <dgm:pt modelId="{5A3FAFB8-ABC7-A54D-B8C7-17C0EA035372}" type="sibTrans" cxnId="{939D9E9A-9458-584B-9D76-56053045EE72}">
      <dgm:prSet/>
      <dgm:spPr/>
      <dgm:t>
        <a:bodyPr/>
        <a:lstStyle/>
        <a:p>
          <a:endParaRPr lang="es-MX"/>
        </a:p>
      </dgm:t>
    </dgm:pt>
    <dgm:pt modelId="{C91ED723-7823-F546-8BCA-BB6433A0DF9C}">
      <dgm:prSet/>
      <dgm:spPr/>
      <dgm:t>
        <a:bodyPr/>
        <a:lstStyle/>
        <a:p>
          <a:r>
            <a:rPr lang="es-CO" dirty="0"/>
            <a:t>su detección depende exclusivamente de la realización sistemática de urocultivo</a:t>
          </a:r>
        </a:p>
      </dgm:t>
    </dgm:pt>
    <dgm:pt modelId="{1037F73F-3943-BF40-ABD3-56E212358084}" type="parTrans" cxnId="{D496C398-B0B9-AD41-8467-40B0646D2FF3}">
      <dgm:prSet/>
      <dgm:spPr/>
      <dgm:t>
        <a:bodyPr/>
        <a:lstStyle/>
        <a:p>
          <a:endParaRPr lang="es-MX"/>
        </a:p>
      </dgm:t>
    </dgm:pt>
    <dgm:pt modelId="{54C5A054-45F3-9C48-AD5E-AA9D95411C40}" type="sibTrans" cxnId="{D496C398-B0B9-AD41-8467-40B0646D2FF3}">
      <dgm:prSet/>
      <dgm:spPr/>
      <dgm:t>
        <a:bodyPr/>
        <a:lstStyle/>
        <a:p>
          <a:endParaRPr lang="es-MX"/>
        </a:p>
      </dgm:t>
    </dgm:pt>
    <dgm:pt modelId="{FB8098A7-D1E3-EC4D-9820-AAFEC5D994BA}">
      <dgm:prSet/>
      <dgm:spPr/>
      <dgm:t>
        <a:bodyPr/>
        <a:lstStyle/>
        <a:p>
          <a:r>
            <a:rPr lang="es-CO"/>
            <a:t>CISTITIS AGUDA </a:t>
          </a:r>
        </a:p>
      </dgm:t>
    </dgm:pt>
    <dgm:pt modelId="{E77AAF32-EBDB-3A46-A79A-ECC3E8BC430B}" type="parTrans" cxnId="{FF07AD00-4E2B-B146-A316-4B42EC967C67}">
      <dgm:prSet/>
      <dgm:spPr/>
      <dgm:t>
        <a:bodyPr/>
        <a:lstStyle/>
        <a:p>
          <a:endParaRPr lang="es-MX"/>
        </a:p>
      </dgm:t>
    </dgm:pt>
    <dgm:pt modelId="{CE41125E-8516-954B-B641-2B4E9E93CB33}" type="sibTrans" cxnId="{FF07AD00-4E2B-B146-A316-4B42EC967C67}">
      <dgm:prSet/>
      <dgm:spPr/>
      <dgm:t>
        <a:bodyPr/>
        <a:lstStyle/>
        <a:p>
          <a:endParaRPr lang="es-MX"/>
        </a:p>
      </dgm:t>
    </dgm:pt>
    <dgm:pt modelId="{F0C150DF-E538-D649-B312-A759DD2E2979}">
      <dgm:prSet/>
      <dgm:spPr/>
      <dgm:t>
        <a:bodyPr/>
        <a:lstStyle/>
        <a:p>
          <a:r>
            <a:rPr lang="es-CO"/>
            <a:t>Disuria</a:t>
          </a:r>
        </a:p>
      </dgm:t>
    </dgm:pt>
    <dgm:pt modelId="{555F89B4-37EB-E847-8AC1-DD3FA5BDDE04}" type="parTrans" cxnId="{C4AA0D5A-102B-BB46-BF3C-1A520399E925}">
      <dgm:prSet/>
      <dgm:spPr/>
      <dgm:t>
        <a:bodyPr/>
        <a:lstStyle/>
        <a:p>
          <a:endParaRPr lang="es-MX"/>
        </a:p>
      </dgm:t>
    </dgm:pt>
    <dgm:pt modelId="{DCC89195-142C-3B48-A6F7-F7D8A0CD7AD2}" type="sibTrans" cxnId="{C4AA0D5A-102B-BB46-BF3C-1A520399E925}">
      <dgm:prSet/>
      <dgm:spPr/>
      <dgm:t>
        <a:bodyPr/>
        <a:lstStyle/>
        <a:p>
          <a:endParaRPr lang="es-MX"/>
        </a:p>
      </dgm:t>
    </dgm:pt>
    <dgm:pt modelId="{A353D237-3AA4-A245-9B6A-1BD292735D13}">
      <dgm:prSet/>
      <dgm:spPr/>
      <dgm:t>
        <a:bodyPr/>
        <a:lstStyle/>
        <a:p>
          <a:r>
            <a:rPr lang="es-CO"/>
            <a:t>Urgencia</a:t>
          </a:r>
        </a:p>
      </dgm:t>
    </dgm:pt>
    <dgm:pt modelId="{E2661B28-B195-7640-A331-04938271779A}" type="parTrans" cxnId="{FA3BFD6A-B080-A64E-87D0-B3C1A34CD736}">
      <dgm:prSet/>
      <dgm:spPr/>
      <dgm:t>
        <a:bodyPr/>
        <a:lstStyle/>
        <a:p>
          <a:endParaRPr lang="es-MX"/>
        </a:p>
      </dgm:t>
    </dgm:pt>
    <dgm:pt modelId="{4C59769E-B77A-5D49-B622-A0C952393099}" type="sibTrans" cxnId="{FA3BFD6A-B080-A64E-87D0-B3C1A34CD736}">
      <dgm:prSet/>
      <dgm:spPr/>
      <dgm:t>
        <a:bodyPr/>
        <a:lstStyle/>
        <a:p>
          <a:endParaRPr lang="es-MX"/>
        </a:p>
      </dgm:t>
    </dgm:pt>
    <dgm:pt modelId="{A2D71CC5-3225-DD44-AC9F-67995CBEB370}">
      <dgm:prSet/>
      <dgm:spPr/>
      <dgm:t>
        <a:bodyPr/>
        <a:lstStyle/>
        <a:p>
          <a:r>
            <a:rPr lang="es-CO"/>
            <a:t>tenesmo vesical </a:t>
          </a:r>
        </a:p>
      </dgm:t>
    </dgm:pt>
    <dgm:pt modelId="{21BD1EA1-72CF-EE4C-A3C6-50F654DE8107}" type="parTrans" cxnId="{85C57938-B55C-0C4D-8B8F-FA6E8AC9B7D5}">
      <dgm:prSet/>
      <dgm:spPr/>
      <dgm:t>
        <a:bodyPr/>
        <a:lstStyle/>
        <a:p>
          <a:endParaRPr lang="es-MX"/>
        </a:p>
      </dgm:t>
    </dgm:pt>
    <dgm:pt modelId="{D4DEAC36-F91D-E946-8332-0907E29E631E}" type="sibTrans" cxnId="{85C57938-B55C-0C4D-8B8F-FA6E8AC9B7D5}">
      <dgm:prSet/>
      <dgm:spPr/>
      <dgm:t>
        <a:bodyPr/>
        <a:lstStyle/>
        <a:p>
          <a:endParaRPr lang="es-MX"/>
        </a:p>
      </dgm:t>
    </dgm:pt>
    <dgm:pt modelId="{9378B736-CF72-C84B-A5B6-432B8EADB836}">
      <dgm:prSet/>
      <dgm:spPr/>
      <dgm:t>
        <a:bodyPr/>
        <a:lstStyle/>
        <a:p>
          <a:r>
            <a:rPr lang="es-CO"/>
            <a:t>Polaquiuria</a:t>
          </a:r>
        </a:p>
      </dgm:t>
    </dgm:pt>
    <dgm:pt modelId="{9E5557CC-5006-0D48-997A-36D8681DED43}" type="parTrans" cxnId="{3A8BA952-6A0C-4E43-AD27-336DCDFA0482}">
      <dgm:prSet/>
      <dgm:spPr/>
      <dgm:t>
        <a:bodyPr/>
        <a:lstStyle/>
        <a:p>
          <a:endParaRPr lang="es-MX"/>
        </a:p>
      </dgm:t>
    </dgm:pt>
    <dgm:pt modelId="{9D18F38E-B918-FD43-ABE7-3164F5E78CCE}" type="sibTrans" cxnId="{3A8BA952-6A0C-4E43-AD27-336DCDFA0482}">
      <dgm:prSet/>
      <dgm:spPr/>
      <dgm:t>
        <a:bodyPr/>
        <a:lstStyle/>
        <a:p>
          <a:endParaRPr lang="es-MX"/>
        </a:p>
      </dgm:t>
    </dgm:pt>
    <dgm:pt modelId="{F70AEF74-6EF2-2F4D-86BB-680ED67D9C25}">
      <dgm:prSet/>
      <dgm:spPr/>
      <dgm:t>
        <a:bodyPr/>
        <a:lstStyle/>
        <a:p>
          <a:r>
            <a:rPr lang="es-CO"/>
            <a:t>No fiebre </a:t>
          </a:r>
        </a:p>
      </dgm:t>
    </dgm:pt>
    <dgm:pt modelId="{263AA89D-85B2-D44C-8E68-208E048AD24C}" type="parTrans" cxnId="{F22A4DA9-6AF5-E14E-83E4-D18EBC801A35}">
      <dgm:prSet/>
      <dgm:spPr/>
      <dgm:t>
        <a:bodyPr/>
        <a:lstStyle/>
        <a:p>
          <a:endParaRPr lang="es-MX"/>
        </a:p>
      </dgm:t>
    </dgm:pt>
    <dgm:pt modelId="{5AACE4D8-9734-F649-AA02-47F278FF6DDE}" type="sibTrans" cxnId="{F22A4DA9-6AF5-E14E-83E4-D18EBC801A35}">
      <dgm:prSet/>
      <dgm:spPr/>
      <dgm:t>
        <a:bodyPr/>
        <a:lstStyle/>
        <a:p>
          <a:endParaRPr lang="es-MX"/>
        </a:p>
      </dgm:t>
    </dgm:pt>
    <dgm:pt modelId="{447B2AC3-1DFB-9D4A-8569-840D3E545C8D}">
      <dgm:prSet/>
      <dgm:spPr/>
      <dgm:t>
        <a:bodyPr/>
        <a:lstStyle/>
        <a:p>
          <a:r>
            <a:rPr lang="es-CO"/>
            <a:t>No dolor lumbar </a:t>
          </a:r>
        </a:p>
      </dgm:t>
    </dgm:pt>
    <dgm:pt modelId="{033656E5-9992-A14B-89F6-FF8163798048}" type="parTrans" cxnId="{F6262D32-EB0D-904F-ABC9-35FB146DFD9E}">
      <dgm:prSet/>
      <dgm:spPr/>
      <dgm:t>
        <a:bodyPr/>
        <a:lstStyle/>
        <a:p>
          <a:endParaRPr lang="es-MX"/>
        </a:p>
      </dgm:t>
    </dgm:pt>
    <dgm:pt modelId="{317775AF-1C03-7F47-BC8A-C9DC070DC3DF}" type="sibTrans" cxnId="{F6262D32-EB0D-904F-ABC9-35FB146DFD9E}">
      <dgm:prSet/>
      <dgm:spPr/>
      <dgm:t>
        <a:bodyPr/>
        <a:lstStyle/>
        <a:p>
          <a:endParaRPr lang="es-MX"/>
        </a:p>
      </dgm:t>
    </dgm:pt>
    <dgm:pt modelId="{E1814D5C-556B-224D-8B19-0FBEC9E11644}" type="pres">
      <dgm:prSet presAssocID="{9478AE85-0023-B446-A8E4-B30AA5D7904B}" presName="Name0" presStyleCnt="0">
        <dgm:presLayoutVars>
          <dgm:dir/>
          <dgm:resizeHandles val="exact"/>
        </dgm:presLayoutVars>
      </dgm:prSet>
      <dgm:spPr/>
    </dgm:pt>
    <dgm:pt modelId="{D00357B8-1D93-CC4F-96F7-A5884FBDF004}" type="pres">
      <dgm:prSet presAssocID="{9478AE85-0023-B446-A8E4-B30AA5D7904B}" presName="cycle" presStyleCnt="0"/>
      <dgm:spPr/>
    </dgm:pt>
    <dgm:pt modelId="{E2E07D5B-2354-6843-8905-AAD2117F3358}" type="pres">
      <dgm:prSet presAssocID="{465E7DED-D3E6-8142-A1DC-30EF0015F014}" presName="nodeFirstNode" presStyleLbl="node1" presStyleIdx="0" presStyleCnt="4">
        <dgm:presLayoutVars>
          <dgm:bulletEnabled val="1"/>
        </dgm:presLayoutVars>
      </dgm:prSet>
      <dgm:spPr/>
    </dgm:pt>
    <dgm:pt modelId="{DB0A7411-ABE8-8745-90CE-67A1B1F1EA2F}" type="pres">
      <dgm:prSet presAssocID="{E8AD0534-F6F0-154B-84EA-ED13F4856C4A}" presName="sibTransFirstNode" presStyleLbl="bgShp" presStyleIdx="0" presStyleCnt="1"/>
      <dgm:spPr/>
    </dgm:pt>
    <dgm:pt modelId="{00A7F84A-8F61-8D47-98C6-34B0C098C2E4}" type="pres">
      <dgm:prSet presAssocID="{FB8098A7-D1E3-EC4D-9820-AAFEC5D994BA}" presName="nodeFollowingNodes" presStyleLbl="node1" presStyleIdx="1" presStyleCnt="4">
        <dgm:presLayoutVars>
          <dgm:bulletEnabled val="1"/>
        </dgm:presLayoutVars>
      </dgm:prSet>
      <dgm:spPr/>
    </dgm:pt>
    <dgm:pt modelId="{3A9287F8-B022-B849-8388-1ED3535B6414}" type="pres">
      <dgm:prSet presAssocID="{F70AEF74-6EF2-2F4D-86BB-680ED67D9C25}" presName="nodeFollowingNodes" presStyleLbl="node1" presStyleIdx="2" presStyleCnt="4">
        <dgm:presLayoutVars>
          <dgm:bulletEnabled val="1"/>
        </dgm:presLayoutVars>
      </dgm:prSet>
      <dgm:spPr/>
    </dgm:pt>
    <dgm:pt modelId="{CB941BB1-FDFF-CF49-8788-DC64149F517E}" type="pres">
      <dgm:prSet presAssocID="{447B2AC3-1DFB-9D4A-8569-840D3E545C8D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FF07AD00-4E2B-B146-A316-4B42EC967C67}" srcId="{9478AE85-0023-B446-A8E4-B30AA5D7904B}" destId="{FB8098A7-D1E3-EC4D-9820-AAFEC5D994BA}" srcOrd="1" destOrd="0" parTransId="{E77AAF32-EBDB-3A46-A79A-ECC3E8BC430B}" sibTransId="{CE41125E-8516-954B-B641-2B4E9E93CB33}"/>
    <dgm:cxn modelId="{B0FEEF14-2887-5545-B2AF-3123670F0E75}" type="presOf" srcId="{447B2AC3-1DFB-9D4A-8569-840D3E545C8D}" destId="{CB941BB1-FDFF-CF49-8788-DC64149F517E}" srcOrd="0" destOrd="0" presId="urn:microsoft.com/office/officeart/2005/8/layout/cycle3"/>
    <dgm:cxn modelId="{77FD812D-4232-EC4F-9D4C-9B827354EF88}" type="presOf" srcId="{465E7DED-D3E6-8142-A1DC-30EF0015F014}" destId="{E2E07D5B-2354-6843-8905-AAD2117F3358}" srcOrd="0" destOrd="0" presId="urn:microsoft.com/office/officeart/2005/8/layout/cycle3"/>
    <dgm:cxn modelId="{F6262D32-EB0D-904F-ABC9-35FB146DFD9E}" srcId="{9478AE85-0023-B446-A8E4-B30AA5D7904B}" destId="{447B2AC3-1DFB-9D4A-8569-840D3E545C8D}" srcOrd="3" destOrd="0" parTransId="{033656E5-9992-A14B-89F6-FF8163798048}" sibTransId="{317775AF-1C03-7F47-BC8A-C9DC070DC3DF}"/>
    <dgm:cxn modelId="{85C57938-B55C-0C4D-8B8F-FA6E8AC9B7D5}" srcId="{FB8098A7-D1E3-EC4D-9820-AAFEC5D994BA}" destId="{A2D71CC5-3225-DD44-AC9F-67995CBEB370}" srcOrd="2" destOrd="0" parTransId="{21BD1EA1-72CF-EE4C-A3C6-50F654DE8107}" sibTransId="{D4DEAC36-F91D-E946-8332-0907E29E631E}"/>
    <dgm:cxn modelId="{6D28853B-970D-4C47-9108-2622E5FBBB73}" type="presOf" srcId="{9478AE85-0023-B446-A8E4-B30AA5D7904B}" destId="{E1814D5C-556B-224D-8B19-0FBEC9E11644}" srcOrd="0" destOrd="0" presId="urn:microsoft.com/office/officeart/2005/8/layout/cycle3"/>
    <dgm:cxn modelId="{3A8BA952-6A0C-4E43-AD27-336DCDFA0482}" srcId="{FB8098A7-D1E3-EC4D-9820-AAFEC5D994BA}" destId="{9378B736-CF72-C84B-A5B6-432B8EADB836}" srcOrd="3" destOrd="0" parTransId="{9E5557CC-5006-0D48-997A-36D8681DED43}" sibTransId="{9D18F38E-B918-FD43-ABE7-3164F5E78CCE}"/>
    <dgm:cxn modelId="{4EB56B59-0427-0445-B203-9E2A71000B66}" type="presOf" srcId="{E8AD0534-F6F0-154B-84EA-ED13F4856C4A}" destId="{DB0A7411-ABE8-8745-90CE-67A1B1F1EA2F}" srcOrd="0" destOrd="0" presId="urn:microsoft.com/office/officeart/2005/8/layout/cycle3"/>
    <dgm:cxn modelId="{C4AA0D5A-102B-BB46-BF3C-1A520399E925}" srcId="{FB8098A7-D1E3-EC4D-9820-AAFEC5D994BA}" destId="{F0C150DF-E538-D649-B312-A759DD2E2979}" srcOrd="0" destOrd="0" parTransId="{555F89B4-37EB-E847-8AC1-DD3FA5BDDE04}" sibTransId="{DCC89195-142C-3B48-A6F7-F7D8A0CD7AD2}"/>
    <dgm:cxn modelId="{FA3BFD6A-B080-A64E-87D0-B3C1A34CD736}" srcId="{FB8098A7-D1E3-EC4D-9820-AAFEC5D994BA}" destId="{A353D237-3AA4-A245-9B6A-1BD292735D13}" srcOrd="1" destOrd="0" parTransId="{E2661B28-B195-7640-A331-04938271779A}" sibTransId="{4C59769E-B77A-5D49-B622-A0C952393099}"/>
    <dgm:cxn modelId="{D032F57F-857C-D144-A3C7-A003BC03436C}" type="presOf" srcId="{A353D237-3AA4-A245-9B6A-1BD292735D13}" destId="{00A7F84A-8F61-8D47-98C6-34B0C098C2E4}" srcOrd="0" destOrd="2" presId="urn:microsoft.com/office/officeart/2005/8/layout/cycle3"/>
    <dgm:cxn modelId="{CF03DB92-B64D-8F40-BFC2-63B3E53EA212}" type="presOf" srcId="{A2D71CC5-3225-DD44-AC9F-67995CBEB370}" destId="{00A7F84A-8F61-8D47-98C6-34B0C098C2E4}" srcOrd="0" destOrd="3" presId="urn:microsoft.com/office/officeart/2005/8/layout/cycle3"/>
    <dgm:cxn modelId="{D496C398-B0B9-AD41-8467-40B0646D2FF3}" srcId="{465E7DED-D3E6-8142-A1DC-30EF0015F014}" destId="{C91ED723-7823-F546-8BCA-BB6433A0DF9C}" srcOrd="1" destOrd="0" parTransId="{1037F73F-3943-BF40-ABD3-56E212358084}" sibTransId="{54C5A054-45F3-9C48-AD5E-AA9D95411C40}"/>
    <dgm:cxn modelId="{939D9E9A-9458-584B-9D76-56053045EE72}" srcId="{465E7DED-D3E6-8142-A1DC-30EF0015F014}" destId="{4FC43170-2CE3-CA41-A585-E3DBDBA94449}" srcOrd="0" destOrd="0" parTransId="{D2718F79-2D9C-594F-905E-64C7DB9BDF8A}" sibTransId="{5A3FAFB8-ABC7-A54D-B8C7-17C0EA035372}"/>
    <dgm:cxn modelId="{1FB1D7A0-55EC-1044-9BE9-FE02EF5377BB}" type="presOf" srcId="{F0C150DF-E538-D649-B312-A759DD2E2979}" destId="{00A7F84A-8F61-8D47-98C6-34B0C098C2E4}" srcOrd="0" destOrd="1" presId="urn:microsoft.com/office/officeart/2005/8/layout/cycle3"/>
    <dgm:cxn modelId="{F22A4DA9-6AF5-E14E-83E4-D18EBC801A35}" srcId="{9478AE85-0023-B446-A8E4-B30AA5D7904B}" destId="{F70AEF74-6EF2-2F4D-86BB-680ED67D9C25}" srcOrd="2" destOrd="0" parTransId="{263AA89D-85B2-D44C-8E68-208E048AD24C}" sibTransId="{5AACE4D8-9734-F649-AA02-47F278FF6DDE}"/>
    <dgm:cxn modelId="{AB0C6DB5-357D-3549-968A-9B747F943599}" type="presOf" srcId="{F70AEF74-6EF2-2F4D-86BB-680ED67D9C25}" destId="{3A9287F8-B022-B849-8388-1ED3535B6414}" srcOrd="0" destOrd="0" presId="urn:microsoft.com/office/officeart/2005/8/layout/cycle3"/>
    <dgm:cxn modelId="{F53266BC-8B5D-AE49-A18D-769E7B35627C}" type="presOf" srcId="{FB8098A7-D1E3-EC4D-9820-AAFEC5D994BA}" destId="{00A7F84A-8F61-8D47-98C6-34B0C098C2E4}" srcOrd="0" destOrd="0" presId="urn:microsoft.com/office/officeart/2005/8/layout/cycle3"/>
    <dgm:cxn modelId="{0C8432D3-E072-5B4B-A7C9-5870FFFD23B4}" type="presOf" srcId="{4FC43170-2CE3-CA41-A585-E3DBDBA94449}" destId="{E2E07D5B-2354-6843-8905-AAD2117F3358}" srcOrd="0" destOrd="1" presId="urn:microsoft.com/office/officeart/2005/8/layout/cycle3"/>
    <dgm:cxn modelId="{0D7696E6-2529-0340-8E7E-B696D04DE2FE}" type="presOf" srcId="{C91ED723-7823-F546-8BCA-BB6433A0DF9C}" destId="{E2E07D5B-2354-6843-8905-AAD2117F3358}" srcOrd="0" destOrd="2" presId="urn:microsoft.com/office/officeart/2005/8/layout/cycle3"/>
    <dgm:cxn modelId="{95E3F3EF-FF61-F442-9F5D-F811FFCB21D7}" srcId="{9478AE85-0023-B446-A8E4-B30AA5D7904B}" destId="{465E7DED-D3E6-8142-A1DC-30EF0015F014}" srcOrd="0" destOrd="0" parTransId="{C483D7E4-C5F9-7440-8F70-4F8E176BE6FD}" sibTransId="{E8AD0534-F6F0-154B-84EA-ED13F4856C4A}"/>
    <dgm:cxn modelId="{35C2BFF1-E636-0F4A-897F-72692126EA36}" type="presOf" srcId="{9378B736-CF72-C84B-A5B6-432B8EADB836}" destId="{00A7F84A-8F61-8D47-98C6-34B0C098C2E4}" srcOrd="0" destOrd="4" presId="urn:microsoft.com/office/officeart/2005/8/layout/cycle3"/>
    <dgm:cxn modelId="{6C1482DB-4E1D-BA4D-A681-D1180E6A8E3D}" type="presParOf" srcId="{E1814D5C-556B-224D-8B19-0FBEC9E11644}" destId="{D00357B8-1D93-CC4F-96F7-A5884FBDF004}" srcOrd="0" destOrd="0" presId="urn:microsoft.com/office/officeart/2005/8/layout/cycle3"/>
    <dgm:cxn modelId="{F8DB5912-A3AA-2F4C-85FB-FCF9EB02646F}" type="presParOf" srcId="{D00357B8-1D93-CC4F-96F7-A5884FBDF004}" destId="{E2E07D5B-2354-6843-8905-AAD2117F3358}" srcOrd="0" destOrd="0" presId="urn:microsoft.com/office/officeart/2005/8/layout/cycle3"/>
    <dgm:cxn modelId="{5BBBF0A6-267B-364A-B430-CA4CEE2657EF}" type="presParOf" srcId="{D00357B8-1D93-CC4F-96F7-A5884FBDF004}" destId="{DB0A7411-ABE8-8745-90CE-67A1B1F1EA2F}" srcOrd="1" destOrd="0" presId="urn:microsoft.com/office/officeart/2005/8/layout/cycle3"/>
    <dgm:cxn modelId="{CDC5197A-8451-844F-9D1E-E7CEA2D48122}" type="presParOf" srcId="{D00357B8-1D93-CC4F-96F7-A5884FBDF004}" destId="{00A7F84A-8F61-8D47-98C6-34B0C098C2E4}" srcOrd="2" destOrd="0" presId="urn:microsoft.com/office/officeart/2005/8/layout/cycle3"/>
    <dgm:cxn modelId="{D34261DD-4098-E840-B6FF-A36C92AFA4C2}" type="presParOf" srcId="{D00357B8-1D93-CC4F-96F7-A5884FBDF004}" destId="{3A9287F8-B022-B849-8388-1ED3535B6414}" srcOrd="3" destOrd="0" presId="urn:microsoft.com/office/officeart/2005/8/layout/cycle3"/>
    <dgm:cxn modelId="{C4A9A24B-1C88-F148-A26B-6E308260395F}" type="presParOf" srcId="{D00357B8-1D93-CC4F-96F7-A5884FBDF004}" destId="{CB941BB1-FDFF-CF49-8788-DC64149F517E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5B94651-3C35-4B43-84E8-919D54FCCDD5}" type="doc">
      <dgm:prSet loTypeId="urn:microsoft.com/office/officeart/2005/8/layout/default" loCatId="cycle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MX"/>
        </a:p>
      </dgm:t>
    </dgm:pt>
    <dgm:pt modelId="{311B80BF-B30B-6748-B119-1E1EDB0ABB50}">
      <dgm:prSet/>
      <dgm:spPr/>
      <dgm:t>
        <a:bodyPr/>
        <a:lstStyle/>
        <a:p>
          <a:r>
            <a:rPr lang="es-CO"/>
            <a:t>fiebre ≥38 °C</a:t>
          </a:r>
        </a:p>
      </dgm:t>
    </dgm:pt>
    <dgm:pt modelId="{A1C9313D-2B39-E54A-B395-FC1A4728351B}" type="parTrans" cxnId="{A67C6E9D-9454-AC47-9808-82E6659CA7E4}">
      <dgm:prSet/>
      <dgm:spPr/>
      <dgm:t>
        <a:bodyPr/>
        <a:lstStyle/>
        <a:p>
          <a:endParaRPr lang="es-MX"/>
        </a:p>
      </dgm:t>
    </dgm:pt>
    <dgm:pt modelId="{22BEEC7F-8390-8840-B0D5-FAFC8BD06DB0}" type="sibTrans" cxnId="{A67C6E9D-9454-AC47-9808-82E6659CA7E4}">
      <dgm:prSet/>
      <dgm:spPr/>
      <dgm:t>
        <a:bodyPr/>
        <a:lstStyle/>
        <a:p>
          <a:endParaRPr lang="es-MX"/>
        </a:p>
      </dgm:t>
    </dgm:pt>
    <dgm:pt modelId="{8501C6B7-A440-3744-82BE-C0D375DCFD24}">
      <dgm:prSet/>
      <dgm:spPr/>
      <dgm:t>
        <a:bodyPr/>
        <a:lstStyle/>
        <a:p>
          <a:r>
            <a:rPr lang="es-CO"/>
            <a:t>dolor en flanco o en fosa lumbar</a:t>
          </a:r>
        </a:p>
      </dgm:t>
    </dgm:pt>
    <dgm:pt modelId="{BCE99AD7-BFDC-2A44-AF41-590AF07CF8F5}" type="parTrans" cxnId="{9B9A5620-95D8-284C-A0C5-95F4F6272B04}">
      <dgm:prSet/>
      <dgm:spPr/>
      <dgm:t>
        <a:bodyPr/>
        <a:lstStyle/>
        <a:p>
          <a:endParaRPr lang="es-MX"/>
        </a:p>
      </dgm:t>
    </dgm:pt>
    <dgm:pt modelId="{78F68905-AB7D-FD41-831D-F849B420A5B3}" type="sibTrans" cxnId="{9B9A5620-95D8-284C-A0C5-95F4F6272B04}">
      <dgm:prSet/>
      <dgm:spPr/>
      <dgm:t>
        <a:bodyPr/>
        <a:lstStyle/>
        <a:p>
          <a:endParaRPr lang="es-MX"/>
        </a:p>
      </dgm:t>
    </dgm:pt>
    <dgm:pt modelId="{7DB989B0-16A6-354C-A857-3E883EB34607}">
      <dgm:prSet/>
      <dgm:spPr/>
      <dgm:t>
        <a:bodyPr/>
        <a:lstStyle/>
        <a:p>
          <a:r>
            <a:rPr lang="es-CO"/>
            <a:t>náuseas, vómito, malestar general </a:t>
          </a:r>
        </a:p>
      </dgm:t>
    </dgm:pt>
    <dgm:pt modelId="{619C30EC-9A0E-B441-99BE-38C90D44F0D0}" type="parTrans" cxnId="{43716C2E-9470-3942-85D7-721F64A0C9A2}">
      <dgm:prSet/>
      <dgm:spPr/>
      <dgm:t>
        <a:bodyPr/>
        <a:lstStyle/>
        <a:p>
          <a:endParaRPr lang="es-MX"/>
        </a:p>
      </dgm:t>
    </dgm:pt>
    <dgm:pt modelId="{2C5EC3B5-7788-DB48-8C1E-C358B082FF2C}" type="sibTrans" cxnId="{43716C2E-9470-3942-85D7-721F64A0C9A2}">
      <dgm:prSet/>
      <dgm:spPr/>
      <dgm:t>
        <a:bodyPr/>
        <a:lstStyle/>
        <a:p>
          <a:endParaRPr lang="es-MX"/>
        </a:p>
      </dgm:t>
    </dgm:pt>
    <dgm:pt modelId="{9C2B3B60-1950-9D49-A8C9-425299903BE2}">
      <dgm:prSet/>
      <dgm:spPr/>
      <dgm:t>
        <a:bodyPr/>
        <a:lstStyle/>
        <a:p>
          <a:r>
            <a:rPr lang="es-CO" dirty="0"/>
            <a:t>Leucocituria sin piuria franca</a:t>
          </a:r>
        </a:p>
        <a:p>
          <a:r>
            <a:rPr lang="es-CO" dirty="0"/>
            <a:t>dolor lumbar inespecífico, </a:t>
          </a:r>
        </a:p>
        <a:p>
          <a:r>
            <a:rPr lang="es-CO" dirty="0"/>
            <a:t>fiebre sin foco claro </a:t>
          </a:r>
        </a:p>
        <a:p>
          <a:r>
            <a:rPr lang="es-CO" dirty="0"/>
            <a:t> irritabilidad uterina sin contracciones efectivas</a:t>
          </a:r>
        </a:p>
      </dgm:t>
    </dgm:pt>
    <dgm:pt modelId="{7C6AB84B-A848-A342-862B-DA193416D799}" type="parTrans" cxnId="{C535260C-C5BD-6B4D-BD1B-5411B78B1F88}">
      <dgm:prSet/>
      <dgm:spPr/>
      <dgm:t>
        <a:bodyPr/>
        <a:lstStyle/>
        <a:p>
          <a:endParaRPr lang="es-MX"/>
        </a:p>
      </dgm:t>
    </dgm:pt>
    <dgm:pt modelId="{33ADC235-D036-E846-AB50-3CFF6AF75994}" type="sibTrans" cxnId="{C535260C-C5BD-6B4D-BD1B-5411B78B1F88}">
      <dgm:prSet/>
      <dgm:spPr/>
      <dgm:t>
        <a:bodyPr/>
        <a:lstStyle/>
        <a:p>
          <a:endParaRPr lang="es-MX"/>
        </a:p>
      </dgm:t>
    </dgm:pt>
    <dgm:pt modelId="{14C1D0EC-6248-D74B-9427-8F483C482431}" type="pres">
      <dgm:prSet presAssocID="{85B94651-3C35-4B43-84E8-919D54FCCDD5}" presName="diagram" presStyleCnt="0">
        <dgm:presLayoutVars>
          <dgm:dir/>
          <dgm:resizeHandles val="exact"/>
        </dgm:presLayoutVars>
      </dgm:prSet>
      <dgm:spPr/>
    </dgm:pt>
    <dgm:pt modelId="{AC4E270B-14B2-4441-B9A1-1EEA10FD6579}" type="pres">
      <dgm:prSet presAssocID="{311B80BF-B30B-6748-B119-1E1EDB0ABB50}" presName="node" presStyleLbl="node1" presStyleIdx="0" presStyleCnt="4">
        <dgm:presLayoutVars>
          <dgm:bulletEnabled val="1"/>
        </dgm:presLayoutVars>
      </dgm:prSet>
      <dgm:spPr/>
    </dgm:pt>
    <dgm:pt modelId="{54753691-0E4C-E341-8C9C-E9F7DBABE240}" type="pres">
      <dgm:prSet presAssocID="{22BEEC7F-8390-8840-B0D5-FAFC8BD06DB0}" presName="sibTrans" presStyleCnt="0"/>
      <dgm:spPr/>
    </dgm:pt>
    <dgm:pt modelId="{7BE38B20-4FFD-4542-A18D-93269C0A09E6}" type="pres">
      <dgm:prSet presAssocID="{8501C6B7-A440-3744-82BE-C0D375DCFD24}" presName="node" presStyleLbl="node1" presStyleIdx="1" presStyleCnt="4">
        <dgm:presLayoutVars>
          <dgm:bulletEnabled val="1"/>
        </dgm:presLayoutVars>
      </dgm:prSet>
      <dgm:spPr/>
    </dgm:pt>
    <dgm:pt modelId="{D236C98A-50D1-AC42-BABA-E80C96815DB6}" type="pres">
      <dgm:prSet presAssocID="{78F68905-AB7D-FD41-831D-F849B420A5B3}" presName="sibTrans" presStyleCnt="0"/>
      <dgm:spPr/>
    </dgm:pt>
    <dgm:pt modelId="{EC70A374-128E-084B-8726-A7A92C4C7FFE}" type="pres">
      <dgm:prSet presAssocID="{7DB989B0-16A6-354C-A857-3E883EB34607}" presName="node" presStyleLbl="node1" presStyleIdx="2" presStyleCnt="4">
        <dgm:presLayoutVars>
          <dgm:bulletEnabled val="1"/>
        </dgm:presLayoutVars>
      </dgm:prSet>
      <dgm:spPr/>
    </dgm:pt>
    <dgm:pt modelId="{4A820D08-7A1A-8941-BE62-15DB0449004D}" type="pres">
      <dgm:prSet presAssocID="{2C5EC3B5-7788-DB48-8C1E-C358B082FF2C}" presName="sibTrans" presStyleCnt="0"/>
      <dgm:spPr/>
    </dgm:pt>
    <dgm:pt modelId="{C8D9D461-C577-D740-A32B-68A971BC8D18}" type="pres">
      <dgm:prSet presAssocID="{9C2B3B60-1950-9D49-A8C9-425299903BE2}" presName="node" presStyleLbl="node1" presStyleIdx="3" presStyleCnt="4">
        <dgm:presLayoutVars>
          <dgm:bulletEnabled val="1"/>
        </dgm:presLayoutVars>
      </dgm:prSet>
      <dgm:spPr/>
    </dgm:pt>
  </dgm:ptLst>
  <dgm:cxnLst>
    <dgm:cxn modelId="{C535260C-C5BD-6B4D-BD1B-5411B78B1F88}" srcId="{85B94651-3C35-4B43-84E8-919D54FCCDD5}" destId="{9C2B3B60-1950-9D49-A8C9-425299903BE2}" srcOrd="3" destOrd="0" parTransId="{7C6AB84B-A848-A342-862B-DA193416D799}" sibTransId="{33ADC235-D036-E846-AB50-3CFF6AF75994}"/>
    <dgm:cxn modelId="{A2664717-CBD9-7E4C-AF57-9DCA0AA74D8A}" type="presOf" srcId="{8501C6B7-A440-3744-82BE-C0D375DCFD24}" destId="{7BE38B20-4FFD-4542-A18D-93269C0A09E6}" srcOrd="0" destOrd="0" presId="urn:microsoft.com/office/officeart/2005/8/layout/default"/>
    <dgm:cxn modelId="{9B9A5620-95D8-284C-A0C5-95F4F6272B04}" srcId="{85B94651-3C35-4B43-84E8-919D54FCCDD5}" destId="{8501C6B7-A440-3744-82BE-C0D375DCFD24}" srcOrd="1" destOrd="0" parTransId="{BCE99AD7-BFDC-2A44-AF41-590AF07CF8F5}" sibTransId="{78F68905-AB7D-FD41-831D-F849B420A5B3}"/>
    <dgm:cxn modelId="{43716C2E-9470-3942-85D7-721F64A0C9A2}" srcId="{85B94651-3C35-4B43-84E8-919D54FCCDD5}" destId="{7DB989B0-16A6-354C-A857-3E883EB34607}" srcOrd="2" destOrd="0" parTransId="{619C30EC-9A0E-B441-99BE-38C90D44F0D0}" sibTransId="{2C5EC3B5-7788-DB48-8C1E-C358B082FF2C}"/>
    <dgm:cxn modelId="{495D3848-0590-0A49-87D5-57C9CF2EE6D7}" type="presOf" srcId="{85B94651-3C35-4B43-84E8-919D54FCCDD5}" destId="{14C1D0EC-6248-D74B-9427-8F483C482431}" srcOrd="0" destOrd="0" presId="urn:microsoft.com/office/officeart/2005/8/layout/default"/>
    <dgm:cxn modelId="{89713765-FFEB-BD47-94EB-C146D7049ABA}" type="presOf" srcId="{311B80BF-B30B-6748-B119-1E1EDB0ABB50}" destId="{AC4E270B-14B2-4441-B9A1-1EEA10FD6579}" srcOrd="0" destOrd="0" presId="urn:microsoft.com/office/officeart/2005/8/layout/default"/>
    <dgm:cxn modelId="{A67C6E9D-9454-AC47-9808-82E6659CA7E4}" srcId="{85B94651-3C35-4B43-84E8-919D54FCCDD5}" destId="{311B80BF-B30B-6748-B119-1E1EDB0ABB50}" srcOrd="0" destOrd="0" parTransId="{A1C9313D-2B39-E54A-B395-FC1A4728351B}" sibTransId="{22BEEC7F-8390-8840-B0D5-FAFC8BD06DB0}"/>
    <dgm:cxn modelId="{B68E40B2-F26D-B74D-ADC8-714F92711B46}" type="presOf" srcId="{7DB989B0-16A6-354C-A857-3E883EB34607}" destId="{EC70A374-128E-084B-8726-A7A92C4C7FFE}" srcOrd="0" destOrd="0" presId="urn:microsoft.com/office/officeart/2005/8/layout/default"/>
    <dgm:cxn modelId="{5C5F5BCE-4051-274D-B0F8-3F5C41F1A776}" type="presOf" srcId="{9C2B3B60-1950-9D49-A8C9-425299903BE2}" destId="{C8D9D461-C577-D740-A32B-68A971BC8D18}" srcOrd="0" destOrd="0" presId="urn:microsoft.com/office/officeart/2005/8/layout/default"/>
    <dgm:cxn modelId="{04FC2F37-CEC5-144C-9BE3-012B9E972CFF}" type="presParOf" srcId="{14C1D0EC-6248-D74B-9427-8F483C482431}" destId="{AC4E270B-14B2-4441-B9A1-1EEA10FD6579}" srcOrd="0" destOrd="0" presId="urn:microsoft.com/office/officeart/2005/8/layout/default"/>
    <dgm:cxn modelId="{13213703-B229-A340-98E6-0220FD645BCF}" type="presParOf" srcId="{14C1D0EC-6248-D74B-9427-8F483C482431}" destId="{54753691-0E4C-E341-8C9C-E9F7DBABE240}" srcOrd="1" destOrd="0" presId="urn:microsoft.com/office/officeart/2005/8/layout/default"/>
    <dgm:cxn modelId="{68A13841-8959-6F44-911F-452F944F3401}" type="presParOf" srcId="{14C1D0EC-6248-D74B-9427-8F483C482431}" destId="{7BE38B20-4FFD-4542-A18D-93269C0A09E6}" srcOrd="2" destOrd="0" presId="urn:microsoft.com/office/officeart/2005/8/layout/default"/>
    <dgm:cxn modelId="{100F1F44-8A85-AC4A-AE0F-141C20F707DD}" type="presParOf" srcId="{14C1D0EC-6248-D74B-9427-8F483C482431}" destId="{D236C98A-50D1-AC42-BABA-E80C96815DB6}" srcOrd="3" destOrd="0" presId="urn:microsoft.com/office/officeart/2005/8/layout/default"/>
    <dgm:cxn modelId="{45F469FF-FA86-794B-91FF-406A4D1EF991}" type="presParOf" srcId="{14C1D0EC-6248-D74B-9427-8F483C482431}" destId="{EC70A374-128E-084B-8726-A7A92C4C7FFE}" srcOrd="4" destOrd="0" presId="urn:microsoft.com/office/officeart/2005/8/layout/default"/>
    <dgm:cxn modelId="{E44742F7-E27D-4441-811A-3C5D073BCB21}" type="presParOf" srcId="{14C1D0EC-6248-D74B-9427-8F483C482431}" destId="{4A820D08-7A1A-8941-BE62-15DB0449004D}" srcOrd="5" destOrd="0" presId="urn:microsoft.com/office/officeart/2005/8/layout/default"/>
    <dgm:cxn modelId="{B661DD85-D853-624A-AC7F-2471DD84EAFC}" type="presParOf" srcId="{14C1D0EC-6248-D74B-9427-8F483C482431}" destId="{C8D9D461-C577-D740-A32B-68A971BC8D1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1AE0AB4-8AE4-1C45-8AC6-6F873F9A546F}" type="doc">
      <dgm:prSet loTypeId="urn:microsoft.com/office/officeart/2008/layout/CircularPictureCallout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MX"/>
        </a:p>
      </dgm:t>
    </dgm:pt>
    <dgm:pt modelId="{15E63A90-05D8-C943-9BC5-E5ECFBE5BA75}">
      <dgm:prSet custT="1"/>
      <dgm:spPr/>
      <dgm:t>
        <a:bodyPr/>
        <a:lstStyle/>
        <a:p>
          <a:r>
            <a:rPr lang="es-CO" sz="1800" dirty="0"/>
            <a:t>fiebre persistente más allá de las 48–72 horas a pesar de una terapia antibiótica adecuada</a:t>
          </a:r>
        </a:p>
      </dgm:t>
    </dgm:pt>
    <dgm:pt modelId="{210D9CAF-F635-F949-8086-A658E0B3168B}" type="parTrans" cxnId="{770BB374-4CBA-6149-8501-85CFF057BD72}">
      <dgm:prSet/>
      <dgm:spPr/>
      <dgm:t>
        <a:bodyPr/>
        <a:lstStyle/>
        <a:p>
          <a:endParaRPr lang="es-MX"/>
        </a:p>
      </dgm:t>
    </dgm:pt>
    <dgm:pt modelId="{BB2F8F7B-D213-E94A-9E2F-5CC23F3298DF}" type="sibTrans" cxnId="{770BB374-4CBA-6149-8501-85CFF057BD72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  <dgm:t>
        <a:bodyPr/>
        <a:lstStyle/>
        <a:p>
          <a:endParaRPr lang="es-MX"/>
        </a:p>
      </dgm:t>
    </dgm:pt>
    <dgm:pt modelId="{3945C0E1-9BF1-7F48-84A4-7F0334D27819}">
      <dgm:prSet/>
      <dgm:spPr/>
      <dgm:t>
        <a:bodyPr/>
        <a:lstStyle/>
        <a:p>
          <a:r>
            <a:rPr lang="es-CO" dirty="0"/>
            <a:t>sospecha de obstrucción urinaria</a:t>
          </a:r>
        </a:p>
      </dgm:t>
    </dgm:pt>
    <dgm:pt modelId="{533E3FE8-957C-5549-A4BC-1367B6DDF4FA}" type="parTrans" cxnId="{C5CF1377-2A6E-5243-80AB-0C301C04DA63}">
      <dgm:prSet/>
      <dgm:spPr/>
      <dgm:t>
        <a:bodyPr/>
        <a:lstStyle/>
        <a:p>
          <a:endParaRPr lang="es-MX"/>
        </a:p>
      </dgm:t>
    </dgm:pt>
    <dgm:pt modelId="{F819E877-A43F-EB47-A05B-6D0B2CA40A9F}" type="sibTrans" cxnId="{C5CF1377-2A6E-5243-80AB-0C301C04DA63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MX"/>
        </a:p>
      </dgm:t>
    </dgm:pt>
    <dgm:pt modelId="{7768F98A-F2F5-8F4F-8995-DC2A29738E57}">
      <dgm:prSet/>
      <dgm:spPr/>
      <dgm:t>
        <a:bodyPr/>
        <a:lstStyle/>
        <a:p>
          <a:r>
            <a:rPr lang="es-CO" dirty="0"/>
            <a:t>absceso renal o perirrenal</a:t>
          </a:r>
        </a:p>
      </dgm:t>
    </dgm:pt>
    <dgm:pt modelId="{FD7AD2DF-83C7-4741-A92F-F952C27C6B2C}" type="parTrans" cxnId="{7EC2754B-F707-184E-9881-5806C001A14F}">
      <dgm:prSet/>
      <dgm:spPr/>
      <dgm:t>
        <a:bodyPr/>
        <a:lstStyle/>
        <a:p>
          <a:endParaRPr lang="es-MX"/>
        </a:p>
      </dgm:t>
    </dgm:pt>
    <dgm:pt modelId="{B6CDA32E-5240-3343-A9DF-6B31D3AC382A}" type="sibTrans" cxnId="{7EC2754B-F707-184E-9881-5806C001A14F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MX"/>
        </a:p>
      </dgm:t>
    </dgm:pt>
    <dgm:pt modelId="{00D41E67-BFF5-9049-B9C6-52085EA9503E}">
      <dgm:prSet/>
      <dgm:spPr/>
      <dgm:t>
        <a:bodyPr/>
        <a:lstStyle/>
        <a:p>
          <a:r>
            <a:rPr lang="es-CO"/>
            <a:t>recurrencia de la ITU</a:t>
          </a:r>
        </a:p>
      </dgm:t>
    </dgm:pt>
    <dgm:pt modelId="{FFCD98D1-AC31-FB45-8E47-365D79E29AE9}" type="parTrans" cxnId="{63114BD2-C332-9546-A272-6C672FD65DCC}">
      <dgm:prSet/>
      <dgm:spPr/>
      <dgm:t>
        <a:bodyPr/>
        <a:lstStyle/>
        <a:p>
          <a:endParaRPr lang="es-MX"/>
        </a:p>
      </dgm:t>
    </dgm:pt>
    <dgm:pt modelId="{EB28117D-04CB-4347-972F-775BDEFB5AB3}" type="sibTrans" cxnId="{63114BD2-C332-9546-A272-6C672FD65DCC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MX"/>
        </a:p>
      </dgm:t>
    </dgm:pt>
    <dgm:pt modelId="{07F9E99E-E8DA-154A-A668-581129A3BDEB}">
      <dgm:prSet/>
      <dgm:spPr/>
      <dgm:t>
        <a:bodyPr/>
        <a:lstStyle/>
        <a:p>
          <a:r>
            <a:rPr lang="es-CO"/>
            <a:t>hematuria inexplicada</a:t>
          </a:r>
        </a:p>
      </dgm:t>
    </dgm:pt>
    <dgm:pt modelId="{BD677873-A327-7E42-915C-10CBCE415945}" type="parTrans" cxnId="{9A881511-0CCB-FD4A-8453-72EE468C8028}">
      <dgm:prSet/>
      <dgm:spPr/>
      <dgm:t>
        <a:bodyPr/>
        <a:lstStyle/>
        <a:p>
          <a:endParaRPr lang="es-MX"/>
        </a:p>
      </dgm:t>
    </dgm:pt>
    <dgm:pt modelId="{B4425BB4-BAFE-294E-88F8-0FABA540E847}" type="sibTrans" cxnId="{9A881511-0CCB-FD4A-8453-72EE468C8028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MX"/>
        </a:p>
      </dgm:t>
    </dgm:pt>
    <dgm:pt modelId="{3D536BB3-EE18-D343-BEF3-2DD776846913}">
      <dgm:prSet/>
      <dgm:spPr/>
      <dgm:t>
        <a:bodyPr/>
        <a:lstStyle/>
        <a:p>
          <a:r>
            <a:rPr lang="es-CO"/>
            <a:t>signos de sepsis </a:t>
          </a:r>
        </a:p>
      </dgm:t>
    </dgm:pt>
    <dgm:pt modelId="{6E7FB257-8789-034D-9C94-59333D7847AC}" type="parTrans" cxnId="{596A8804-C37F-FE45-962D-0EB39EC196DA}">
      <dgm:prSet/>
      <dgm:spPr/>
      <dgm:t>
        <a:bodyPr/>
        <a:lstStyle/>
        <a:p>
          <a:endParaRPr lang="es-MX"/>
        </a:p>
      </dgm:t>
    </dgm:pt>
    <dgm:pt modelId="{10B96127-6FB1-0044-993E-F2B0FFC43EC0}" type="sibTrans" cxnId="{596A8804-C37F-FE45-962D-0EB39EC196DA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MX"/>
        </a:p>
      </dgm:t>
    </dgm:pt>
    <dgm:pt modelId="{B0680A01-F106-8549-A9C1-0EEBFA1F3E1C}">
      <dgm:prSet/>
      <dgm:spPr/>
      <dgm:t>
        <a:bodyPr/>
        <a:lstStyle/>
        <a:p>
          <a:r>
            <a:rPr lang="es-CO" dirty="0"/>
            <a:t>antecedentes de anomalías estructurales del tracto </a:t>
          </a:r>
          <a:r>
            <a:rPr lang="es-CO" dirty="0" err="1"/>
            <a:t>urinar</a:t>
          </a:r>
          <a:endParaRPr lang="es-CO" dirty="0"/>
        </a:p>
      </dgm:t>
    </dgm:pt>
    <dgm:pt modelId="{2B6E228D-283C-B848-8826-27F85BCF108D}" type="parTrans" cxnId="{601C4466-5AFF-E44F-81E9-750F0F0419A1}">
      <dgm:prSet/>
      <dgm:spPr/>
      <dgm:t>
        <a:bodyPr/>
        <a:lstStyle/>
        <a:p>
          <a:endParaRPr lang="es-MX"/>
        </a:p>
      </dgm:t>
    </dgm:pt>
    <dgm:pt modelId="{3BA58D8A-7F7F-6144-B4D0-832510D7A762}" type="sibTrans" cxnId="{601C4466-5AFF-E44F-81E9-750F0F0419A1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MX"/>
        </a:p>
      </dgm:t>
    </dgm:pt>
    <dgm:pt modelId="{26411DAC-C0C6-A841-BE49-D0F0DFF4B208}">
      <dgm:prSet/>
      <dgm:spPr/>
    </dgm:pt>
    <dgm:pt modelId="{E4165997-08E9-8B42-9E7C-EC25E90A380B}" type="parTrans" cxnId="{59E9F43C-AD59-2B48-B276-3F2BDF0AFD96}">
      <dgm:prSet/>
      <dgm:spPr/>
      <dgm:t>
        <a:bodyPr/>
        <a:lstStyle/>
        <a:p>
          <a:endParaRPr lang="es-MX"/>
        </a:p>
      </dgm:t>
    </dgm:pt>
    <dgm:pt modelId="{4971E497-28FE-2D47-A691-04091E7F2AF4}" type="sibTrans" cxnId="{59E9F43C-AD59-2B48-B276-3F2BDF0AFD96}">
      <dgm:prSet/>
      <dgm:spPr/>
      <dgm:t>
        <a:bodyPr/>
        <a:lstStyle/>
        <a:p>
          <a:endParaRPr lang="es-MX"/>
        </a:p>
      </dgm:t>
    </dgm:pt>
    <dgm:pt modelId="{5A1EACAE-7F36-B640-9637-B85E24218340}">
      <dgm:prSet/>
      <dgm:spPr/>
    </dgm:pt>
    <dgm:pt modelId="{5DCCF029-361B-534A-8345-79E4FD6B729C}" type="parTrans" cxnId="{52E81AD2-7FCC-3041-9547-DE3AA7ED2E6E}">
      <dgm:prSet/>
      <dgm:spPr/>
      <dgm:t>
        <a:bodyPr/>
        <a:lstStyle/>
        <a:p>
          <a:endParaRPr lang="es-MX"/>
        </a:p>
      </dgm:t>
    </dgm:pt>
    <dgm:pt modelId="{C94D3A32-6083-694B-B2F2-2ADE83AF8019}" type="sibTrans" cxnId="{52E81AD2-7FCC-3041-9547-DE3AA7ED2E6E}">
      <dgm:prSet/>
      <dgm:spPr/>
      <dgm:t>
        <a:bodyPr/>
        <a:lstStyle/>
        <a:p>
          <a:endParaRPr lang="es-MX"/>
        </a:p>
      </dgm:t>
    </dgm:pt>
    <dgm:pt modelId="{86B7DDD5-A3B1-7D4E-B674-F9F2C5FE1E21}" type="pres">
      <dgm:prSet presAssocID="{C1AE0AB4-8AE4-1C45-8AC6-6F873F9A546F}" presName="Name0" presStyleCnt="0">
        <dgm:presLayoutVars>
          <dgm:chMax val="7"/>
          <dgm:chPref val="7"/>
          <dgm:dir/>
        </dgm:presLayoutVars>
      </dgm:prSet>
      <dgm:spPr/>
    </dgm:pt>
    <dgm:pt modelId="{75381653-5B03-204C-A9D6-30497F07FEBE}" type="pres">
      <dgm:prSet presAssocID="{C1AE0AB4-8AE4-1C45-8AC6-6F873F9A546F}" presName="Name1" presStyleCnt="0"/>
      <dgm:spPr/>
    </dgm:pt>
    <dgm:pt modelId="{EF03153F-4D9F-2A46-996B-F436FB2A5CE1}" type="pres">
      <dgm:prSet presAssocID="{BB2F8F7B-D213-E94A-9E2F-5CC23F3298DF}" presName="picture_1" presStyleCnt="0"/>
      <dgm:spPr/>
    </dgm:pt>
    <dgm:pt modelId="{F5D0B98F-5002-A14F-9EF4-FE3038341F7F}" type="pres">
      <dgm:prSet presAssocID="{BB2F8F7B-D213-E94A-9E2F-5CC23F3298DF}" presName="pictureRepeatNode" presStyleLbl="alignImgPlace1" presStyleIdx="0" presStyleCnt="7" custScaleX="74018" custScaleY="69382" custLinFactNeighborX="-300" custLinFactNeighborY="-8709"/>
      <dgm:spPr/>
    </dgm:pt>
    <dgm:pt modelId="{1042DDFD-F958-1340-9BE0-45C8D067D4DE}" type="pres">
      <dgm:prSet presAssocID="{15E63A90-05D8-C943-9BC5-E5ECFBE5BA75}" presName="text_1" presStyleLbl="node1" presStyleIdx="0" presStyleCnt="0" custFlipHor="1" custScaleX="121399" custLinFactNeighborX="-23993" custLinFactNeighborY="59406">
        <dgm:presLayoutVars>
          <dgm:bulletEnabled val="1"/>
        </dgm:presLayoutVars>
      </dgm:prSet>
      <dgm:spPr/>
    </dgm:pt>
    <dgm:pt modelId="{2F0E43C6-004A-AC40-8016-7521F35B816B}" type="pres">
      <dgm:prSet presAssocID="{F819E877-A43F-EB47-A05B-6D0B2CA40A9F}" presName="picture_2" presStyleCnt="0"/>
      <dgm:spPr/>
    </dgm:pt>
    <dgm:pt modelId="{6D612089-B485-0C42-B95E-B689B2352FB2}" type="pres">
      <dgm:prSet presAssocID="{F819E877-A43F-EB47-A05B-6D0B2CA40A9F}" presName="pictureRepeatNode" presStyleLbl="alignImgPlace1" presStyleIdx="1" presStyleCnt="7"/>
      <dgm:spPr/>
    </dgm:pt>
    <dgm:pt modelId="{5C744AB9-1E80-C745-81D7-1CED13A5A884}" type="pres">
      <dgm:prSet presAssocID="{3945C0E1-9BF1-7F48-84A4-7F0334D27819}" presName="line_2" presStyleLbl="parChTrans1D1" presStyleIdx="0" presStyleCnt="6"/>
      <dgm:spPr/>
    </dgm:pt>
    <dgm:pt modelId="{D5E40335-D3A9-9D41-B4A2-965383151BD2}" type="pres">
      <dgm:prSet presAssocID="{3945C0E1-9BF1-7F48-84A4-7F0334D27819}" presName="textparent_2" presStyleLbl="node1" presStyleIdx="0" presStyleCnt="0"/>
      <dgm:spPr/>
    </dgm:pt>
    <dgm:pt modelId="{4AA8DA19-82C1-8645-846B-61EDB9A5B3CC}" type="pres">
      <dgm:prSet presAssocID="{3945C0E1-9BF1-7F48-84A4-7F0334D27819}" presName="text_2" presStyleLbl="revTx" presStyleIdx="0" presStyleCnt="6">
        <dgm:presLayoutVars>
          <dgm:bulletEnabled val="1"/>
        </dgm:presLayoutVars>
      </dgm:prSet>
      <dgm:spPr/>
    </dgm:pt>
    <dgm:pt modelId="{1C073350-B9A2-8049-BA14-9F2A356006AB}" type="pres">
      <dgm:prSet presAssocID="{B6CDA32E-5240-3343-A9DF-6B31D3AC382A}" presName="picture_3" presStyleCnt="0"/>
      <dgm:spPr/>
    </dgm:pt>
    <dgm:pt modelId="{DC85F4E4-EC98-CE49-B6B5-60A3AA376D39}" type="pres">
      <dgm:prSet presAssocID="{B6CDA32E-5240-3343-A9DF-6B31D3AC382A}" presName="pictureRepeatNode" presStyleLbl="alignImgPlace1" presStyleIdx="2" presStyleCnt="7"/>
      <dgm:spPr/>
    </dgm:pt>
    <dgm:pt modelId="{5308CFC3-0FA3-6441-B373-75571D6708B4}" type="pres">
      <dgm:prSet presAssocID="{7768F98A-F2F5-8F4F-8995-DC2A29738E57}" presName="line_3" presStyleLbl="parChTrans1D1" presStyleIdx="1" presStyleCnt="6"/>
      <dgm:spPr/>
    </dgm:pt>
    <dgm:pt modelId="{701EEDE9-9D8E-CB4E-8750-B12844F4E5FF}" type="pres">
      <dgm:prSet presAssocID="{7768F98A-F2F5-8F4F-8995-DC2A29738E57}" presName="textparent_3" presStyleLbl="node1" presStyleIdx="0" presStyleCnt="0"/>
      <dgm:spPr/>
    </dgm:pt>
    <dgm:pt modelId="{C47D9A44-15D1-FD44-A1BA-CCE2136707F2}" type="pres">
      <dgm:prSet presAssocID="{7768F98A-F2F5-8F4F-8995-DC2A29738E57}" presName="text_3" presStyleLbl="revTx" presStyleIdx="1" presStyleCnt="6">
        <dgm:presLayoutVars>
          <dgm:bulletEnabled val="1"/>
        </dgm:presLayoutVars>
      </dgm:prSet>
      <dgm:spPr/>
    </dgm:pt>
    <dgm:pt modelId="{08BE6016-9C88-724C-915E-C4350D8C665C}" type="pres">
      <dgm:prSet presAssocID="{EB28117D-04CB-4347-972F-775BDEFB5AB3}" presName="picture_4" presStyleCnt="0"/>
      <dgm:spPr/>
    </dgm:pt>
    <dgm:pt modelId="{DEC510BC-BB51-F444-9F09-178294D40E21}" type="pres">
      <dgm:prSet presAssocID="{EB28117D-04CB-4347-972F-775BDEFB5AB3}" presName="pictureRepeatNode" presStyleLbl="alignImgPlace1" presStyleIdx="3" presStyleCnt="7"/>
      <dgm:spPr/>
    </dgm:pt>
    <dgm:pt modelId="{ADE5B0DD-9CB2-E94C-99C5-2C20317A3054}" type="pres">
      <dgm:prSet presAssocID="{00D41E67-BFF5-9049-B9C6-52085EA9503E}" presName="line_4" presStyleLbl="parChTrans1D1" presStyleIdx="2" presStyleCnt="6"/>
      <dgm:spPr/>
    </dgm:pt>
    <dgm:pt modelId="{2D49ACBA-B0FD-9D46-B05D-85B8DA04EB52}" type="pres">
      <dgm:prSet presAssocID="{00D41E67-BFF5-9049-B9C6-52085EA9503E}" presName="textparent_4" presStyleLbl="node1" presStyleIdx="0" presStyleCnt="0"/>
      <dgm:spPr/>
    </dgm:pt>
    <dgm:pt modelId="{8E4F705F-6B54-984E-B35B-FD0BAC30E6EF}" type="pres">
      <dgm:prSet presAssocID="{00D41E67-BFF5-9049-B9C6-52085EA9503E}" presName="text_4" presStyleLbl="revTx" presStyleIdx="2" presStyleCnt="6">
        <dgm:presLayoutVars>
          <dgm:bulletEnabled val="1"/>
        </dgm:presLayoutVars>
      </dgm:prSet>
      <dgm:spPr/>
    </dgm:pt>
    <dgm:pt modelId="{6AFFF67D-7908-6D4D-A3B5-E593F07D6813}" type="pres">
      <dgm:prSet presAssocID="{B4425BB4-BAFE-294E-88F8-0FABA540E847}" presName="picture_5" presStyleCnt="0"/>
      <dgm:spPr/>
    </dgm:pt>
    <dgm:pt modelId="{7A067AA8-22B3-5747-B908-AD92E41EF405}" type="pres">
      <dgm:prSet presAssocID="{B4425BB4-BAFE-294E-88F8-0FABA540E847}" presName="pictureRepeatNode" presStyleLbl="alignImgPlace1" presStyleIdx="4" presStyleCnt="7"/>
      <dgm:spPr/>
    </dgm:pt>
    <dgm:pt modelId="{F833160B-0BAB-5546-B819-BE1A3420726C}" type="pres">
      <dgm:prSet presAssocID="{07F9E99E-E8DA-154A-A668-581129A3BDEB}" presName="line_5" presStyleLbl="parChTrans1D1" presStyleIdx="3" presStyleCnt="6"/>
      <dgm:spPr/>
    </dgm:pt>
    <dgm:pt modelId="{8EB009F4-CA01-6E4F-9200-F157D13BD9A1}" type="pres">
      <dgm:prSet presAssocID="{07F9E99E-E8DA-154A-A668-581129A3BDEB}" presName="textparent_5" presStyleLbl="node1" presStyleIdx="0" presStyleCnt="0"/>
      <dgm:spPr/>
    </dgm:pt>
    <dgm:pt modelId="{EEDA1125-C6E0-3743-A770-90FE2C81B06A}" type="pres">
      <dgm:prSet presAssocID="{07F9E99E-E8DA-154A-A668-581129A3BDEB}" presName="text_5" presStyleLbl="revTx" presStyleIdx="3" presStyleCnt="6">
        <dgm:presLayoutVars>
          <dgm:bulletEnabled val="1"/>
        </dgm:presLayoutVars>
      </dgm:prSet>
      <dgm:spPr/>
    </dgm:pt>
    <dgm:pt modelId="{FD2298C7-0F2D-0747-AD76-68B39F3C8351}" type="pres">
      <dgm:prSet presAssocID="{10B96127-6FB1-0044-993E-F2B0FFC43EC0}" presName="picture_6" presStyleCnt="0"/>
      <dgm:spPr/>
    </dgm:pt>
    <dgm:pt modelId="{093D2F35-CF7A-3546-8A4C-F92B4A4E893B}" type="pres">
      <dgm:prSet presAssocID="{10B96127-6FB1-0044-993E-F2B0FFC43EC0}" presName="pictureRepeatNode" presStyleLbl="alignImgPlace1" presStyleIdx="5" presStyleCnt="7"/>
      <dgm:spPr/>
    </dgm:pt>
    <dgm:pt modelId="{ED42747A-3F82-4D49-B50D-87BAF759F5A0}" type="pres">
      <dgm:prSet presAssocID="{3D536BB3-EE18-D343-BEF3-2DD776846913}" presName="line_6" presStyleLbl="parChTrans1D1" presStyleIdx="4" presStyleCnt="6"/>
      <dgm:spPr/>
    </dgm:pt>
    <dgm:pt modelId="{D7CDABAC-765A-A34F-B168-B399A31B8715}" type="pres">
      <dgm:prSet presAssocID="{3D536BB3-EE18-D343-BEF3-2DD776846913}" presName="textparent_6" presStyleLbl="node1" presStyleIdx="0" presStyleCnt="0"/>
      <dgm:spPr/>
    </dgm:pt>
    <dgm:pt modelId="{A2AD036F-51DA-CA47-BC5B-CB45A4E9D000}" type="pres">
      <dgm:prSet presAssocID="{3D536BB3-EE18-D343-BEF3-2DD776846913}" presName="text_6" presStyleLbl="revTx" presStyleIdx="4" presStyleCnt="6">
        <dgm:presLayoutVars>
          <dgm:bulletEnabled val="1"/>
        </dgm:presLayoutVars>
      </dgm:prSet>
      <dgm:spPr/>
    </dgm:pt>
    <dgm:pt modelId="{FBD79CF0-C80E-4549-A486-97CBF487D3EC}" type="pres">
      <dgm:prSet presAssocID="{3BA58D8A-7F7F-6144-B4D0-832510D7A762}" presName="picture_7" presStyleCnt="0"/>
      <dgm:spPr/>
    </dgm:pt>
    <dgm:pt modelId="{FBAE659F-7EC5-9643-B4C2-6A479A966BEE}" type="pres">
      <dgm:prSet presAssocID="{3BA58D8A-7F7F-6144-B4D0-832510D7A762}" presName="pictureRepeatNode" presStyleLbl="alignImgPlace1" presStyleIdx="6" presStyleCnt="7"/>
      <dgm:spPr/>
    </dgm:pt>
    <dgm:pt modelId="{B1E30A00-1610-CC49-B6B7-52D147A6EED7}" type="pres">
      <dgm:prSet presAssocID="{B0680A01-F106-8549-A9C1-0EEBFA1F3E1C}" presName="line_7" presStyleLbl="parChTrans1D1" presStyleIdx="5" presStyleCnt="6"/>
      <dgm:spPr/>
    </dgm:pt>
    <dgm:pt modelId="{2C2EE472-F3EF-8741-9334-B52DDB0B6ECB}" type="pres">
      <dgm:prSet presAssocID="{B0680A01-F106-8549-A9C1-0EEBFA1F3E1C}" presName="textparent_7" presStyleLbl="node1" presStyleIdx="0" presStyleCnt="0"/>
      <dgm:spPr/>
    </dgm:pt>
    <dgm:pt modelId="{860C8898-06EA-9C44-BB41-9AA4D6599D42}" type="pres">
      <dgm:prSet presAssocID="{B0680A01-F106-8549-A9C1-0EEBFA1F3E1C}" presName="text_7" presStyleLbl="revTx" presStyleIdx="5" presStyleCnt="6">
        <dgm:presLayoutVars>
          <dgm:bulletEnabled val="1"/>
        </dgm:presLayoutVars>
      </dgm:prSet>
      <dgm:spPr/>
    </dgm:pt>
  </dgm:ptLst>
  <dgm:cxnLst>
    <dgm:cxn modelId="{596A8804-C37F-FE45-962D-0EB39EC196DA}" srcId="{C1AE0AB4-8AE4-1C45-8AC6-6F873F9A546F}" destId="{3D536BB3-EE18-D343-BEF3-2DD776846913}" srcOrd="5" destOrd="0" parTransId="{6E7FB257-8789-034D-9C94-59333D7847AC}" sibTransId="{10B96127-6FB1-0044-993E-F2B0FFC43EC0}"/>
    <dgm:cxn modelId="{3CBDA90D-1F6B-8B43-B69D-57367D823652}" type="presOf" srcId="{3945C0E1-9BF1-7F48-84A4-7F0334D27819}" destId="{4AA8DA19-82C1-8645-846B-61EDB9A5B3CC}" srcOrd="0" destOrd="0" presId="urn:microsoft.com/office/officeart/2008/layout/CircularPictureCallout"/>
    <dgm:cxn modelId="{9A881511-0CCB-FD4A-8453-72EE468C8028}" srcId="{C1AE0AB4-8AE4-1C45-8AC6-6F873F9A546F}" destId="{07F9E99E-E8DA-154A-A668-581129A3BDEB}" srcOrd="4" destOrd="0" parTransId="{BD677873-A327-7E42-915C-10CBCE415945}" sibTransId="{B4425BB4-BAFE-294E-88F8-0FABA540E847}"/>
    <dgm:cxn modelId="{35583514-BECF-1044-BA28-D802242AD732}" type="presOf" srcId="{7768F98A-F2F5-8F4F-8995-DC2A29738E57}" destId="{C47D9A44-15D1-FD44-A1BA-CCE2136707F2}" srcOrd="0" destOrd="0" presId="urn:microsoft.com/office/officeart/2008/layout/CircularPictureCallout"/>
    <dgm:cxn modelId="{D3A1E41F-76A5-3740-9451-8FCE089B8156}" type="presOf" srcId="{F819E877-A43F-EB47-A05B-6D0B2CA40A9F}" destId="{6D612089-B485-0C42-B95E-B689B2352FB2}" srcOrd="0" destOrd="0" presId="urn:microsoft.com/office/officeart/2008/layout/CircularPictureCallout"/>
    <dgm:cxn modelId="{59E9F43C-AD59-2B48-B276-3F2BDF0AFD96}" srcId="{C1AE0AB4-8AE4-1C45-8AC6-6F873F9A546F}" destId="{26411DAC-C0C6-A841-BE49-D0F0DFF4B208}" srcOrd="8" destOrd="0" parTransId="{E4165997-08E9-8B42-9E7C-EC25E90A380B}" sibTransId="{4971E497-28FE-2D47-A691-04091E7F2AF4}"/>
    <dgm:cxn modelId="{C58A604B-02A6-AA4B-B316-8C04E8CC4F0C}" type="presOf" srcId="{B0680A01-F106-8549-A9C1-0EEBFA1F3E1C}" destId="{860C8898-06EA-9C44-BB41-9AA4D6599D42}" srcOrd="0" destOrd="0" presId="urn:microsoft.com/office/officeart/2008/layout/CircularPictureCallout"/>
    <dgm:cxn modelId="{7EC2754B-F707-184E-9881-5806C001A14F}" srcId="{C1AE0AB4-8AE4-1C45-8AC6-6F873F9A546F}" destId="{7768F98A-F2F5-8F4F-8995-DC2A29738E57}" srcOrd="2" destOrd="0" parTransId="{FD7AD2DF-83C7-4741-A92F-F952C27C6B2C}" sibTransId="{B6CDA32E-5240-3343-A9DF-6B31D3AC382A}"/>
    <dgm:cxn modelId="{AD70FE53-C30E-AF4A-90D8-A61D30A9A7F8}" type="presOf" srcId="{B4425BB4-BAFE-294E-88F8-0FABA540E847}" destId="{7A067AA8-22B3-5747-B908-AD92E41EF405}" srcOrd="0" destOrd="0" presId="urn:microsoft.com/office/officeart/2008/layout/CircularPictureCallout"/>
    <dgm:cxn modelId="{1CB7A957-23EF-A14D-92A2-97C21831E0E4}" type="presOf" srcId="{EB28117D-04CB-4347-972F-775BDEFB5AB3}" destId="{DEC510BC-BB51-F444-9F09-178294D40E21}" srcOrd="0" destOrd="0" presId="urn:microsoft.com/office/officeart/2008/layout/CircularPictureCallout"/>
    <dgm:cxn modelId="{A557F658-ACA5-7A4A-AD8D-A0222F9F3F24}" type="presOf" srcId="{3D536BB3-EE18-D343-BEF3-2DD776846913}" destId="{A2AD036F-51DA-CA47-BC5B-CB45A4E9D000}" srcOrd="0" destOrd="0" presId="urn:microsoft.com/office/officeart/2008/layout/CircularPictureCallout"/>
    <dgm:cxn modelId="{601C4466-5AFF-E44F-81E9-750F0F0419A1}" srcId="{C1AE0AB4-8AE4-1C45-8AC6-6F873F9A546F}" destId="{B0680A01-F106-8549-A9C1-0EEBFA1F3E1C}" srcOrd="6" destOrd="0" parTransId="{2B6E228D-283C-B848-8826-27F85BCF108D}" sibTransId="{3BA58D8A-7F7F-6144-B4D0-832510D7A762}"/>
    <dgm:cxn modelId="{770BB374-4CBA-6149-8501-85CFF057BD72}" srcId="{C1AE0AB4-8AE4-1C45-8AC6-6F873F9A546F}" destId="{15E63A90-05D8-C943-9BC5-E5ECFBE5BA75}" srcOrd="0" destOrd="0" parTransId="{210D9CAF-F635-F949-8086-A658E0B3168B}" sibTransId="{BB2F8F7B-D213-E94A-9E2F-5CC23F3298DF}"/>
    <dgm:cxn modelId="{C5CF1377-2A6E-5243-80AB-0C301C04DA63}" srcId="{C1AE0AB4-8AE4-1C45-8AC6-6F873F9A546F}" destId="{3945C0E1-9BF1-7F48-84A4-7F0334D27819}" srcOrd="1" destOrd="0" parTransId="{533E3FE8-957C-5549-A4BC-1367B6DDF4FA}" sibTransId="{F819E877-A43F-EB47-A05B-6D0B2CA40A9F}"/>
    <dgm:cxn modelId="{7D687279-4DFF-3D4A-ACFA-7927A18868FF}" type="presOf" srcId="{C1AE0AB4-8AE4-1C45-8AC6-6F873F9A546F}" destId="{86B7DDD5-A3B1-7D4E-B674-F9F2C5FE1E21}" srcOrd="0" destOrd="0" presId="urn:microsoft.com/office/officeart/2008/layout/CircularPictureCallout"/>
    <dgm:cxn modelId="{30967A80-07D8-9E4E-94B2-191013445E17}" type="presOf" srcId="{15E63A90-05D8-C943-9BC5-E5ECFBE5BA75}" destId="{1042DDFD-F958-1340-9BE0-45C8D067D4DE}" srcOrd="0" destOrd="0" presId="urn:microsoft.com/office/officeart/2008/layout/CircularPictureCallout"/>
    <dgm:cxn modelId="{3251C682-84A5-C140-8F54-CF9E72CC4F22}" type="presOf" srcId="{BB2F8F7B-D213-E94A-9E2F-5CC23F3298DF}" destId="{F5D0B98F-5002-A14F-9EF4-FE3038341F7F}" srcOrd="0" destOrd="0" presId="urn:microsoft.com/office/officeart/2008/layout/CircularPictureCallout"/>
    <dgm:cxn modelId="{AC852B8D-637F-0B43-95A3-652BED1CA64B}" type="presOf" srcId="{07F9E99E-E8DA-154A-A668-581129A3BDEB}" destId="{EEDA1125-C6E0-3743-A770-90FE2C81B06A}" srcOrd="0" destOrd="0" presId="urn:microsoft.com/office/officeart/2008/layout/CircularPictureCallout"/>
    <dgm:cxn modelId="{A3BFFA9C-4020-DF49-BA49-A5E5AD2EE805}" type="presOf" srcId="{B6CDA32E-5240-3343-A9DF-6B31D3AC382A}" destId="{DC85F4E4-EC98-CE49-B6B5-60A3AA376D39}" srcOrd="0" destOrd="0" presId="urn:microsoft.com/office/officeart/2008/layout/CircularPictureCallout"/>
    <dgm:cxn modelId="{A4F0F7A1-8D09-7B45-B461-C48BC40123F3}" type="presOf" srcId="{3BA58D8A-7F7F-6144-B4D0-832510D7A762}" destId="{FBAE659F-7EC5-9643-B4C2-6A479A966BEE}" srcOrd="0" destOrd="0" presId="urn:microsoft.com/office/officeart/2008/layout/CircularPictureCallout"/>
    <dgm:cxn modelId="{0A7830CE-77EA-C248-9933-1BBD6E32390F}" type="presOf" srcId="{10B96127-6FB1-0044-993E-F2B0FFC43EC0}" destId="{093D2F35-CF7A-3546-8A4C-F92B4A4E893B}" srcOrd="0" destOrd="0" presId="urn:microsoft.com/office/officeart/2008/layout/CircularPictureCallout"/>
    <dgm:cxn modelId="{52E81AD2-7FCC-3041-9547-DE3AA7ED2E6E}" srcId="{C1AE0AB4-8AE4-1C45-8AC6-6F873F9A546F}" destId="{5A1EACAE-7F36-B640-9637-B85E24218340}" srcOrd="7" destOrd="0" parTransId="{5DCCF029-361B-534A-8345-79E4FD6B729C}" sibTransId="{C94D3A32-6083-694B-B2F2-2ADE83AF8019}"/>
    <dgm:cxn modelId="{63114BD2-C332-9546-A272-6C672FD65DCC}" srcId="{C1AE0AB4-8AE4-1C45-8AC6-6F873F9A546F}" destId="{00D41E67-BFF5-9049-B9C6-52085EA9503E}" srcOrd="3" destOrd="0" parTransId="{FFCD98D1-AC31-FB45-8E47-365D79E29AE9}" sibTransId="{EB28117D-04CB-4347-972F-775BDEFB5AB3}"/>
    <dgm:cxn modelId="{26B89CFC-9D55-5E44-87A5-A49F484AAF32}" type="presOf" srcId="{00D41E67-BFF5-9049-B9C6-52085EA9503E}" destId="{8E4F705F-6B54-984E-B35B-FD0BAC30E6EF}" srcOrd="0" destOrd="0" presId="urn:microsoft.com/office/officeart/2008/layout/CircularPictureCallout"/>
    <dgm:cxn modelId="{CB78BD07-6C00-6F4C-9963-19BA777F841D}" type="presParOf" srcId="{86B7DDD5-A3B1-7D4E-B674-F9F2C5FE1E21}" destId="{75381653-5B03-204C-A9D6-30497F07FEBE}" srcOrd="0" destOrd="0" presId="urn:microsoft.com/office/officeart/2008/layout/CircularPictureCallout"/>
    <dgm:cxn modelId="{C9346FE3-50D9-3047-91FD-0ED786F91769}" type="presParOf" srcId="{75381653-5B03-204C-A9D6-30497F07FEBE}" destId="{EF03153F-4D9F-2A46-996B-F436FB2A5CE1}" srcOrd="0" destOrd="0" presId="urn:microsoft.com/office/officeart/2008/layout/CircularPictureCallout"/>
    <dgm:cxn modelId="{24F85687-9F09-BD45-BBED-1586A38B6ED2}" type="presParOf" srcId="{EF03153F-4D9F-2A46-996B-F436FB2A5CE1}" destId="{F5D0B98F-5002-A14F-9EF4-FE3038341F7F}" srcOrd="0" destOrd="0" presId="urn:microsoft.com/office/officeart/2008/layout/CircularPictureCallout"/>
    <dgm:cxn modelId="{B58DFD41-6513-FB44-B1CB-48E93AA58453}" type="presParOf" srcId="{75381653-5B03-204C-A9D6-30497F07FEBE}" destId="{1042DDFD-F958-1340-9BE0-45C8D067D4DE}" srcOrd="1" destOrd="0" presId="urn:microsoft.com/office/officeart/2008/layout/CircularPictureCallout"/>
    <dgm:cxn modelId="{07F9E38F-A642-7A4A-89D5-65094D18DC34}" type="presParOf" srcId="{75381653-5B03-204C-A9D6-30497F07FEBE}" destId="{2F0E43C6-004A-AC40-8016-7521F35B816B}" srcOrd="2" destOrd="0" presId="urn:microsoft.com/office/officeart/2008/layout/CircularPictureCallout"/>
    <dgm:cxn modelId="{61B28155-A2D7-5F43-A3D2-763839C103CC}" type="presParOf" srcId="{2F0E43C6-004A-AC40-8016-7521F35B816B}" destId="{6D612089-B485-0C42-B95E-B689B2352FB2}" srcOrd="0" destOrd="0" presId="urn:microsoft.com/office/officeart/2008/layout/CircularPictureCallout"/>
    <dgm:cxn modelId="{E193202D-6363-C34C-9B27-36F846DC5338}" type="presParOf" srcId="{75381653-5B03-204C-A9D6-30497F07FEBE}" destId="{5C744AB9-1E80-C745-81D7-1CED13A5A884}" srcOrd="3" destOrd="0" presId="urn:microsoft.com/office/officeart/2008/layout/CircularPictureCallout"/>
    <dgm:cxn modelId="{B2DE0191-5A0D-0B42-B009-7C520E2289FB}" type="presParOf" srcId="{75381653-5B03-204C-A9D6-30497F07FEBE}" destId="{D5E40335-D3A9-9D41-B4A2-965383151BD2}" srcOrd="4" destOrd="0" presId="urn:microsoft.com/office/officeart/2008/layout/CircularPictureCallout"/>
    <dgm:cxn modelId="{EEE88476-6F79-B246-8687-7FD69280D13D}" type="presParOf" srcId="{D5E40335-D3A9-9D41-B4A2-965383151BD2}" destId="{4AA8DA19-82C1-8645-846B-61EDB9A5B3CC}" srcOrd="0" destOrd="0" presId="urn:microsoft.com/office/officeart/2008/layout/CircularPictureCallout"/>
    <dgm:cxn modelId="{13734F42-4EE3-8A40-972B-E3AF2EEA3144}" type="presParOf" srcId="{75381653-5B03-204C-A9D6-30497F07FEBE}" destId="{1C073350-B9A2-8049-BA14-9F2A356006AB}" srcOrd="5" destOrd="0" presId="urn:microsoft.com/office/officeart/2008/layout/CircularPictureCallout"/>
    <dgm:cxn modelId="{E0A9B4EE-A3F8-A644-990A-5BE41342C5BC}" type="presParOf" srcId="{1C073350-B9A2-8049-BA14-9F2A356006AB}" destId="{DC85F4E4-EC98-CE49-B6B5-60A3AA376D39}" srcOrd="0" destOrd="0" presId="urn:microsoft.com/office/officeart/2008/layout/CircularPictureCallout"/>
    <dgm:cxn modelId="{D2FF8DA9-B45E-774E-8FF6-6531A4C71EEB}" type="presParOf" srcId="{75381653-5B03-204C-A9D6-30497F07FEBE}" destId="{5308CFC3-0FA3-6441-B373-75571D6708B4}" srcOrd="6" destOrd="0" presId="urn:microsoft.com/office/officeart/2008/layout/CircularPictureCallout"/>
    <dgm:cxn modelId="{6EA7D83E-F8D5-3347-AF7D-F3C433EB0F65}" type="presParOf" srcId="{75381653-5B03-204C-A9D6-30497F07FEBE}" destId="{701EEDE9-9D8E-CB4E-8750-B12844F4E5FF}" srcOrd="7" destOrd="0" presId="urn:microsoft.com/office/officeart/2008/layout/CircularPictureCallout"/>
    <dgm:cxn modelId="{F7D1D450-B158-2E40-A00D-A2E141DBA456}" type="presParOf" srcId="{701EEDE9-9D8E-CB4E-8750-B12844F4E5FF}" destId="{C47D9A44-15D1-FD44-A1BA-CCE2136707F2}" srcOrd="0" destOrd="0" presId="urn:microsoft.com/office/officeart/2008/layout/CircularPictureCallout"/>
    <dgm:cxn modelId="{6D4A6D8F-317C-BC49-B120-BB60F67BDE92}" type="presParOf" srcId="{75381653-5B03-204C-A9D6-30497F07FEBE}" destId="{08BE6016-9C88-724C-915E-C4350D8C665C}" srcOrd="8" destOrd="0" presId="urn:microsoft.com/office/officeart/2008/layout/CircularPictureCallout"/>
    <dgm:cxn modelId="{1AB37E46-F39B-C24A-8363-94F801C9FDB5}" type="presParOf" srcId="{08BE6016-9C88-724C-915E-C4350D8C665C}" destId="{DEC510BC-BB51-F444-9F09-178294D40E21}" srcOrd="0" destOrd="0" presId="urn:microsoft.com/office/officeart/2008/layout/CircularPictureCallout"/>
    <dgm:cxn modelId="{76DF48F1-B1DD-D046-A73A-9CF3B3E14063}" type="presParOf" srcId="{75381653-5B03-204C-A9D6-30497F07FEBE}" destId="{ADE5B0DD-9CB2-E94C-99C5-2C20317A3054}" srcOrd="9" destOrd="0" presId="urn:microsoft.com/office/officeart/2008/layout/CircularPictureCallout"/>
    <dgm:cxn modelId="{D9590068-DEAB-7847-90D9-D68A1C50E769}" type="presParOf" srcId="{75381653-5B03-204C-A9D6-30497F07FEBE}" destId="{2D49ACBA-B0FD-9D46-B05D-85B8DA04EB52}" srcOrd="10" destOrd="0" presId="urn:microsoft.com/office/officeart/2008/layout/CircularPictureCallout"/>
    <dgm:cxn modelId="{0CE53B34-FEB1-9F41-A7E7-659653D73C4C}" type="presParOf" srcId="{2D49ACBA-B0FD-9D46-B05D-85B8DA04EB52}" destId="{8E4F705F-6B54-984E-B35B-FD0BAC30E6EF}" srcOrd="0" destOrd="0" presId="urn:microsoft.com/office/officeart/2008/layout/CircularPictureCallout"/>
    <dgm:cxn modelId="{88D9C460-8A80-E749-B5D0-D5F1E38BAF41}" type="presParOf" srcId="{75381653-5B03-204C-A9D6-30497F07FEBE}" destId="{6AFFF67D-7908-6D4D-A3B5-E593F07D6813}" srcOrd="11" destOrd="0" presId="urn:microsoft.com/office/officeart/2008/layout/CircularPictureCallout"/>
    <dgm:cxn modelId="{64FD4146-E28F-894C-B870-0EDDC9E766A4}" type="presParOf" srcId="{6AFFF67D-7908-6D4D-A3B5-E593F07D6813}" destId="{7A067AA8-22B3-5747-B908-AD92E41EF405}" srcOrd="0" destOrd="0" presId="urn:microsoft.com/office/officeart/2008/layout/CircularPictureCallout"/>
    <dgm:cxn modelId="{3D603F1A-DCDC-A440-BA60-E51181219E11}" type="presParOf" srcId="{75381653-5B03-204C-A9D6-30497F07FEBE}" destId="{F833160B-0BAB-5546-B819-BE1A3420726C}" srcOrd="12" destOrd="0" presId="urn:microsoft.com/office/officeart/2008/layout/CircularPictureCallout"/>
    <dgm:cxn modelId="{1A60AD0B-53F7-354F-A60E-FD584BD86A8E}" type="presParOf" srcId="{75381653-5B03-204C-A9D6-30497F07FEBE}" destId="{8EB009F4-CA01-6E4F-9200-F157D13BD9A1}" srcOrd="13" destOrd="0" presId="urn:microsoft.com/office/officeart/2008/layout/CircularPictureCallout"/>
    <dgm:cxn modelId="{75819CF9-3FCD-CF4A-9A22-5C18FFDF78A3}" type="presParOf" srcId="{8EB009F4-CA01-6E4F-9200-F157D13BD9A1}" destId="{EEDA1125-C6E0-3743-A770-90FE2C81B06A}" srcOrd="0" destOrd="0" presId="urn:microsoft.com/office/officeart/2008/layout/CircularPictureCallout"/>
    <dgm:cxn modelId="{AD9422CB-5F88-0346-B658-845F7486C68F}" type="presParOf" srcId="{75381653-5B03-204C-A9D6-30497F07FEBE}" destId="{FD2298C7-0F2D-0747-AD76-68B39F3C8351}" srcOrd="14" destOrd="0" presId="urn:microsoft.com/office/officeart/2008/layout/CircularPictureCallout"/>
    <dgm:cxn modelId="{E28D2B19-B0A3-294F-A3FA-2F66020363BB}" type="presParOf" srcId="{FD2298C7-0F2D-0747-AD76-68B39F3C8351}" destId="{093D2F35-CF7A-3546-8A4C-F92B4A4E893B}" srcOrd="0" destOrd="0" presId="urn:microsoft.com/office/officeart/2008/layout/CircularPictureCallout"/>
    <dgm:cxn modelId="{D9F25CAD-B1D0-AD4A-8641-2FA1D1BC3920}" type="presParOf" srcId="{75381653-5B03-204C-A9D6-30497F07FEBE}" destId="{ED42747A-3F82-4D49-B50D-87BAF759F5A0}" srcOrd="15" destOrd="0" presId="urn:microsoft.com/office/officeart/2008/layout/CircularPictureCallout"/>
    <dgm:cxn modelId="{9643A592-DED9-8F4F-A034-00578103D284}" type="presParOf" srcId="{75381653-5B03-204C-A9D6-30497F07FEBE}" destId="{D7CDABAC-765A-A34F-B168-B399A31B8715}" srcOrd="16" destOrd="0" presId="urn:microsoft.com/office/officeart/2008/layout/CircularPictureCallout"/>
    <dgm:cxn modelId="{375BFF23-0510-B042-95C9-39AA66F53546}" type="presParOf" srcId="{D7CDABAC-765A-A34F-B168-B399A31B8715}" destId="{A2AD036F-51DA-CA47-BC5B-CB45A4E9D000}" srcOrd="0" destOrd="0" presId="urn:microsoft.com/office/officeart/2008/layout/CircularPictureCallout"/>
    <dgm:cxn modelId="{91C8D576-519D-4B4C-8C9E-A30658AAAAD7}" type="presParOf" srcId="{75381653-5B03-204C-A9D6-30497F07FEBE}" destId="{FBD79CF0-C80E-4549-A486-97CBF487D3EC}" srcOrd="17" destOrd="0" presId="urn:microsoft.com/office/officeart/2008/layout/CircularPictureCallout"/>
    <dgm:cxn modelId="{1F9D8184-5CEA-1149-8304-7CC861596404}" type="presParOf" srcId="{FBD79CF0-C80E-4549-A486-97CBF487D3EC}" destId="{FBAE659F-7EC5-9643-B4C2-6A479A966BEE}" srcOrd="0" destOrd="0" presId="urn:microsoft.com/office/officeart/2008/layout/CircularPictureCallout"/>
    <dgm:cxn modelId="{D5FEF5C1-744B-834E-BA4E-DE85E044159B}" type="presParOf" srcId="{75381653-5B03-204C-A9D6-30497F07FEBE}" destId="{B1E30A00-1610-CC49-B6B7-52D147A6EED7}" srcOrd="18" destOrd="0" presId="urn:microsoft.com/office/officeart/2008/layout/CircularPictureCallout"/>
    <dgm:cxn modelId="{CDC4B2AE-09EC-1648-8FC7-6E47E0BC5212}" type="presParOf" srcId="{75381653-5B03-204C-A9D6-30497F07FEBE}" destId="{2C2EE472-F3EF-8741-9334-B52DDB0B6ECB}" srcOrd="19" destOrd="0" presId="urn:microsoft.com/office/officeart/2008/layout/CircularPictureCallout"/>
    <dgm:cxn modelId="{53D479F4-7374-5D43-89CC-177CE237F709}" type="presParOf" srcId="{2C2EE472-F3EF-8741-9334-B52DDB0B6ECB}" destId="{860C8898-06EA-9C44-BB41-9AA4D6599D42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0F08BD-D341-B941-8275-0EA46403EA55}">
      <dsp:nvSpPr>
        <dsp:cNvPr id="0" name=""/>
        <dsp:cNvSpPr/>
      </dsp:nvSpPr>
      <dsp:spPr>
        <a:xfrm>
          <a:off x="-497328" y="0"/>
          <a:ext cx="8816670" cy="331763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/>
            <a:t>PROTOCOLO CLÍNICO PARA LA DETECCIÓN, DIAGNÓSTICO Y TRATAMIENTO DE LA INFECCIÓN DEL TRACTO URINARIO EN LA POBLACIÓN GESTANTE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/>
            <a:t>29 SEPTIEMBRE 2025 </a:t>
          </a:r>
          <a:endParaRPr lang="es-CO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400" kern="1200" dirty="0"/>
        </a:p>
      </dsp:txBody>
      <dsp:txXfrm>
        <a:off x="793843" y="485856"/>
        <a:ext cx="6234328" cy="2345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E8A56-3F5F-6F4F-A4DB-65146D953130}">
      <dsp:nvSpPr>
        <dsp:cNvPr id="0" name=""/>
        <dsp:cNvSpPr/>
      </dsp:nvSpPr>
      <dsp:spPr>
        <a:xfrm>
          <a:off x="2286624" y="3698637"/>
          <a:ext cx="4368743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B52174-626B-7248-9A55-408E917DA610}">
      <dsp:nvSpPr>
        <dsp:cNvPr id="0" name=""/>
        <dsp:cNvSpPr/>
      </dsp:nvSpPr>
      <dsp:spPr>
        <a:xfrm>
          <a:off x="2286624" y="2175669"/>
          <a:ext cx="3742150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03E929-7DF6-C546-8AA7-888E006CA2FC}">
      <dsp:nvSpPr>
        <dsp:cNvPr id="0" name=""/>
        <dsp:cNvSpPr/>
      </dsp:nvSpPr>
      <dsp:spPr>
        <a:xfrm>
          <a:off x="2286624" y="652700"/>
          <a:ext cx="4368743" cy="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94D9A5-D6A0-D94C-99E1-ACABC6700401}">
      <dsp:nvSpPr>
        <dsp:cNvPr id="0" name=""/>
        <dsp:cNvSpPr/>
      </dsp:nvSpPr>
      <dsp:spPr>
        <a:xfrm>
          <a:off x="110955" y="0"/>
          <a:ext cx="4351338" cy="435133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AFC0AF-A94F-A548-986F-7D6F1B9EED67}">
      <dsp:nvSpPr>
        <dsp:cNvPr id="0" name=""/>
        <dsp:cNvSpPr/>
      </dsp:nvSpPr>
      <dsp:spPr>
        <a:xfrm>
          <a:off x="894196" y="2310560"/>
          <a:ext cx="2784856" cy="143594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/>
            <a:t>Complicación  bacteriana más frecuente durante el embarazo</a:t>
          </a:r>
        </a:p>
      </dsp:txBody>
      <dsp:txXfrm>
        <a:off x="894196" y="2310560"/>
        <a:ext cx="2784856" cy="1435941"/>
      </dsp:txXfrm>
    </dsp:sp>
    <dsp:sp modelId="{7ED62A77-1963-5E42-A7C3-B7E036698A01}">
      <dsp:nvSpPr>
        <dsp:cNvPr id="0" name=""/>
        <dsp:cNvSpPr/>
      </dsp:nvSpPr>
      <dsp:spPr>
        <a:xfrm>
          <a:off x="6002667" y="0"/>
          <a:ext cx="1305401" cy="130540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4D440-DFA7-9A45-B26F-8F1A7111D197}">
      <dsp:nvSpPr>
        <dsp:cNvPr id="0" name=""/>
        <dsp:cNvSpPr/>
      </dsp:nvSpPr>
      <dsp:spPr>
        <a:xfrm>
          <a:off x="7308068" y="0"/>
          <a:ext cx="1358505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0" rIns="68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Prevalencia estimada entre el 2 % y 15 %, y hasta 23,9 % </a:t>
          </a:r>
        </a:p>
      </dsp:txBody>
      <dsp:txXfrm>
        <a:off x="7308068" y="0"/>
        <a:ext cx="1358505" cy="1305401"/>
      </dsp:txXfrm>
    </dsp:sp>
    <dsp:sp modelId="{6FA0C8E0-DD94-6C4E-80A2-75A4423B46FD}">
      <dsp:nvSpPr>
        <dsp:cNvPr id="0" name=""/>
        <dsp:cNvSpPr/>
      </dsp:nvSpPr>
      <dsp:spPr>
        <a:xfrm flipV="1">
          <a:off x="5297913" y="1603374"/>
          <a:ext cx="1461723" cy="114458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D234EC-1238-2548-907C-C238B1CFEE48}">
      <dsp:nvSpPr>
        <dsp:cNvPr id="0" name=""/>
        <dsp:cNvSpPr/>
      </dsp:nvSpPr>
      <dsp:spPr>
        <a:xfrm>
          <a:off x="6681475" y="1522968"/>
          <a:ext cx="3723168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0" rIns="68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La bacteriuria asintomática (BAS) representa la forma inicial más común y, sin tratamiento, puede progresar hasta en un 50 % hacia infecciones sintomáticas o pielonefritis aguda. </a:t>
          </a:r>
        </a:p>
      </dsp:txBody>
      <dsp:txXfrm>
        <a:off x="6681475" y="1522968"/>
        <a:ext cx="3723168" cy="1305401"/>
      </dsp:txXfrm>
    </dsp:sp>
    <dsp:sp modelId="{4F1C037C-8277-0F46-887C-0EAE376A3BC4}">
      <dsp:nvSpPr>
        <dsp:cNvPr id="0" name=""/>
        <dsp:cNvSpPr/>
      </dsp:nvSpPr>
      <dsp:spPr>
        <a:xfrm>
          <a:off x="6002667" y="3045936"/>
          <a:ext cx="1305401" cy="130540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DA0CC-C2FF-4540-9286-FA77066D0232}">
      <dsp:nvSpPr>
        <dsp:cNvPr id="0" name=""/>
        <dsp:cNvSpPr/>
      </dsp:nvSpPr>
      <dsp:spPr>
        <a:xfrm>
          <a:off x="7308068" y="3045936"/>
          <a:ext cx="2385162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0" rIns="68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complicaciones obstétricas como parto pretérmino, bajo peso al nacer, sepsis materna y mortalidad fetal.</a:t>
          </a:r>
        </a:p>
      </dsp:txBody>
      <dsp:txXfrm>
        <a:off x="7308068" y="3045936"/>
        <a:ext cx="2385162" cy="1305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BD530-665C-AD43-8D99-20E1DB565FCC}">
      <dsp:nvSpPr>
        <dsp:cNvPr id="0" name=""/>
        <dsp:cNvSpPr/>
      </dsp:nvSpPr>
      <dsp:spPr>
        <a:xfrm>
          <a:off x="206266" y="542268"/>
          <a:ext cx="4943975" cy="154499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475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/>
            <a:t>ITU del  tracto urinario inferior (BAS, cistitis aguda) </a:t>
          </a:r>
        </a:p>
      </dsp:txBody>
      <dsp:txXfrm>
        <a:off x="206266" y="542268"/>
        <a:ext cx="4943975" cy="1544992"/>
      </dsp:txXfrm>
    </dsp:sp>
    <dsp:sp modelId="{1EF89200-79E2-064C-816F-F56390CDE73B}">
      <dsp:nvSpPr>
        <dsp:cNvPr id="0" name=""/>
        <dsp:cNvSpPr/>
      </dsp:nvSpPr>
      <dsp:spPr>
        <a:xfrm>
          <a:off x="267" y="319103"/>
          <a:ext cx="1081494" cy="16222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857D0A-D153-A64E-8D69-716442F50C90}">
      <dsp:nvSpPr>
        <dsp:cNvPr id="0" name=""/>
        <dsp:cNvSpPr/>
      </dsp:nvSpPr>
      <dsp:spPr>
        <a:xfrm>
          <a:off x="5571357" y="432958"/>
          <a:ext cx="4943975" cy="154499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475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/>
            <a:t>ITU del tracto urinario superior (pielonefritis aguda)</a:t>
          </a:r>
        </a:p>
      </dsp:txBody>
      <dsp:txXfrm>
        <a:off x="5571357" y="432958"/>
        <a:ext cx="4943975" cy="1544992"/>
      </dsp:txXfrm>
    </dsp:sp>
    <dsp:sp modelId="{70BE8A88-F189-FE48-9337-CE29F2B5A753}">
      <dsp:nvSpPr>
        <dsp:cNvPr id="0" name=""/>
        <dsp:cNvSpPr/>
      </dsp:nvSpPr>
      <dsp:spPr>
        <a:xfrm>
          <a:off x="5406022" y="74002"/>
          <a:ext cx="1085517" cy="1184998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0B25B3-1155-174D-B2A0-AD201BD063B8}">
      <dsp:nvSpPr>
        <dsp:cNvPr id="0" name=""/>
        <dsp:cNvSpPr/>
      </dsp:nvSpPr>
      <dsp:spPr>
        <a:xfrm>
          <a:off x="2888811" y="2487242"/>
          <a:ext cx="4943975" cy="154499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475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/>
            <a:t>todas se consideran complicadas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dilatación ureteral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estasis urinaria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reflujo vesicoureteral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disminución de la inmunidad local</a:t>
          </a:r>
        </a:p>
      </dsp:txBody>
      <dsp:txXfrm>
        <a:off x="2888811" y="2487242"/>
        <a:ext cx="4943975" cy="1544992"/>
      </dsp:txXfrm>
    </dsp:sp>
    <dsp:sp modelId="{32CCD4DE-3A7C-A643-8EFC-EDDEF0D9B4FF}">
      <dsp:nvSpPr>
        <dsp:cNvPr id="0" name=""/>
        <dsp:cNvSpPr/>
      </dsp:nvSpPr>
      <dsp:spPr>
        <a:xfrm>
          <a:off x="2682812" y="2264076"/>
          <a:ext cx="1081494" cy="16222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3000" r="-7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36687-7811-E84C-9216-0A700AF4186D}">
      <dsp:nvSpPr>
        <dsp:cNvPr id="0" name=""/>
        <dsp:cNvSpPr/>
      </dsp:nvSpPr>
      <dsp:spPr>
        <a:xfrm>
          <a:off x="4544094" y="1266"/>
          <a:ext cx="1427410" cy="9278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/>
            <a:t>historia previa de ITU</a:t>
          </a:r>
        </a:p>
      </dsp:txBody>
      <dsp:txXfrm>
        <a:off x="4589386" y="46558"/>
        <a:ext cx="1336826" cy="837232"/>
      </dsp:txXfrm>
    </dsp:sp>
    <dsp:sp modelId="{DA69EB97-12BE-0B4B-862B-567E021F5268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2580354" y="146775"/>
              </a:moveTo>
              <a:arcTo wR="1856803" hR="1856803" stAng="17576057" swAng="1965558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11C557-E115-4C4D-AEA3-0829DB1343AE}">
      <dsp:nvSpPr>
        <dsp:cNvPr id="0" name=""/>
        <dsp:cNvSpPr/>
      </dsp:nvSpPr>
      <dsp:spPr>
        <a:xfrm>
          <a:off x="6310020" y="1284286"/>
          <a:ext cx="1427410" cy="9278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/>
            <a:t>diabetes mellitus</a:t>
          </a:r>
        </a:p>
      </dsp:txBody>
      <dsp:txXfrm>
        <a:off x="6355312" y="1329578"/>
        <a:ext cx="1336826" cy="837232"/>
      </dsp:txXfrm>
    </dsp:sp>
    <dsp:sp modelId="{18BA4781-DFAE-A648-B95D-89CE9CBA0A86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3711020" y="1758813"/>
              </a:moveTo>
              <a:arcTo wR="1856803" hR="1856803" stAng="21418493" swAng="219939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9B54FF-1EA7-F448-B8DA-8444D756AE71}">
      <dsp:nvSpPr>
        <dsp:cNvPr id="0" name=""/>
        <dsp:cNvSpPr/>
      </dsp:nvSpPr>
      <dsp:spPr>
        <a:xfrm>
          <a:off x="5635496" y="3360256"/>
          <a:ext cx="1427410" cy="9278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/>
            <a:t>Obesidad</a:t>
          </a:r>
        </a:p>
      </dsp:txBody>
      <dsp:txXfrm>
        <a:off x="5680788" y="3405548"/>
        <a:ext cx="1336826" cy="837232"/>
      </dsp:txXfrm>
    </dsp:sp>
    <dsp:sp modelId="{6945C9FC-EE8A-1F4D-ADCF-B086056FD3A8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2227101" y="3676309"/>
              </a:moveTo>
              <a:arcTo wR="1856803" hR="1856803" stAng="4709791" swAng="138041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0AE66-CF16-534E-AE64-7A31BE20FD43}">
      <dsp:nvSpPr>
        <dsp:cNvPr id="0" name=""/>
        <dsp:cNvSpPr/>
      </dsp:nvSpPr>
      <dsp:spPr>
        <a:xfrm>
          <a:off x="3452692" y="3360256"/>
          <a:ext cx="1427410" cy="9278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/>
            <a:t>edad materna joven</a:t>
          </a:r>
        </a:p>
      </dsp:txBody>
      <dsp:txXfrm>
        <a:off x="3497984" y="3405548"/>
        <a:ext cx="1336826" cy="837232"/>
      </dsp:txXfrm>
    </dsp:sp>
    <dsp:sp modelId="{CFE03154-321A-314B-B025-C258D96E953A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310796" y="2885191"/>
              </a:moveTo>
              <a:arcTo wR="1856803" hR="1856803" stAng="8782115" swAng="219939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592CB2-7AB0-5548-9F33-C7AE7AF5FB9F}">
      <dsp:nvSpPr>
        <dsp:cNvPr id="0" name=""/>
        <dsp:cNvSpPr/>
      </dsp:nvSpPr>
      <dsp:spPr>
        <a:xfrm>
          <a:off x="2778169" y="1284286"/>
          <a:ext cx="1427410" cy="9278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/>
            <a:t>bajo nivel socioeconómico </a:t>
          </a:r>
        </a:p>
      </dsp:txBody>
      <dsp:txXfrm>
        <a:off x="2823461" y="1329578"/>
        <a:ext cx="1336826" cy="837232"/>
      </dsp:txXfrm>
    </dsp:sp>
    <dsp:sp modelId="{89CC61FC-83FB-8142-98CC-54E92AA56854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323018" y="810274"/>
              </a:moveTo>
              <a:arcTo wR="1856803" hR="1856803" stAng="12858385" swAng="1965558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0ADAEB-66B3-3847-8058-64E7A4E6D107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 dirty="0"/>
            <a:t>Bacilos gramnegativos, Escherichia coli uropatógena (UPEC)70–80 % </a:t>
          </a:r>
          <a:endParaRPr lang="es-CO" sz="1700" kern="1200" dirty="0"/>
        </a:p>
      </dsp:txBody>
      <dsp:txXfrm>
        <a:off x="582645" y="1178"/>
        <a:ext cx="2174490" cy="1304694"/>
      </dsp:txXfrm>
    </dsp:sp>
    <dsp:sp modelId="{AA8AC0E7-7803-EE4E-9A7B-DB2396F6504B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 dirty="0"/>
            <a:t>Klebsiella spp.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 dirty="0"/>
            <a:t> (6–11 %)</a:t>
          </a:r>
          <a:endParaRPr lang="es-CO" sz="1700" kern="1200" dirty="0"/>
        </a:p>
      </dsp:txBody>
      <dsp:txXfrm>
        <a:off x="2974584" y="1178"/>
        <a:ext cx="2174490" cy="1304694"/>
      </dsp:txXfrm>
    </dsp:sp>
    <dsp:sp modelId="{A0D86CAE-16E3-D145-8980-EC0BFE1187B8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 dirty="0"/>
            <a:t>Enterococcus spp.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 dirty="0"/>
            <a:t>(4–11 %) </a:t>
          </a:r>
          <a:endParaRPr lang="es-CO" sz="1700" kern="1200" dirty="0"/>
        </a:p>
      </dsp:txBody>
      <dsp:txXfrm>
        <a:off x="5366524" y="1178"/>
        <a:ext cx="2174490" cy="1304694"/>
      </dsp:txXfrm>
    </dsp:sp>
    <dsp:sp modelId="{14DFA028-B074-3446-B8FF-736B6D27AB7A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/>
            <a:t>Proteus mirabilis</a:t>
          </a:r>
          <a:endParaRPr lang="es-CO" sz="1700" kern="1200"/>
        </a:p>
      </dsp:txBody>
      <dsp:txXfrm>
        <a:off x="7758464" y="1178"/>
        <a:ext cx="2174490" cy="1304694"/>
      </dsp:txXfrm>
    </dsp:sp>
    <dsp:sp modelId="{981E8C8C-E685-C34E-9FE6-152014C9E7C4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/>
            <a:t>Pseudomonas aeruginosa</a:t>
          </a:r>
          <a:endParaRPr lang="es-CO" sz="1700" kern="1200"/>
        </a:p>
      </dsp:txBody>
      <dsp:txXfrm>
        <a:off x="582645" y="1523321"/>
        <a:ext cx="2174490" cy="1304694"/>
      </dsp:txXfrm>
    </dsp:sp>
    <dsp:sp modelId="{9347067A-3E96-3E4C-8C7D-15C99FC38E1C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/>
            <a:t>Staphylococcus saprophyticus</a:t>
          </a:r>
          <a:endParaRPr lang="es-CO" sz="1700" kern="1200"/>
        </a:p>
      </dsp:txBody>
      <dsp:txXfrm>
        <a:off x="2974584" y="1523321"/>
        <a:ext cx="2174490" cy="1304694"/>
      </dsp:txXfrm>
    </dsp:sp>
    <dsp:sp modelId="{EAD054F9-F74D-4143-94F1-A0B9698063D7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/>
            <a:t>Staphylococcus aureus</a:t>
          </a:r>
          <a:endParaRPr lang="es-CO" sz="1700" kern="1200"/>
        </a:p>
      </dsp:txBody>
      <dsp:txXfrm>
        <a:off x="5366524" y="1523321"/>
        <a:ext cx="2174490" cy="1304694"/>
      </dsp:txXfrm>
    </dsp:sp>
    <dsp:sp modelId="{E96290A8-409B-CC4F-8DF1-E0780CD00D72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/>
            <a:t>Streptococcus agalactiae </a:t>
          </a:r>
          <a:endParaRPr lang="es-CO" sz="1700" kern="1200"/>
        </a:p>
      </dsp:txBody>
      <dsp:txXfrm>
        <a:off x="7758464" y="1523321"/>
        <a:ext cx="2174490" cy="1304694"/>
      </dsp:txXfrm>
    </dsp:sp>
    <dsp:sp modelId="{0C8B1E1E-1039-884F-9252-906B92ACFF9F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/>
            <a:t>Candida spp ( diabéticas o cateterizadas )</a:t>
          </a:r>
          <a:endParaRPr lang="es-CO" sz="1700" kern="1200"/>
        </a:p>
      </dsp:txBody>
      <dsp:txXfrm>
        <a:off x="4170554" y="3045465"/>
        <a:ext cx="2174490" cy="13046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B8B59-67D4-6B4B-9968-29F02AF0A9EF}">
      <dsp:nvSpPr>
        <dsp:cNvPr id="0" name=""/>
        <dsp:cNvSpPr/>
      </dsp:nvSpPr>
      <dsp:spPr>
        <a:xfrm>
          <a:off x="420624" y="541961"/>
          <a:ext cx="10094976" cy="315468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677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800" kern="1200" dirty="0"/>
            <a:t>Establecer las recomendaciones de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800" kern="1200" dirty="0"/>
            <a:t>- Tamizaje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800" kern="1200" dirty="0"/>
            <a:t>- Diagnóstico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800" kern="1200" dirty="0"/>
            <a:t> - tratamiento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800" kern="1200" dirty="0"/>
            <a:t>- Seguimiento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800" kern="1200" dirty="0"/>
            <a:t>Reducir las complicaciones materno-perinatales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800" kern="1200" dirty="0"/>
            <a:t>Promover una atención clínica oportuna, segura y basada en la evidencia científica disponible.</a:t>
          </a:r>
          <a:endParaRPr lang="es-CO" sz="1800" kern="1200" dirty="0"/>
        </a:p>
      </dsp:txBody>
      <dsp:txXfrm>
        <a:off x="420624" y="541961"/>
        <a:ext cx="10094976" cy="3154680"/>
      </dsp:txXfrm>
    </dsp:sp>
    <dsp:sp modelId="{CF6DBF3C-16D3-EA42-9E2E-2DDD9F1CD65F}">
      <dsp:nvSpPr>
        <dsp:cNvPr id="0" name=""/>
        <dsp:cNvSpPr/>
      </dsp:nvSpPr>
      <dsp:spPr>
        <a:xfrm>
          <a:off x="0" y="370490"/>
          <a:ext cx="2208276" cy="331241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88938-CBC9-5946-A717-7377D873176D}">
      <dsp:nvSpPr>
        <dsp:cNvPr id="0" name=""/>
        <dsp:cNvSpPr/>
      </dsp:nvSpPr>
      <dsp:spPr>
        <a:xfrm rot="10800000">
          <a:off x="2063667" y="883"/>
          <a:ext cx="6992874" cy="120921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23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Estandarizar las recomendaciones de tamizaje y el diagnóstico oportuno de bacteriuria asintomática e infecciones urinarias sintomáticas en gestantes, considerando factores de riesgo y trimestre gestacional.</a:t>
          </a:r>
        </a:p>
      </dsp:txBody>
      <dsp:txXfrm rot="10800000">
        <a:off x="2365971" y="883"/>
        <a:ext cx="6690570" cy="1209216"/>
      </dsp:txXfrm>
    </dsp:sp>
    <dsp:sp modelId="{CE1AB11F-7BB8-9A4A-8FE8-56A7DE9CC368}">
      <dsp:nvSpPr>
        <dsp:cNvPr id="0" name=""/>
        <dsp:cNvSpPr/>
      </dsp:nvSpPr>
      <dsp:spPr>
        <a:xfrm>
          <a:off x="1459058" y="883"/>
          <a:ext cx="1209216" cy="120921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D536C-550D-6748-8B45-37B22D062EC6}">
      <dsp:nvSpPr>
        <dsp:cNvPr id="0" name=""/>
        <dsp:cNvSpPr/>
      </dsp:nvSpPr>
      <dsp:spPr>
        <a:xfrm rot="10800000">
          <a:off x="2063667" y="1571060"/>
          <a:ext cx="6992874" cy="120921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23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Establecer los esquemas de tratamiento antimicrobiano adecuado con base en el perfil local de resistencia bacteriana.</a:t>
          </a:r>
        </a:p>
      </dsp:txBody>
      <dsp:txXfrm rot="10800000">
        <a:off x="2365971" y="1571060"/>
        <a:ext cx="6690570" cy="1209216"/>
      </dsp:txXfrm>
    </dsp:sp>
    <dsp:sp modelId="{19238277-ECC8-6E4D-A8FB-4EBB8E1A5069}">
      <dsp:nvSpPr>
        <dsp:cNvPr id="0" name=""/>
        <dsp:cNvSpPr/>
      </dsp:nvSpPr>
      <dsp:spPr>
        <a:xfrm>
          <a:off x="1459058" y="1571060"/>
          <a:ext cx="1209216" cy="120921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BCC9C-FC30-9846-B08E-BA36AF1DBD0C}">
      <dsp:nvSpPr>
        <dsp:cNvPr id="0" name=""/>
        <dsp:cNvSpPr/>
      </dsp:nvSpPr>
      <dsp:spPr>
        <a:xfrm rot="10800000">
          <a:off x="2063667" y="3141237"/>
          <a:ext cx="6992874" cy="120921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23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Establecer estrategias de seguimiento clínico y microbiológico para la prevención de recurrencias, complicaciones y resistencia antimicrobiana en pacientes gestantes con diagnóstico de ITU </a:t>
          </a:r>
        </a:p>
      </dsp:txBody>
      <dsp:txXfrm rot="10800000">
        <a:off x="2365971" y="3141237"/>
        <a:ext cx="6690570" cy="1209216"/>
      </dsp:txXfrm>
    </dsp:sp>
    <dsp:sp modelId="{E2F4D139-EA32-4842-BA5E-01B5E97E596D}">
      <dsp:nvSpPr>
        <dsp:cNvPr id="0" name=""/>
        <dsp:cNvSpPr/>
      </dsp:nvSpPr>
      <dsp:spPr>
        <a:xfrm>
          <a:off x="1459058" y="3141237"/>
          <a:ext cx="1209216" cy="120921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C1BD6-3F12-274B-AD57-9342AB9F80A6}">
      <dsp:nvSpPr>
        <dsp:cNvPr id="0" name=""/>
        <dsp:cNvSpPr/>
      </dsp:nvSpPr>
      <dsp:spPr>
        <a:xfrm>
          <a:off x="5257800" y="1852864"/>
          <a:ext cx="3719932" cy="6456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2804"/>
              </a:lnTo>
              <a:lnTo>
                <a:pt x="3719932" y="322804"/>
              </a:lnTo>
              <a:lnTo>
                <a:pt x="3719932" y="64560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FDE19D-8D30-1647-AF02-3182DA7ABE79}">
      <dsp:nvSpPr>
        <dsp:cNvPr id="0" name=""/>
        <dsp:cNvSpPr/>
      </dsp:nvSpPr>
      <dsp:spPr>
        <a:xfrm>
          <a:off x="5212080" y="1852864"/>
          <a:ext cx="91440" cy="64560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560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FE62C6-F0A6-7C47-AF03-E12898643488}">
      <dsp:nvSpPr>
        <dsp:cNvPr id="0" name=""/>
        <dsp:cNvSpPr/>
      </dsp:nvSpPr>
      <dsp:spPr>
        <a:xfrm>
          <a:off x="1537867" y="1852864"/>
          <a:ext cx="3719932" cy="645608"/>
        </a:xfrm>
        <a:custGeom>
          <a:avLst/>
          <a:gdLst/>
          <a:ahLst/>
          <a:cxnLst/>
          <a:rect l="0" t="0" r="0" b="0"/>
          <a:pathLst>
            <a:path>
              <a:moveTo>
                <a:pt x="3719932" y="0"/>
              </a:moveTo>
              <a:lnTo>
                <a:pt x="3719932" y="322804"/>
              </a:lnTo>
              <a:lnTo>
                <a:pt x="0" y="322804"/>
              </a:lnTo>
              <a:lnTo>
                <a:pt x="0" y="64560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412237-60FD-1E4D-9840-0761B8F0414A}">
      <dsp:nvSpPr>
        <dsp:cNvPr id="0" name=""/>
        <dsp:cNvSpPr/>
      </dsp:nvSpPr>
      <dsp:spPr>
        <a:xfrm>
          <a:off x="3720638" y="315702"/>
          <a:ext cx="3074323" cy="15371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kern="1200"/>
            <a:t>Orientado a estandarizar el manejo de las infecciones del tracto urinario (ITU) en gestantes. </a:t>
          </a:r>
          <a:endParaRPr lang="es-CO" sz="2100" kern="1200"/>
        </a:p>
      </dsp:txBody>
      <dsp:txXfrm>
        <a:off x="3720638" y="315702"/>
        <a:ext cx="3074323" cy="1537161"/>
      </dsp:txXfrm>
    </dsp:sp>
    <dsp:sp modelId="{6D0DC1F4-9BCF-FA4A-A5C7-7F46E4C552DA}">
      <dsp:nvSpPr>
        <dsp:cNvPr id="0" name=""/>
        <dsp:cNvSpPr/>
      </dsp:nvSpPr>
      <dsp:spPr>
        <a:xfrm>
          <a:off x="706" y="2498473"/>
          <a:ext cx="3074323" cy="15371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kern="1200"/>
            <a:t>consulta externa</a:t>
          </a:r>
          <a:endParaRPr lang="es-CO" sz="2100" kern="1200"/>
        </a:p>
      </dsp:txBody>
      <dsp:txXfrm>
        <a:off x="706" y="2498473"/>
        <a:ext cx="3074323" cy="1537161"/>
      </dsp:txXfrm>
    </dsp:sp>
    <dsp:sp modelId="{FCC7EFBC-53E9-9645-9E88-F70654E3190D}">
      <dsp:nvSpPr>
        <dsp:cNvPr id="0" name=""/>
        <dsp:cNvSpPr/>
      </dsp:nvSpPr>
      <dsp:spPr>
        <a:xfrm>
          <a:off x="3720638" y="2498473"/>
          <a:ext cx="3074323" cy="15371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kern="1200"/>
            <a:t>urgencias </a:t>
          </a:r>
          <a:endParaRPr lang="es-CO" sz="2100" kern="1200"/>
        </a:p>
      </dsp:txBody>
      <dsp:txXfrm>
        <a:off x="3720638" y="2498473"/>
        <a:ext cx="3074323" cy="1537161"/>
      </dsp:txXfrm>
    </dsp:sp>
    <dsp:sp modelId="{72D12849-D28F-054F-B422-ACEE78DAE236}">
      <dsp:nvSpPr>
        <dsp:cNvPr id="0" name=""/>
        <dsp:cNvSpPr/>
      </dsp:nvSpPr>
      <dsp:spPr>
        <a:xfrm>
          <a:off x="7440570" y="2498473"/>
          <a:ext cx="3074323" cy="15371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kern="1200"/>
            <a:t>hospitalización en ginecoobstetricia</a:t>
          </a:r>
          <a:endParaRPr lang="es-CO" sz="2100" kern="1200"/>
        </a:p>
      </dsp:txBody>
      <dsp:txXfrm>
        <a:off x="7440570" y="2498473"/>
        <a:ext cx="3074323" cy="153716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A7411-ABE8-8745-90CE-67A1B1F1EA2F}">
      <dsp:nvSpPr>
        <dsp:cNvPr id="0" name=""/>
        <dsp:cNvSpPr/>
      </dsp:nvSpPr>
      <dsp:spPr>
        <a:xfrm>
          <a:off x="1259149" y="-98036"/>
          <a:ext cx="4497642" cy="4497642"/>
        </a:xfrm>
        <a:prstGeom prst="circularArrow">
          <a:avLst>
            <a:gd name="adj1" fmla="val 4668"/>
            <a:gd name="adj2" fmla="val 272909"/>
            <a:gd name="adj3" fmla="val 12940025"/>
            <a:gd name="adj4" fmla="val 17957198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07D5B-2354-6843-8905-AAD2117F3358}">
      <dsp:nvSpPr>
        <dsp:cNvPr id="0" name=""/>
        <dsp:cNvSpPr/>
      </dsp:nvSpPr>
      <dsp:spPr>
        <a:xfrm>
          <a:off x="2052025" y="1264"/>
          <a:ext cx="2911889" cy="14559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/>
            <a:t>BACTERIURIA ASINTOMÁTICA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/>
            <a:t>No signos clínicos aparentes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 dirty="0"/>
            <a:t>su detección depende exclusivamente de la realización sistemática de urocultivo</a:t>
          </a:r>
        </a:p>
      </dsp:txBody>
      <dsp:txXfrm>
        <a:off x="2123098" y="72337"/>
        <a:ext cx="2769743" cy="1313798"/>
      </dsp:txXfrm>
    </dsp:sp>
    <dsp:sp modelId="{00A7F84A-8F61-8D47-98C6-34B0C098C2E4}">
      <dsp:nvSpPr>
        <dsp:cNvPr id="0" name=""/>
        <dsp:cNvSpPr/>
      </dsp:nvSpPr>
      <dsp:spPr>
        <a:xfrm>
          <a:off x="3666977" y="1616216"/>
          <a:ext cx="2911889" cy="14559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/>
            <a:t>CISTITIS AGUDA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/>
            <a:t>Disuria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/>
            <a:t>Urgencia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/>
            <a:t>tenesmo vesical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kern="1200"/>
            <a:t>Polaquiuria</a:t>
          </a:r>
        </a:p>
      </dsp:txBody>
      <dsp:txXfrm>
        <a:off x="3738050" y="1687289"/>
        <a:ext cx="2769743" cy="1313798"/>
      </dsp:txXfrm>
    </dsp:sp>
    <dsp:sp modelId="{3A9287F8-B022-B849-8388-1ED3535B6414}">
      <dsp:nvSpPr>
        <dsp:cNvPr id="0" name=""/>
        <dsp:cNvSpPr/>
      </dsp:nvSpPr>
      <dsp:spPr>
        <a:xfrm>
          <a:off x="2052025" y="3231168"/>
          <a:ext cx="2911889" cy="14559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/>
            <a:t>No fiebre </a:t>
          </a:r>
        </a:p>
      </dsp:txBody>
      <dsp:txXfrm>
        <a:off x="2123098" y="3302241"/>
        <a:ext cx="2769743" cy="1313798"/>
      </dsp:txXfrm>
    </dsp:sp>
    <dsp:sp modelId="{CB941BB1-FDFF-CF49-8788-DC64149F517E}">
      <dsp:nvSpPr>
        <dsp:cNvPr id="0" name=""/>
        <dsp:cNvSpPr/>
      </dsp:nvSpPr>
      <dsp:spPr>
        <a:xfrm>
          <a:off x="437073" y="1616216"/>
          <a:ext cx="2911889" cy="14559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/>
            <a:t>No dolor lumbar </a:t>
          </a:r>
        </a:p>
      </dsp:txBody>
      <dsp:txXfrm>
        <a:off x="508146" y="1687289"/>
        <a:ext cx="2769743" cy="131379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E270B-14B2-4441-B9A1-1EEA10FD6579}">
      <dsp:nvSpPr>
        <dsp:cNvPr id="0" name=""/>
        <dsp:cNvSpPr/>
      </dsp:nvSpPr>
      <dsp:spPr>
        <a:xfrm>
          <a:off x="1758847" y="342"/>
          <a:ext cx="3332336" cy="1999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/>
            <a:t>fiebre ≥38 °C</a:t>
          </a:r>
        </a:p>
      </dsp:txBody>
      <dsp:txXfrm>
        <a:off x="1758847" y="342"/>
        <a:ext cx="3332336" cy="1999401"/>
      </dsp:txXfrm>
    </dsp:sp>
    <dsp:sp modelId="{7BE38B20-4FFD-4542-A18D-93269C0A09E6}">
      <dsp:nvSpPr>
        <dsp:cNvPr id="0" name=""/>
        <dsp:cNvSpPr/>
      </dsp:nvSpPr>
      <dsp:spPr>
        <a:xfrm>
          <a:off x="5424416" y="342"/>
          <a:ext cx="3332336" cy="1999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/>
            <a:t>dolor en flanco o en fosa lumbar</a:t>
          </a:r>
        </a:p>
      </dsp:txBody>
      <dsp:txXfrm>
        <a:off x="5424416" y="342"/>
        <a:ext cx="3332336" cy="1999401"/>
      </dsp:txXfrm>
    </dsp:sp>
    <dsp:sp modelId="{EC70A374-128E-084B-8726-A7A92C4C7FFE}">
      <dsp:nvSpPr>
        <dsp:cNvPr id="0" name=""/>
        <dsp:cNvSpPr/>
      </dsp:nvSpPr>
      <dsp:spPr>
        <a:xfrm>
          <a:off x="1758847" y="2332977"/>
          <a:ext cx="3332336" cy="1999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/>
            <a:t>náuseas, vómito, malestar general </a:t>
          </a:r>
        </a:p>
      </dsp:txBody>
      <dsp:txXfrm>
        <a:off x="1758847" y="2332977"/>
        <a:ext cx="3332336" cy="1999401"/>
      </dsp:txXfrm>
    </dsp:sp>
    <dsp:sp modelId="{C8D9D461-C577-D740-A32B-68A971BC8D18}">
      <dsp:nvSpPr>
        <dsp:cNvPr id="0" name=""/>
        <dsp:cNvSpPr/>
      </dsp:nvSpPr>
      <dsp:spPr>
        <a:xfrm>
          <a:off x="5424416" y="2332977"/>
          <a:ext cx="3332336" cy="1999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Leucocituria sin piuria franca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dolor lumbar inespecífico,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fiebre sin foco claro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 irritabilidad uterina sin contracciones efectivas</a:t>
          </a:r>
        </a:p>
      </dsp:txBody>
      <dsp:txXfrm>
        <a:off x="5424416" y="2332977"/>
        <a:ext cx="3332336" cy="199940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30A00-1610-CC49-B6B7-52D147A6EED7}">
      <dsp:nvSpPr>
        <dsp:cNvPr id="0" name=""/>
        <dsp:cNvSpPr/>
      </dsp:nvSpPr>
      <dsp:spPr>
        <a:xfrm>
          <a:off x="1933031" y="4024987"/>
          <a:ext cx="4400508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42747A-3F82-4D49-B50D-87BAF759F5A0}">
      <dsp:nvSpPr>
        <dsp:cNvPr id="0" name=""/>
        <dsp:cNvSpPr/>
      </dsp:nvSpPr>
      <dsp:spPr>
        <a:xfrm>
          <a:off x="1933031" y="3363584"/>
          <a:ext cx="376303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3160B-0BAB-5546-B819-BE1A3420726C}">
      <dsp:nvSpPr>
        <dsp:cNvPr id="0" name=""/>
        <dsp:cNvSpPr/>
      </dsp:nvSpPr>
      <dsp:spPr>
        <a:xfrm>
          <a:off x="1933031" y="2589046"/>
          <a:ext cx="34158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E5B0DD-9CB2-E94C-99C5-2C20317A3054}">
      <dsp:nvSpPr>
        <dsp:cNvPr id="0" name=""/>
        <dsp:cNvSpPr/>
      </dsp:nvSpPr>
      <dsp:spPr>
        <a:xfrm>
          <a:off x="1933031" y="1762291"/>
          <a:ext cx="34158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8CFC3-0FA3-6441-B373-75571D6708B4}">
      <dsp:nvSpPr>
        <dsp:cNvPr id="0" name=""/>
        <dsp:cNvSpPr/>
      </dsp:nvSpPr>
      <dsp:spPr>
        <a:xfrm>
          <a:off x="1933031" y="987753"/>
          <a:ext cx="376303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744AB9-1E80-C745-81D7-1CED13A5A884}">
      <dsp:nvSpPr>
        <dsp:cNvPr id="0" name=""/>
        <dsp:cNvSpPr/>
      </dsp:nvSpPr>
      <dsp:spPr>
        <a:xfrm>
          <a:off x="1933031" y="326350"/>
          <a:ext cx="4400508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D0B98F-5002-A14F-9EF4-FE3038341F7F}">
      <dsp:nvSpPr>
        <dsp:cNvPr id="0" name=""/>
        <dsp:cNvSpPr/>
      </dsp:nvSpPr>
      <dsp:spPr>
        <a:xfrm>
          <a:off x="309590" y="287188"/>
          <a:ext cx="3220773" cy="301904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2DDFD-F958-1340-9BE0-45C8D067D4DE}">
      <dsp:nvSpPr>
        <dsp:cNvPr id="0" name=""/>
        <dsp:cNvSpPr/>
      </dsp:nvSpPr>
      <dsp:spPr>
        <a:xfrm flipH="1">
          <a:off x="0" y="2915396"/>
          <a:ext cx="3380787" cy="143594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fiebre persistente más allá de las 48–72 horas a pesar de una terapia antibiótica adecuada</a:t>
          </a:r>
        </a:p>
      </dsp:txBody>
      <dsp:txXfrm>
        <a:off x="0" y="2915396"/>
        <a:ext cx="3380787" cy="1435941"/>
      </dsp:txXfrm>
    </dsp:sp>
    <dsp:sp modelId="{6D612089-B485-0C42-B95E-B689B2352FB2}">
      <dsp:nvSpPr>
        <dsp:cNvPr id="0" name=""/>
        <dsp:cNvSpPr/>
      </dsp:nvSpPr>
      <dsp:spPr>
        <a:xfrm>
          <a:off x="6007189" y="0"/>
          <a:ext cx="652700" cy="65270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A8DA19-82C1-8645-846B-61EDB9A5B3CC}">
      <dsp:nvSpPr>
        <dsp:cNvPr id="0" name=""/>
        <dsp:cNvSpPr/>
      </dsp:nvSpPr>
      <dsp:spPr>
        <a:xfrm>
          <a:off x="6659889" y="0"/>
          <a:ext cx="2495278" cy="6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838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/>
            <a:t>sospecha de obstrucción urinaria</a:t>
          </a:r>
        </a:p>
      </dsp:txBody>
      <dsp:txXfrm>
        <a:off x="6659889" y="0"/>
        <a:ext cx="2495278" cy="652700"/>
      </dsp:txXfrm>
    </dsp:sp>
    <dsp:sp modelId="{DC85F4E4-EC98-CE49-B6B5-60A3AA376D39}">
      <dsp:nvSpPr>
        <dsp:cNvPr id="0" name=""/>
        <dsp:cNvSpPr/>
      </dsp:nvSpPr>
      <dsp:spPr>
        <a:xfrm>
          <a:off x="5369718" y="661403"/>
          <a:ext cx="652700" cy="65270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D9A44-15D1-FD44-A1BA-CCE2136707F2}">
      <dsp:nvSpPr>
        <dsp:cNvPr id="0" name=""/>
        <dsp:cNvSpPr/>
      </dsp:nvSpPr>
      <dsp:spPr>
        <a:xfrm>
          <a:off x="6022418" y="661403"/>
          <a:ext cx="1740066" cy="6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838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/>
            <a:t>absceso renal o perirrenal</a:t>
          </a:r>
        </a:p>
      </dsp:txBody>
      <dsp:txXfrm>
        <a:off x="6022418" y="661403"/>
        <a:ext cx="1740066" cy="652700"/>
      </dsp:txXfrm>
    </dsp:sp>
    <dsp:sp modelId="{DEC510BC-BB51-F444-9F09-178294D40E21}">
      <dsp:nvSpPr>
        <dsp:cNvPr id="0" name=""/>
        <dsp:cNvSpPr/>
      </dsp:nvSpPr>
      <dsp:spPr>
        <a:xfrm>
          <a:off x="5022481" y="1435941"/>
          <a:ext cx="652700" cy="65270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F705F-6B54-984E-B35B-FD0BAC30E6EF}">
      <dsp:nvSpPr>
        <dsp:cNvPr id="0" name=""/>
        <dsp:cNvSpPr/>
      </dsp:nvSpPr>
      <dsp:spPr>
        <a:xfrm>
          <a:off x="5675182" y="1435941"/>
          <a:ext cx="1494278" cy="6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838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/>
            <a:t>recurrencia de la ITU</a:t>
          </a:r>
        </a:p>
      </dsp:txBody>
      <dsp:txXfrm>
        <a:off x="5675182" y="1435941"/>
        <a:ext cx="1494278" cy="652700"/>
      </dsp:txXfrm>
    </dsp:sp>
    <dsp:sp modelId="{7A067AA8-22B3-5747-B908-AD92E41EF405}">
      <dsp:nvSpPr>
        <dsp:cNvPr id="0" name=""/>
        <dsp:cNvSpPr/>
      </dsp:nvSpPr>
      <dsp:spPr>
        <a:xfrm>
          <a:off x="5022481" y="2262695"/>
          <a:ext cx="652700" cy="65270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A1125-C6E0-3743-A770-90FE2C81B06A}">
      <dsp:nvSpPr>
        <dsp:cNvPr id="0" name=""/>
        <dsp:cNvSpPr/>
      </dsp:nvSpPr>
      <dsp:spPr>
        <a:xfrm>
          <a:off x="5675182" y="2262695"/>
          <a:ext cx="1494278" cy="6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838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/>
            <a:t>hematuria inexplicada</a:t>
          </a:r>
        </a:p>
      </dsp:txBody>
      <dsp:txXfrm>
        <a:off x="5675182" y="2262695"/>
        <a:ext cx="1494278" cy="652700"/>
      </dsp:txXfrm>
    </dsp:sp>
    <dsp:sp modelId="{093D2F35-CF7A-3546-8A4C-F92B4A4E893B}">
      <dsp:nvSpPr>
        <dsp:cNvPr id="0" name=""/>
        <dsp:cNvSpPr/>
      </dsp:nvSpPr>
      <dsp:spPr>
        <a:xfrm>
          <a:off x="5369718" y="3037233"/>
          <a:ext cx="652700" cy="65270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AD036F-51DA-CA47-BC5B-CB45A4E9D000}">
      <dsp:nvSpPr>
        <dsp:cNvPr id="0" name=""/>
        <dsp:cNvSpPr/>
      </dsp:nvSpPr>
      <dsp:spPr>
        <a:xfrm>
          <a:off x="6022418" y="3037233"/>
          <a:ext cx="1261880" cy="6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838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/>
            <a:t>signos de sepsis </a:t>
          </a:r>
        </a:p>
      </dsp:txBody>
      <dsp:txXfrm>
        <a:off x="6022418" y="3037233"/>
        <a:ext cx="1261880" cy="652700"/>
      </dsp:txXfrm>
    </dsp:sp>
    <dsp:sp modelId="{FBAE659F-7EC5-9643-B4C2-6A479A966BEE}">
      <dsp:nvSpPr>
        <dsp:cNvPr id="0" name=""/>
        <dsp:cNvSpPr/>
      </dsp:nvSpPr>
      <dsp:spPr>
        <a:xfrm>
          <a:off x="6007189" y="3698637"/>
          <a:ext cx="652700" cy="65270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C8898-06EA-9C44-BB41-9AA4D6599D42}">
      <dsp:nvSpPr>
        <dsp:cNvPr id="0" name=""/>
        <dsp:cNvSpPr/>
      </dsp:nvSpPr>
      <dsp:spPr>
        <a:xfrm>
          <a:off x="6659889" y="3698637"/>
          <a:ext cx="3613072" cy="6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838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/>
            <a:t>antecedentes de anomalías estructurales del tracto </a:t>
          </a:r>
          <a:r>
            <a:rPr lang="es-CO" sz="2200" kern="1200" dirty="0" err="1"/>
            <a:t>urinar</a:t>
          </a:r>
          <a:endParaRPr lang="es-CO" sz="2200" kern="1200" dirty="0"/>
        </a:p>
      </dsp:txBody>
      <dsp:txXfrm>
        <a:off x="6659889" y="3698637"/>
        <a:ext cx="3613072" cy="652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29/09/25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3959" y="2007485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CO" sz="2800" b="1" dirty="0"/>
              <a:t>PROTOCOLO CLÍNICO INFECCION DE VIAS URINARIAS Y EMBARAZO</a:t>
            </a:r>
            <a:br>
              <a:rPr lang="es-CO" sz="2800" dirty="0"/>
            </a:br>
            <a:endParaRPr lang="es-CO" sz="28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21" y="4712380"/>
            <a:ext cx="9144000" cy="1655762"/>
          </a:xfrm>
        </p:spPr>
        <p:txBody>
          <a:bodyPr/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PRESENTA: SHARON KATHERINE ACUÑA RUBIANO 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 UNIDAD FUNCIONAL GINECOLOGIA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739B8C77-8440-FCC1-1BB5-80D78A2D083D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4062942-9FDF-2BEE-69E7-54045495B553}"/>
              </a:ext>
            </a:extLst>
          </p:cNvPr>
          <p:cNvSpPr/>
          <p:nvPr/>
        </p:nvSpPr>
        <p:spPr>
          <a:xfrm>
            <a:off x="2789982" y="2151771"/>
            <a:ext cx="7295312" cy="1936133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just">
              <a:buAutoNum type="arabicPeriod"/>
            </a:pPr>
            <a:endParaRPr lang="es-CO" sz="2000" dirty="0"/>
          </a:p>
          <a:p>
            <a:pPr marL="457200" indent="-457200" algn="just">
              <a:buAutoNum type="arabicPeriod"/>
            </a:pPr>
            <a:r>
              <a:rPr lang="es-CO" sz="2000" dirty="0"/>
              <a:t>Evaluación Pre-test </a:t>
            </a:r>
            <a:endParaRPr lang="es-CO" sz="2000" dirty="0">
              <a:solidFill>
                <a:srgbClr val="FF0000"/>
              </a:solidFill>
            </a:endParaRPr>
          </a:p>
          <a:p>
            <a:pPr marL="457200" indent="-457200" algn="just">
              <a:buAutoNum type="arabicPeriod"/>
            </a:pPr>
            <a:r>
              <a:rPr lang="es-CO" sz="2000" dirty="0"/>
              <a:t>Presentación protocolo y recomendaciones trazadoras* </a:t>
            </a:r>
            <a:endParaRPr lang="es-CO" sz="2000" dirty="0">
              <a:solidFill>
                <a:srgbClr val="FF0000"/>
              </a:solidFill>
            </a:endParaRPr>
          </a:p>
          <a:p>
            <a:pPr marL="457200" indent="-457200" algn="just">
              <a:buAutoNum type="arabicPeriod"/>
            </a:pPr>
            <a:r>
              <a:rPr lang="es-CO" sz="2000" dirty="0">
                <a:solidFill>
                  <a:schemeClr val="tx1"/>
                </a:solidFill>
              </a:rPr>
              <a:t>Revisión materiales pedagógicos</a:t>
            </a:r>
          </a:p>
          <a:p>
            <a:pPr marL="457200" indent="-457200" algn="just">
              <a:buAutoNum type="arabicPeriod"/>
            </a:pPr>
            <a:r>
              <a:rPr lang="es-CO" sz="2000" dirty="0"/>
              <a:t>Evaluación </a:t>
            </a:r>
            <a:r>
              <a:rPr lang="es-CO" sz="2000" dirty="0" err="1"/>
              <a:t>Pos</a:t>
            </a:r>
            <a:r>
              <a:rPr lang="es-CO" sz="2000" dirty="0"/>
              <a:t>-test </a:t>
            </a:r>
            <a:endParaRPr lang="es-CO" sz="2000" dirty="0">
              <a:solidFill>
                <a:srgbClr val="FF0000"/>
              </a:solidFill>
            </a:endParaRPr>
          </a:p>
          <a:p>
            <a:pPr marL="457200" indent="-457200" algn="just">
              <a:buAutoNum type="arabicPeriod"/>
            </a:pP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91054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130BC-D313-17F4-12A1-164D0A4D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D7F09336-E485-02CB-B723-5A1C49C6D206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PRE TEST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A745EF-C259-1ABD-AF23-87BFCD4EF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1512916"/>
            <a:ext cx="6350000" cy="509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3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85D8A-0A88-4F1A-CC1C-50994592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DCD18D9-DB09-B9E7-7BD4-828E6C62A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022742"/>
              </p:ext>
            </p:extLst>
          </p:nvPr>
        </p:nvGraphicFramePr>
        <p:xfrm>
          <a:off x="2184993" y="1289538"/>
          <a:ext cx="7822014" cy="3317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A1ABCFD-20C7-0742-8FE0-44AE2BCF3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112872"/>
              </p:ext>
            </p:extLst>
          </p:nvPr>
        </p:nvGraphicFramePr>
        <p:xfrm>
          <a:off x="3600449" y="4944638"/>
          <a:ext cx="5591175" cy="124752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883059356"/>
                    </a:ext>
                  </a:extLst>
                </a:gridCol>
                <a:gridCol w="1800860">
                  <a:extLst>
                    <a:ext uri="{9D8B030D-6E8A-4147-A177-3AD203B41FA5}">
                      <a16:colId xmlns:a16="http://schemas.microsoft.com/office/drawing/2014/main" val="1765857239"/>
                    </a:ext>
                  </a:extLst>
                </a:gridCol>
                <a:gridCol w="2250440">
                  <a:extLst>
                    <a:ext uri="{9D8B030D-6E8A-4147-A177-3AD203B41FA5}">
                      <a16:colId xmlns:a16="http://schemas.microsoft.com/office/drawing/2014/main" val="3913022946"/>
                    </a:ext>
                  </a:extLst>
                </a:gridCol>
                <a:gridCol w="823595">
                  <a:extLst>
                    <a:ext uri="{9D8B030D-6E8A-4147-A177-3AD203B41FA5}">
                      <a16:colId xmlns:a16="http://schemas.microsoft.com/office/drawing/2014/main" val="4069042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  <a:tab pos="495935" algn="l"/>
                        </a:tabLs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  <a:tab pos="495935" algn="l"/>
                        </a:tabLst>
                      </a:pPr>
                      <a:r>
                        <a:rPr lang="es-CO" sz="1100">
                          <a:effectLst/>
                        </a:rPr>
                        <a:t>NOMBRE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100">
                          <a:effectLst/>
                        </a:rPr>
                        <a:t>CARGO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</a:tabLst>
                      </a:pPr>
                      <a:r>
                        <a:rPr lang="es-CO" sz="1100">
                          <a:effectLst/>
                        </a:rPr>
                        <a:t>FECHA 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7964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  <a:tab pos="495935" algn="l"/>
                        </a:tabLst>
                      </a:pPr>
                      <a:r>
                        <a:rPr lang="es-CO" sz="1100">
                          <a:effectLst/>
                        </a:rPr>
                        <a:t>ELABORÓ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  <a:tab pos="495935" algn="l"/>
                        </a:tabLst>
                      </a:pPr>
                      <a:r>
                        <a:rPr lang="en-US" sz="1100">
                          <a:effectLst/>
                        </a:rPr>
                        <a:t>Sharon Katherine Acuña</a:t>
                      </a:r>
                      <a:endParaRPr lang="es-CO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  <a:tab pos="495935" algn="l"/>
                        </a:tabLst>
                      </a:pPr>
                      <a:r>
                        <a:rPr lang="en-US" sz="1100">
                          <a:effectLst/>
                        </a:rPr>
                        <a:t>Leidy Yibeth Toledo Rojas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100" dirty="0">
                          <a:effectLst/>
                        </a:rPr>
                        <a:t>Líder Ginecología y Obstetricia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100" dirty="0">
                          <a:effectLst/>
                        </a:rPr>
                        <a:t>Referente GPC y Protocolos Clínicos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</a:tabLst>
                      </a:pPr>
                      <a:r>
                        <a:rPr lang="es-CO" sz="1100">
                          <a:effectLst/>
                        </a:rPr>
                        <a:t>04/08/2025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8715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495935" algn="l"/>
                          <a:tab pos="1620520" algn="l"/>
                        </a:tabLst>
                      </a:pPr>
                      <a:r>
                        <a:rPr lang="es-CO" sz="1100">
                          <a:effectLst/>
                        </a:rPr>
                        <a:t>VALIDÓ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495935" algn="l"/>
                          <a:tab pos="1620520" algn="l"/>
                        </a:tabLst>
                      </a:pPr>
                      <a:r>
                        <a:rPr lang="es-CO" sz="1100">
                          <a:effectLst/>
                        </a:rPr>
                        <a:t>Melbi Yolanda Hernández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495935" algn="l"/>
                          <a:tab pos="1620520" algn="l"/>
                        </a:tabLst>
                      </a:pPr>
                      <a:r>
                        <a:rPr lang="es-CO" sz="1100">
                          <a:effectLst/>
                        </a:rPr>
                        <a:t>Laura Camila Martínez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</a:tabLst>
                      </a:pPr>
                      <a:r>
                        <a:rPr lang="es-CO" sz="1100">
                          <a:effectLst/>
                        </a:rPr>
                        <a:t>Líder Calidad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</a:tabLst>
                      </a:pPr>
                      <a:r>
                        <a:rPr lang="es-CO" sz="1100">
                          <a:effectLst/>
                        </a:rPr>
                        <a:t>Líder Seguridad Paciente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</a:tabLst>
                      </a:pPr>
                      <a:r>
                        <a:rPr lang="es-CO" sz="1100">
                          <a:effectLst/>
                        </a:rPr>
                        <a:t>05/08/2025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093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495935" algn="l"/>
                          <a:tab pos="1620520" algn="l"/>
                        </a:tabLst>
                      </a:pPr>
                      <a:r>
                        <a:rPr lang="es-CO" sz="1100">
                          <a:effectLst/>
                        </a:rPr>
                        <a:t>APROBÓ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495935" algn="l"/>
                          <a:tab pos="1620520" algn="l"/>
                        </a:tabLst>
                      </a:pPr>
                      <a:r>
                        <a:rPr lang="es-CO" sz="1100">
                          <a:effectLst/>
                        </a:rPr>
                        <a:t>Karin Milena Gamba F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</a:tabLst>
                      </a:pPr>
                      <a:r>
                        <a:rPr lang="es-CO" sz="1100">
                          <a:effectLst/>
                        </a:rPr>
                        <a:t>Subgerente científica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-2024380" algn="l"/>
                          <a:tab pos="-1934210" algn="l"/>
                        </a:tabLst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9723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64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37661B-0073-A15B-D419-CE1B375C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endParaRPr lang="es-CO" sz="520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6A8D4C5-27A1-25F9-23FC-4078F9BE8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96111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183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B263B-0DAB-454E-06F3-0B1BF75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04DEF-525A-AC53-F75B-E867F8A0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CLASIFICACIÓN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0888AC9-2F3A-EE84-7DFD-DAC40DEFF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6931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736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F2CEC-EDE1-3BD9-B09C-113A45CC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C4D93-EEC6-31E3-0DED-A934F86B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FACTORES DE RIESGO 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D3B9419-E54B-09A2-2EC5-D540D170C0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7272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478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B5060-5C1B-2150-BA6B-7D110954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01870-7306-E794-1508-663BEEB6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/>
              <a:t>MICROORGANISMOS   </a:t>
            </a:r>
            <a:endParaRPr lang="es-CO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7CAE3066-8E11-DD3A-81C5-5537594037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431161"/>
              </p:ext>
            </p:extLst>
          </p:nvPr>
        </p:nvGraphicFramePr>
        <p:xfrm>
          <a:off x="971204" y="234101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60AC42B5-3667-C587-3285-F2937E51C7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060" y="365125"/>
            <a:ext cx="2618744" cy="14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3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5AA53-1383-4197-69C9-9871CAA9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A51E9-8123-08CE-D8A9-1DFD7864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OBJETIVO GENERAL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482C82F-DABC-0809-476D-74D7737649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0415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CFE3C73D-6ACD-60AF-CADE-E7E3180746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22" y="2764996"/>
            <a:ext cx="3014290" cy="163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9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E58BB-6E65-3FDA-00E7-6D0D6338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9E4BD-0C3C-6DA9-4888-A6E6E1CB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OBJETIVOS ESPECIFICOS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5BAED95-3853-A027-14DD-28E19BA5D1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3415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1750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F185A-7ABB-3E03-9724-BF129464A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B9D9A-E10D-8887-4EAB-CD8981B8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ALCANCE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F38D30B-FB19-5893-B04A-8A0923B273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2749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31733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3476D-6676-8C23-3FC6-64B4008BA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88DD98F0-AF7A-0286-8929-3FBB3ECB0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91" y="565265"/>
            <a:ext cx="8175248" cy="4201966"/>
          </a:xfr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94C2C45-DEB2-4A5B-6A7D-B65268211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91" y="4767231"/>
            <a:ext cx="8175248" cy="96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49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D3786-F29F-8D82-3340-41D32F45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74EA9-18C3-BDCE-83F6-30D5FBBA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RECURRENCIA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A349D41-346E-8D76-8C03-F35F74F9CD9A}"/>
              </a:ext>
            </a:extLst>
          </p:cNvPr>
          <p:cNvSpPr/>
          <p:nvPr/>
        </p:nvSpPr>
        <p:spPr>
          <a:xfrm>
            <a:off x="498231" y="5934023"/>
            <a:ext cx="52578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RECURRENCIA : 1 episodio de pielonefritis  ó 2 o más cistitis aguda o BA 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AA51EA0D-1247-3D82-8727-CE199BE8E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91321"/>
            <a:ext cx="10515600" cy="2019945"/>
          </a:xfrm>
        </p:spPr>
      </p:pic>
    </p:spTree>
    <p:extLst>
      <p:ext uri="{BB962C8B-B14F-4D97-AF65-F5344CB8AC3E}">
        <p14:creationId xmlns:p14="http://schemas.microsoft.com/office/powerpoint/2010/main" val="2314686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E3EB7-A0E0-8DBB-B0AC-0D8AE5C2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E56A33E-3EB3-8ED4-3CB8-2726C9BD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DEFINICIONES</a:t>
            </a:r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02206EBC-C64E-F553-5D02-76C43C5D65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619625"/>
              </p:ext>
            </p:extLst>
          </p:nvPr>
        </p:nvGraphicFramePr>
        <p:xfrm>
          <a:off x="3042459" y="1413164"/>
          <a:ext cx="7015941" cy="4688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8778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74BCA-99B6-C583-6865-E2C9BEBD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475EC01-064A-6A10-BBFC-1A67CE3F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PIELONEFRITIS </a:t>
            </a:r>
          </a:p>
        </p:txBody>
      </p:sp>
      <p:graphicFrame>
        <p:nvGraphicFramePr>
          <p:cNvPr id="13" name="Marcador de contenido 12">
            <a:extLst>
              <a:ext uri="{FF2B5EF4-FFF2-40B4-BE49-F238E27FC236}">
                <a16:creationId xmlns:a16="http://schemas.microsoft.com/office/drawing/2014/main" id="{EABA09FA-F10A-038A-BFC2-895AE95D893C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926657407"/>
              </p:ext>
            </p:extLst>
          </p:nvPr>
        </p:nvGraphicFramePr>
        <p:xfrm>
          <a:off x="1105593" y="1624186"/>
          <a:ext cx="10515600" cy="433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714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7CB68-A32C-CA7E-BE08-BB40ED23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A0A8E-B532-72F5-EAA5-A1F5714A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196" y="636241"/>
            <a:ext cx="10515600" cy="1325563"/>
          </a:xfrm>
        </p:spPr>
        <p:txBody>
          <a:bodyPr/>
          <a:lstStyle/>
          <a:p>
            <a:r>
              <a:rPr lang="es-CO" dirty="0"/>
              <a:t>RECOMENDACIONES TRAZADORAS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88FDE6B-3736-D1DC-A45A-CCC4F6D1C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196" y="1961804"/>
            <a:ext cx="8445731" cy="4531071"/>
          </a:xfr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996BEA5-6025-F436-B314-72789DE72FA2}"/>
              </a:ext>
            </a:extLst>
          </p:cNvPr>
          <p:cNvSpPr/>
          <p:nvPr/>
        </p:nvSpPr>
        <p:spPr>
          <a:xfrm>
            <a:off x="134042" y="5298429"/>
            <a:ext cx="424745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UROCULTIVO</a:t>
            </a:r>
          </a:p>
        </p:txBody>
      </p:sp>
    </p:spTree>
    <p:extLst>
      <p:ext uri="{BB962C8B-B14F-4D97-AF65-F5344CB8AC3E}">
        <p14:creationId xmlns:p14="http://schemas.microsoft.com/office/powerpoint/2010/main" val="1558957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50511-72A7-443F-1166-B8EEFA93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A4CAD4B-29F2-503C-FBF6-ED552F69E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91" y="1679172"/>
            <a:ext cx="8711738" cy="4634115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2E5654F-F022-B6B7-0076-11B9863BC6DD}"/>
              </a:ext>
            </a:extLst>
          </p:cNvPr>
          <p:cNvSpPr txBox="1">
            <a:spLocks/>
          </p:cNvSpPr>
          <p:nvPr/>
        </p:nvSpPr>
        <p:spPr>
          <a:xfrm>
            <a:off x="2909454" y="3536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RECOMENDACIONES TRAZADORAS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5A0FF3E-B6E2-DF16-233E-BE322DA9FE00}"/>
              </a:ext>
            </a:extLst>
          </p:cNvPr>
          <p:cNvSpPr/>
          <p:nvPr/>
        </p:nvSpPr>
        <p:spPr>
          <a:xfrm>
            <a:off x="349423" y="4558961"/>
            <a:ext cx="512006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BACTERIURIA ASINTOMÁTICA</a:t>
            </a:r>
            <a:endParaRPr lang="es-MX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58805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04A5F-DEE0-4AA6-1D36-86262FAD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F3478B2-CA20-967C-35D5-07A1030DE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865" y="1628661"/>
            <a:ext cx="8638309" cy="5229339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C32ECDD-B756-3EDF-540E-8578DC76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506" y="448252"/>
            <a:ext cx="10515600" cy="1325563"/>
          </a:xfrm>
        </p:spPr>
        <p:txBody>
          <a:bodyPr/>
          <a:lstStyle/>
          <a:p>
            <a:r>
              <a:rPr lang="es-CO" dirty="0"/>
              <a:t>RECOMENDACIONES TRAZADORAS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5FDA70-2B1C-9E27-7D8C-52D5F6CDABA4}"/>
              </a:ext>
            </a:extLst>
          </p:cNvPr>
          <p:cNvSpPr/>
          <p:nvPr/>
        </p:nvSpPr>
        <p:spPr>
          <a:xfrm>
            <a:off x="435920" y="4767674"/>
            <a:ext cx="25952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CISTITIS </a:t>
            </a:r>
          </a:p>
        </p:txBody>
      </p:sp>
    </p:spTree>
    <p:extLst>
      <p:ext uri="{BB962C8B-B14F-4D97-AF65-F5344CB8AC3E}">
        <p14:creationId xmlns:p14="http://schemas.microsoft.com/office/powerpoint/2010/main" val="3881632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C794F-21EB-55C7-AD0B-EEC787021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E6A34887-8E22-0DFB-3A2D-07AE19C18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313" y="1845424"/>
            <a:ext cx="8778240" cy="4854633"/>
          </a:xfr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04870F1-0A99-99A1-B04D-9D9B76C2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626" y="664384"/>
            <a:ext cx="10515600" cy="1325563"/>
          </a:xfrm>
        </p:spPr>
        <p:txBody>
          <a:bodyPr/>
          <a:lstStyle/>
          <a:p>
            <a:r>
              <a:rPr lang="es-CO" dirty="0"/>
              <a:t>RECOMENDACIONES TRAZADORAS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D9FF9DC-161B-D510-0C4D-9C92B62B5C44}"/>
              </a:ext>
            </a:extLst>
          </p:cNvPr>
          <p:cNvSpPr/>
          <p:nvPr/>
        </p:nvSpPr>
        <p:spPr>
          <a:xfrm>
            <a:off x="557882" y="4406389"/>
            <a:ext cx="45230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PIELONEFRITIS </a:t>
            </a:r>
            <a:endParaRPr lang="es-MX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1263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4354-DCB4-B444-E2CE-43733BAD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C5B230A-E129-F0FE-AFBA-FCE70B990B93}"/>
              </a:ext>
            </a:extLst>
          </p:cNvPr>
          <p:cNvSpPr/>
          <p:nvPr/>
        </p:nvSpPr>
        <p:spPr>
          <a:xfrm>
            <a:off x="3621763" y="587756"/>
            <a:ext cx="58841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ECOGRAFÍA RENAL  </a:t>
            </a:r>
            <a:endParaRPr lang="es-MX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F7C0474B-78FF-153D-C004-A1629E122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76384"/>
              </p:ext>
            </p:extLst>
          </p:nvPr>
        </p:nvGraphicFramePr>
        <p:xfrm>
          <a:off x="955766" y="174908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7785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2E49F-2F60-F5C1-D596-FCBB5449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65C25AC-B052-EBD2-87D0-FB0FCEA65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310" y="2725621"/>
            <a:ext cx="8163098" cy="3263106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FC41E87-9164-F236-84B7-2E4685FEAFB9}"/>
              </a:ext>
            </a:extLst>
          </p:cNvPr>
          <p:cNvSpPr txBox="1">
            <a:spLocks/>
          </p:cNvSpPr>
          <p:nvPr/>
        </p:nvSpPr>
        <p:spPr>
          <a:xfrm>
            <a:off x="2610196" y="6362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/>
              <a:t>RECOMENDACIONES TRAZADORAS</a:t>
            </a:r>
            <a:endParaRPr lang="es-CO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B190F8-E96F-9DA9-1087-8D351F9C63F5}"/>
              </a:ext>
            </a:extLst>
          </p:cNvPr>
          <p:cNvSpPr/>
          <p:nvPr/>
        </p:nvSpPr>
        <p:spPr>
          <a:xfrm>
            <a:off x="202645" y="5829214"/>
            <a:ext cx="48151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UROPROFILAXIS</a:t>
            </a:r>
          </a:p>
        </p:txBody>
      </p:sp>
    </p:spTree>
    <p:extLst>
      <p:ext uri="{BB962C8B-B14F-4D97-AF65-F5344CB8AC3E}">
        <p14:creationId xmlns:p14="http://schemas.microsoft.com/office/powerpoint/2010/main" val="1783672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B6552-A031-D599-C539-DEC79AFC6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14969-2518-E501-E985-8833FF73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29AA3934-445D-5B9B-61D4-87B87528A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42" y="2416983"/>
            <a:ext cx="10108277" cy="4364817"/>
          </a:xfrm>
        </p:spPr>
      </p:pic>
    </p:spTree>
    <p:extLst>
      <p:ext uri="{BB962C8B-B14F-4D97-AF65-F5344CB8AC3E}">
        <p14:creationId xmlns:p14="http://schemas.microsoft.com/office/powerpoint/2010/main" val="543250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F6820-54FA-1850-38B0-0164BC46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D2F76-3AC6-CCA5-8B62-A7FB2575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012107-D5B5-7043-B409-DD57C0D68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14366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6D07C-0717-2E72-49A9-9584F93B9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A494DD0-68DC-29D5-5D53-5550FCCEA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3171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624BD7-410B-59A6-E987-B83A2458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FED364B-1E5C-73E4-B537-94281846D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POS TEST 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1855FF0-3D6D-7072-403F-314A02069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4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</TotalTime>
  <Words>553</Words>
  <Application>Microsoft Macintosh PowerPoint</Application>
  <PresentationFormat>Panorámica</PresentationFormat>
  <Paragraphs>120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Tahoma</vt:lpstr>
      <vt:lpstr>Tema de Office</vt:lpstr>
      <vt:lpstr>                  PROTOCOLO CLÍNICO INFECCION DE VIAS URINARIAS Y EMBARAZO </vt:lpstr>
      <vt:lpstr>Presentación de PowerPoint</vt:lpstr>
      <vt:lpstr>Presentación de PowerPoint</vt:lpstr>
      <vt:lpstr>Presentación de PowerPoint</vt:lpstr>
      <vt:lpstr>Presentación de PowerPoint</vt:lpstr>
      <vt:lpstr>CLASIFICACIÓN </vt:lpstr>
      <vt:lpstr>FACTORES DE RIESGO  </vt:lpstr>
      <vt:lpstr>MICROORGANISMOS   </vt:lpstr>
      <vt:lpstr>OBJETIVO GENERAL</vt:lpstr>
      <vt:lpstr>OBJETIVOS ESPECIFICOS </vt:lpstr>
      <vt:lpstr>ALCANCE</vt:lpstr>
      <vt:lpstr>Presentación de PowerPoint</vt:lpstr>
      <vt:lpstr>RECURRENCIA</vt:lpstr>
      <vt:lpstr>DEFINICIONES</vt:lpstr>
      <vt:lpstr>PIELONEFRITIS </vt:lpstr>
      <vt:lpstr>RECOMENDACIONES TRAZADORAS</vt:lpstr>
      <vt:lpstr>Presentación de PowerPoint</vt:lpstr>
      <vt:lpstr>RECOMENDACIONES TRAZADORAS</vt:lpstr>
      <vt:lpstr>RECOMENDACIONES TRAZADORAS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POS TEST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148</cp:revision>
  <dcterms:created xsi:type="dcterms:W3CDTF">2024-08-26T14:52:25Z</dcterms:created>
  <dcterms:modified xsi:type="dcterms:W3CDTF">2025-09-29T21:15:20Z</dcterms:modified>
</cp:coreProperties>
</file>