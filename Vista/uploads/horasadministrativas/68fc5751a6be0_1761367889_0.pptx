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huqXfmyC1NfvkdrwjILhCLjMS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>
      <p:cViewPr varScale="1">
        <p:scale>
          <a:sx n="82" d="100"/>
          <a:sy n="82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8d495b542_0_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8d495b5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8d495b542_0_8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68d495b54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415847695_0_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64158476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415847695_0_6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641584769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8d2d64928_0_24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68d2d6492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d2d64928_0_20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68d2d6492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8d2d64928_0_15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68d2d6492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8d2d64928_0_1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68d2d6492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8d2d64928_0_37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68d2d6492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8d2d64928_0_43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800" cy="45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68d2d6492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9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7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6033925" y="5411401"/>
            <a:ext cx="5323200" cy="1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chemeClr val="dk1"/>
                </a:solidFill>
              </a:rPr>
              <a:t>                                XIMENA  VELA 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>
                <a:solidFill>
                  <a:schemeClr val="dk1"/>
                </a:solidFill>
              </a:rPr>
              <a:t>MÉDICO HOSPITALARIO  DE   GINECOLOGÍA</a:t>
            </a:r>
            <a:r>
              <a:rPr lang="es-CO" sz="1800"/>
              <a:t> </a:t>
            </a:r>
            <a:endParaRPr sz="1800"/>
          </a:p>
        </p:txBody>
      </p:sp>
      <p:sp>
        <p:nvSpPr>
          <p:cNvPr id="100" name="Google Shape;100;p1"/>
          <p:cNvSpPr txBox="1"/>
          <p:nvPr/>
        </p:nvSpPr>
        <p:spPr>
          <a:xfrm>
            <a:off x="392925" y="2732500"/>
            <a:ext cx="3196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/>
              <a:t>CLASIFICACIÓN DE TRIAGE</a:t>
            </a:r>
            <a:endParaRPr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1"/>
              <a:t>OBSTÉTRICO</a:t>
            </a:r>
            <a:endParaRPr sz="1800" b="1"/>
          </a:p>
        </p:txBody>
      </p:sp>
      <p:sp>
        <p:nvSpPr>
          <p:cNvPr id="101" name="Google Shape;101;p1"/>
          <p:cNvSpPr txBox="1"/>
          <p:nvPr/>
        </p:nvSpPr>
        <p:spPr>
          <a:xfrm>
            <a:off x="392925" y="4549650"/>
            <a:ext cx="3196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CLASIFICACIÓN DE TRIAGE</a:t>
            </a:r>
            <a:endParaRPr sz="1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OBSTÉTRICO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l="22575" t="20133" r="6329" b="62527"/>
          <a:stretch/>
        </p:blipFill>
        <p:spPr>
          <a:xfrm>
            <a:off x="0" y="0"/>
            <a:ext cx="12216960" cy="1698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180175" y="1238325"/>
            <a:ext cx="61245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rgbClr val="152440"/>
                </a:solidFill>
              </a:rPr>
              <a:t> TRIAGE OBSTETRICO</a:t>
            </a:r>
            <a:endParaRPr sz="7200" strike="noStrike">
              <a:solidFill>
                <a:srgbClr val="152440"/>
              </a:solidFill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85825" y="2486875"/>
            <a:ext cx="25182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SE REALIZA A LA GESTANTE QUE  INGRESA  AL  SERVICIO DE  URGENCIAS 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</a:rPr>
              <a:t>TIENE  5 CLASIFICACIONES.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179100" y="2702275"/>
            <a:ext cx="67686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/>
              <a:t>TRIAGE 1 ATENCIÓN INMEDIATA (ACTIVACIÓN DE EQUIPO DE RESPUESTA RÁPIDA  INSTITUCIONAL  . 						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/>
              <a:t>TRIAGE 2  , PTE REQUIERE ATENCIÓN URGENTE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/>
              <a:t>TRIAGE 3  PTE REQUIERE ATENCIÓN PRONTO  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CO" sz="2000"/>
              <a:t>TRIAGE  4 ATENCIÓN NO URGENTE  </a:t>
            </a:r>
            <a:endParaRPr sz="20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CO" sz="2000"/>
              <a:t>TRIAGE 5  NO ES URGENTE   PUEDE SE REDIRECCIONA A CONSULTA EXTERNA O PROGRAMACIÓN DE PROCEDIMIENTO QUIRÚRGICO</a:t>
            </a:r>
            <a:r>
              <a:rPr lang="es-CO"/>
              <a:t>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68d495b542_0_0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68d495b542_0_0"/>
          <p:cNvSpPr txBox="1"/>
          <p:nvPr/>
        </p:nvSpPr>
        <p:spPr>
          <a:xfrm>
            <a:off x="3394500" y="71450"/>
            <a:ext cx="61245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rgbClr val="152440"/>
                </a:solidFill>
                <a:highlight>
                  <a:schemeClr val="lt1"/>
                </a:highlight>
              </a:rPr>
              <a:t> TRIAGE OBSTETRICO</a:t>
            </a:r>
            <a:endParaRPr sz="7200" strike="noStrike">
              <a:solidFill>
                <a:srgbClr val="152440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g368d495b54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875" y="1635500"/>
            <a:ext cx="9382550" cy="45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368d495b542_0_8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276650" y="-90450"/>
            <a:ext cx="12216960" cy="1698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68d495b542_0_8"/>
          <p:cNvSpPr txBox="1"/>
          <p:nvPr/>
        </p:nvSpPr>
        <p:spPr>
          <a:xfrm>
            <a:off x="3394500" y="71450"/>
            <a:ext cx="61245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>
                <a:solidFill>
                  <a:srgbClr val="152440"/>
                </a:solidFill>
                <a:highlight>
                  <a:schemeClr val="lt1"/>
                </a:highlight>
              </a:rPr>
              <a:t> TRIAGE OBSTETRICO</a:t>
            </a:r>
            <a:endParaRPr sz="7200" strike="noStrike">
              <a:solidFill>
                <a:srgbClr val="152440"/>
              </a:solidFill>
              <a:highlight>
                <a:schemeClr val="lt1"/>
              </a:highlight>
            </a:endParaRPr>
          </a:p>
        </p:txBody>
      </p:sp>
      <p:pic>
        <p:nvPicPr>
          <p:cNvPr id="123" name="Google Shape;123;g368d495b542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650" y="1018925"/>
            <a:ext cx="10053376" cy="5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l="22575" t="20133" r="6329" b="62527"/>
          <a:stretch/>
        </p:blipFill>
        <p:spPr>
          <a:xfrm>
            <a:off x="19440" y="0"/>
            <a:ext cx="12216960" cy="169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025" y="1698475"/>
            <a:ext cx="12066975" cy="48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l="22575" t="20133" r="6329" b="62527"/>
          <a:stretch/>
        </p:blipFill>
        <p:spPr>
          <a:xfrm>
            <a:off x="19440" y="0"/>
            <a:ext cx="12216960" cy="169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850" y="1833025"/>
            <a:ext cx="11670501" cy="502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6415847695_0_5"/>
          <p:cNvPicPr preferRelativeResize="0"/>
          <p:nvPr/>
        </p:nvPicPr>
        <p:blipFill rotWithShape="1">
          <a:blip r:embed="rId3">
            <a:alphaModFix/>
          </a:blip>
          <a:srcRect l="22381" t="19457" r="6519" b="63202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6415847695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98475"/>
            <a:ext cx="11849099" cy="49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6415847695_0_66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6415847695_0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75175"/>
            <a:ext cx="11616925" cy="548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68d2d64928_0_24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68d2d64928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98475"/>
            <a:ext cx="11624290" cy="485965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68d2d64928_0_20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68d2d64928_0_20"/>
          <p:cNvSpPr txBox="1"/>
          <p:nvPr/>
        </p:nvSpPr>
        <p:spPr>
          <a:xfrm>
            <a:off x="4196925" y="267900"/>
            <a:ext cx="505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/>
              <a:t>HISTORIA CLÍNICA  </a:t>
            </a:r>
            <a:endParaRPr sz="3000"/>
          </a:p>
        </p:txBody>
      </p:sp>
      <p:pic>
        <p:nvPicPr>
          <p:cNvPr id="160" name="Google Shape;160;g368d2d64928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50875"/>
            <a:ext cx="4723200" cy="30961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1" name="Google Shape;161;g368d2d64928_0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5900" y="1404401"/>
            <a:ext cx="6562726" cy="16984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2" name="Google Shape;162;g368d2d64928_0_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2350" y="3592875"/>
            <a:ext cx="6562725" cy="290795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68d2d64928_0_15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68d2d64928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50881"/>
            <a:ext cx="5848350" cy="21717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9" name="Google Shape;169;g368d2d64928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0750" y="1850875"/>
            <a:ext cx="6038850" cy="459635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68d2d64928_0_11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68d2d64928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300" y="2297375"/>
            <a:ext cx="5794775" cy="285255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6" name="Google Shape;176;g368d2d64928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9900" y="2446725"/>
            <a:ext cx="4811325" cy="302895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68d2d64928_0_37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68d2d64928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50874"/>
            <a:ext cx="6557951" cy="2578250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3" name="Google Shape;183;g368d2d64928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5699" y="4763672"/>
            <a:ext cx="8355402" cy="1698475"/>
          </a:xfrm>
          <a:prstGeom prst="rect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g368d2d64928_0_43"/>
          <p:cNvPicPr preferRelativeResize="0"/>
          <p:nvPr/>
        </p:nvPicPr>
        <p:blipFill rotWithShape="1">
          <a:blip r:embed="rId3">
            <a:alphaModFix/>
          </a:blip>
          <a:srcRect l="22573" t="20133" r="6327" b="62526"/>
          <a:stretch/>
        </p:blipFill>
        <p:spPr>
          <a:xfrm>
            <a:off x="19440" y="0"/>
            <a:ext cx="12216960" cy="1698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/>
          <p:nvPr/>
        </p:nvSpPr>
        <p:spPr>
          <a:xfrm>
            <a:off x="342000" y="219960"/>
            <a:ext cx="2579400" cy="2589840"/>
          </a:xfrm>
          <a:prstGeom prst="roundRect">
            <a:avLst>
              <a:gd name="adj" fmla="val 8594"/>
            </a:avLst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  <a:effectLst>
            <a:reflection stA="38000" endPos="28000" dist="5000" dir="5400000" sy="-100000" algn="bl" rotWithShape="0"/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Macintosh PowerPoint</Application>
  <PresentationFormat>Panorámica</PresentationFormat>
  <Paragraphs>18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Sharon Katherine Acuña</cp:lastModifiedBy>
  <cp:revision>1</cp:revision>
  <dcterms:created xsi:type="dcterms:W3CDTF">2023-05-08T15:53:16Z</dcterms:created>
  <dcterms:modified xsi:type="dcterms:W3CDTF">2025-10-14T04:03:40Z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32</vt:i4>
  </property>
</Properties>
</file>