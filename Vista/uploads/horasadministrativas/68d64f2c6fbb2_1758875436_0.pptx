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Lst>
  <p:notesMasterIdLst>
    <p:notesMasterId r:id="rId19"/>
  </p:notesMasterIdLst>
  <p:sldIdLst>
    <p:sldId id="256" r:id="rId3"/>
    <p:sldId id="257" r:id="rId4"/>
    <p:sldId id="268" r:id="rId5"/>
    <p:sldId id="269" r:id="rId6"/>
    <p:sldId id="258" r:id="rId7"/>
    <p:sldId id="260" r:id="rId8"/>
    <p:sldId id="261" r:id="rId9"/>
    <p:sldId id="262" r:id="rId10"/>
    <p:sldId id="259" r:id="rId11"/>
    <p:sldId id="263" r:id="rId12"/>
    <p:sldId id="270" r:id="rId13"/>
    <p:sldId id="271" r:id="rId14"/>
    <p:sldId id="264" r:id="rId15"/>
    <p:sldId id="273" r:id="rId16"/>
    <p:sldId id="272" r:id="rId17"/>
    <p:sldId id="265" r:id="rId18"/>
  </p:sldIdLst>
  <p:sldSz cx="12192000" cy="6858000"/>
  <p:notesSz cx="7772400" cy="10058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2"/>
    <p:restoredTop sz="94665"/>
  </p:normalViewPr>
  <p:slideViewPr>
    <p:cSldViewPr snapToGrid="0">
      <p:cViewPr varScale="1">
        <p:scale>
          <a:sx n="89" d="100"/>
          <a:sy n="89" d="100"/>
        </p:scale>
        <p:origin x="248"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C0D4E7F-F4F8-44BE-8D50-0F08E4621612}"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s-ES"/>
        </a:p>
      </dgm:t>
    </dgm:pt>
    <dgm:pt modelId="{FEC67EE2-2653-4AE7-A9AC-0E1E103DEF76}">
      <dgm:prSet phldrT="[Texto]" custT="1"/>
      <dgm:spPr>
        <a:solidFill>
          <a:schemeClr val="bg1"/>
        </a:solidFill>
        <a:ln>
          <a:solidFill>
            <a:srgbClr val="FF0000"/>
          </a:solidFill>
        </a:ln>
      </dgm:spPr>
      <dgm:t>
        <a:bodyPr/>
        <a:lstStyle/>
        <a:p>
          <a:r>
            <a:rPr lang="es-CO" sz="1800" b="1" strike="noStrike" spc="-1" dirty="0">
              <a:solidFill>
                <a:srgbClr val="FF0000"/>
              </a:solidFill>
              <a:latin typeface="Arial"/>
            </a:rPr>
            <a:t>HEMORRAGIA POS PARTO: </a:t>
          </a:r>
        </a:p>
        <a:p>
          <a:r>
            <a:rPr lang="es-CO" sz="1800" b="0" strike="noStrike" spc="-1" dirty="0">
              <a:solidFill>
                <a:srgbClr val="000000"/>
              </a:solidFill>
              <a:latin typeface="Arial"/>
            </a:rPr>
            <a:t>- Sangrado vaginal persistente de 500 ml o más. </a:t>
          </a:r>
        </a:p>
        <a:p>
          <a:r>
            <a:rPr lang="es-CO" sz="1800" b="0" strike="noStrike" spc="-1" dirty="0">
              <a:solidFill>
                <a:srgbClr val="000000"/>
              </a:solidFill>
              <a:latin typeface="Arial"/>
            </a:rPr>
            <a:t>- Sangrado vaginal persistente acompañado de signos de hipovolemia, tales como: </a:t>
          </a:r>
        </a:p>
        <a:p>
          <a:r>
            <a:rPr lang="es-CO" sz="1800" b="0" strike="noStrike" spc="-1" dirty="0">
              <a:solidFill>
                <a:srgbClr val="000000"/>
              </a:solidFill>
              <a:latin typeface="Arial"/>
            </a:rPr>
            <a:t>- Taquicardia </a:t>
          </a:r>
        </a:p>
        <a:p>
          <a:r>
            <a:rPr lang="es-CO" sz="1800" b="0" strike="noStrike" spc="-1" dirty="0">
              <a:solidFill>
                <a:srgbClr val="000000"/>
              </a:solidFill>
              <a:latin typeface="Arial"/>
            </a:rPr>
            <a:t>- Hipotensión </a:t>
          </a:r>
        </a:p>
        <a:p>
          <a:r>
            <a:rPr lang="es-CO" sz="1800" b="0" strike="noStrike" spc="-1" dirty="0">
              <a:solidFill>
                <a:srgbClr val="000000"/>
              </a:solidFill>
              <a:latin typeface="Arial"/>
            </a:rPr>
            <a:t>- Palidez </a:t>
          </a:r>
        </a:p>
        <a:p>
          <a:r>
            <a:rPr lang="es-CO" sz="1800" b="0" strike="noStrike" spc="-1" dirty="0">
              <a:solidFill>
                <a:srgbClr val="000000"/>
              </a:solidFill>
              <a:latin typeface="Arial"/>
            </a:rPr>
            <a:t>- Diaforesis </a:t>
          </a:r>
        </a:p>
        <a:p>
          <a:r>
            <a:rPr lang="es-CO" sz="1800" b="0" strike="noStrike" spc="-1" dirty="0">
              <a:solidFill>
                <a:srgbClr val="000000"/>
              </a:solidFill>
              <a:latin typeface="Arial"/>
            </a:rPr>
            <a:t>- Ansiedad </a:t>
          </a:r>
        </a:p>
        <a:p>
          <a:r>
            <a:rPr lang="es-CO" sz="1800" b="0" strike="noStrike" spc="-1" dirty="0">
              <a:solidFill>
                <a:srgbClr val="000000"/>
              </a:solidFill>
              <a:latin typeface="Arial"/>
            </a:rPr>
            <a:t>- Inestabilidad hemodinámica </a:t>
          </a:r>
        </a:p>
        <a:p>
          <a:r>
            <a:rPr lang="es-CO" sz="1800" b="0" strike="noStrike" spc="-1" dirty="0">
              <a:solidFill>
                <a:srgbClr val="000000"/>
              </a:solidFill>
              <a:latin typeface="Arial"/>
            </a:rPr>
            <a:t>- Pérdida de toda la volemia en 20 minutos. </a:t>
          </a:r>
        </a:p>
        <a:p>
          <a:r>
            <a:rPr lang="es-CO" sz="1800" b="0" strike="noStrike" spc="-1" dirty="0">
              <a:solidFill>
                <a:srgbClr val="000000"/>
              </a:solidFill>
              <a:latin typeface="Arial"/>
            </a:rPr>
            <a:t>- Sangrado mayor a 150 cm³ por minuto. </a:t>
          </a:r>
        </a:p>
        <a:p>
          <a:r>
            <a:rPr lang="es-CO" sz="1800" b="0" strike="noStrike" spc="-1" dirty="0">
              <a:solidFill>
                <a:srgbClr val="000000"/>
              </a:solidFill>
              <a:latin typeface="Arial"/>
            </a:rPr>
            <a:t>- Pérdida del 50% del volumen sanguíneo en 20 minutos. </a:t>
          </a:r>
        </a:p>
        <a:p>
          <a:r>
            <a:rPr lang="es-CO" sz="1800" b="0" strike="noStrike" spc="-1" dirty="0">
              <a:solidFill>
                <a:srgbClr val="000000"/>
              </a:solidFill>
              <a:latin typeface="Arial"/>
            </a:rPr>
            <a:t>- Descenso del hematocrito mayor o igual al 10%.</a:t>
          </a:r>
          <a:endParaRPr lang="es-ES" sz="1800" dirty="0">
            <a:latin typeface="Arial" panose="020B0604020202020204" pitchFamily="34" charset="0"/>
            <a:cs typeface="Arial" panose="020B0604020202020204" pitchFamily="34" charset="0"/>
          </a:endParaRPr>
        </a:p>
      </dgm:t>
    </dgm:pt>
    <dgm:pt modelId="{B07993DF-5243-4A9C-BD03-345AC92CDF46}" type="parTrans" cxnId="{D4D45C9C-65EA-4BAC-ACEB-9830D7CE9E09}">
      <dgm:prSet/>
      <dgm:spPr/>
      <dgm:t>
        <a:bodyPr/>
        <a:lstStyle/>
        <a:p>
          <a:endParaRPr lang="es-ES" sz="1800">
            <a:latin typeface="Arial" panose="020B0604020202020204" pitchFamily="34" charset="0"/>
            <a:cs typeface="Arial" panose="020B0604020202020204" pitchFamily="34" charset="0"/>
          </a:endParaRPr>
        </a:p>
      </dgm:t>
    </dgm:pt>
    <dgm:pt modelId="{F80355B8-B4B9-4D7C-AF84-2D4EA4CCD0B3}" type="sibTrans" cxnId="{D4D45C9C-65EA-4BAC-ACEB-9830D7CE9E09}">
      <dgm:prSet/>
      <dgm:spPr/>
      <dgm:t>
        <a:bodyPr/>
        <a:lstStyle/>
        <a:p>
          <a:endParaRPr lang="es-ES" sz="1800">
            <a:latin typeface="Arial" panose="020B0604020202020204" pitchFamily="34" charset="0"/>
            <a:cs typeface="Arial" panose="020B0604020202020204" pitchFamily="34" charset="0"/>
          </a:endParaRPr>
        </a:p>
      </dgm:t>
    </dgm:pt>
    <dgm:pt modelId="{A3A51F85-8865-44D4-887F-47D5061647A0}" type="pres">
      <dgm:prSet presAssocID="{3C0D4E7F-F4F8-44BE-8D50-0F08E4621612}" presName="linear" presStyleCnt="0">
        <dgm:presLayoutVars>
          <dgm:dir/>
          <dgm:animLvl val="lvl"/>
          <dgm:resizeHandles val="exact"/>
        </dgm:presLayoutVars>
      </dgm:prSet>
      <dgm:spPr/>
    </dgm:pt>
    <dgm:pt modelId="{A2C06AD2-E356-4D21-BC6F-418223DC3F9A}" type="pres">
      <dgm:prSet presAssocID="{FEC67EE2-2653-4AE7-A9AC-0E1E103DEF76}" presName="parentLin" presStyleCnt="0"/>
      <dgm:spPr/>
    </dgm:pt>
    <dgm:pt modelId="{832A3315-56C6-47EE-9400-E3CE4CD5A5DC}" type="pres">
      <dgm:prSet presAssocID="{FEC67EE2-2653-4AE7-A9AC-0E1E103DEF76}" presName="parentLeftMargin" presStyleLbl="node1" presStyleIdx="0" presStyleCnt="1"/>
      <dgm:spPr/>
    </dgm:pt>
    <dgm:pt modelId="{11F3963C-2D16-41CD-B416-F0029270DF33}" type="pres">
      <dgm:prSet presAssocID="{FEC67EE2-2653-4AE7-A9AC-0E1E103DEF76}" presName="parentText" presStyleLbl="node1" presStyleIdx="0" presStyleCnt="1" custScaleX="179052" custScaleY="533785" custLinFactX="1474" custLinFactNeighborX="100000" custLinFactNeighborY="-2236">
        <dgm:presLayoutVars>
          <dgm:chMax val="0"/>
          <dgm:bulletEnabled val="1"/>
        </dgm:presLayoutVars>
      </dgm:prSet>
      <dgm:spPr/>
    </dgm:pt>
    <dgm:pt modelId="{256D18C9-2C80-4F75-BC38-D81302A7324A}" type="pres">
      <dgm:prSet presAssocID="{FEC67EE2-2653-4AE7-A9AC-0E1E103DEF76}" presName="negativeSpace" presStyleCnt="0"/>
      <dgm:spPr/>
    </dgm:pt>
    <dgm:pt modelId="{C1A7845E-0FB3-4D86-8D14-7B2BE7869BC1}" type="pres">
      <dgm:prSet presAssocID="{FEC67EE2-2653-4AE7-A9AC-0E1E103DEF76}" presName="childText" presStyleLbl="conFgAcc1" presStyleIdx="0" presStyleCnt="1">
        <dgm:presLayoutVars>
          <dgm:bulletEnabled val="1"/>
        </dgm:presLayoutVars>
      </dgm:prSet>
      <dgm:spPr/>
    </dgm:pt>
  </dgm:ptLst>
  <dgm:cxnLst>
    <dgm:cxn modelId="{A5B9CB3D-0320-420C-BB79-37A06EADC365}" type="presOf" srcId="{FEC67EE2-2653-4AE7-A9AC-0E1E103DEF76}" destId="{11F3963C-2D16-41CD-B416-F0029270DF33}" srcOrd="1" destOrd="0" presId="urn:microsoft.com/office/officeart/2005/8/layout/list1"/>
    <dgm:cxn modelId="{8BA85982-D4BB-4852-8CB6-8E75F147499B}" type="presOf" srcId="{3C0D4E7F-F4F8-44BE-8D50-0F08E4621612}" destId="{A3A51F85-8865-44D4-887F-47D5061647A0}" srcOrd="0" destOrd="0" presId="urn:microsoft.com/office/officeart/2005/8/layout/list1"/>
    <dgm:cxn modelId="{D4D45C9C-65EA-4BAC-ACEB-9830D7CE9E09}" srcId="{3C0D4E7F-F4F8-44BE-8D50-0F08E4621612}" destId="{FEC67EE2-2653-4AE7-A9AC-0E1E103DEF76}" srcOrd="0" destOrd="0" parTransId="{B07993DF-5243-4A9C-BD03-345AC92CDF46}" sibTransId="{F80355B8-B4B9-4D7C-AF84-2D4EA4CCD0B3}"/>
    <dgm:cxn modelId="{C90DCDDE-C1A1-40CA-B0B7-E99600098BB0}" type="presOf" srcId="{FEC67EE2-2653-4AE7-A9AC-0E1E103DEF76}" destId="{832A3315-56C6-47EE-9400-E3CE4CD5A5DC}" srcOrd="0" destOrd="0" presId="urn:microsoft.com/office/officeart/2005/8/layout/list1"/>
    <dgm:cxn modelId="{3610D400-BE3E-459C-A975-BE324D5A35E5}" type="presParOf" srcId="{A3A51F85-8865-44D4-887F-47D5061647A0}" destId="{A2C06AD2-E356-4D21-BC6F-418223DC3F9A}" srcOrd="0" destOrd="0" presId="urn:microsoft.com/office/officeart/2005/8/layout/list1"/>
    <dgm:cxn modelId="{6ACD93CF-38A3-45CF-97B4-6A6583A24A67}" type="presParOf" srcId="{A2C06AD2-E356-4D21-BC6F-418223DC3F9A}" destId="{832A3315-56C6-47EE-9400-E3CE4CD5A5DC}" srcOrd="0" destOrd="0" presId="urn:microsoft.com/office/officeart/2005/8/layout/list1"/>
    <dgm:cxn modelId="{BCF4BA7C-34C0-4BBA-A1EB-57BC455439C0}" type="presParOf" srcId="{A2C06AD2-E356-4D21-BC6F-418223DC3F9A}" destId="{11F3963C-2D16-41CD-B416-F0029270DF33}" srcOrd="1" destOrd="0" presId="urn:microsoft.com/office/officeart/2005/8/layout/list1"/>
    <dgm:cxn modelId="{CADC68D6-2AD7-4042-9BED-59CF5633DC52}" type="presParOf" srcId="{A3A51F85-8865-44D4-887F-47D5061647A0}" destId="{256D18C9-2C80-4F75-BC38-D81302A7324A}" srcOrd="1" destOrd="0" presId="urn:microsoft.com/office/officeart/2005/8/layout/list1"/>
    <dgm:cxn modelId="{D01761F0-9C9B-4FA6-B4D9-8EBC2F1AFCA4}" type="presParOf" srcId="{A3A51F85-8865-44D4-887F-47D5061647A0}" destId="{C1A7845E-0FB3-4D86-8D14-7B2BE7869BC1}" srcOrd="2"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A7845E-0FB3-4D86-8D14-7B2BE7869BC1}">
      <dsp:nvSpPr>
        <dsp:cNvPr id="0" name=""/>
        <dsp:cNvSpPr/>
      </dsp:nvSpPr>
      <dsp:spPr>
        <a:xfrm>
          <a:off x="0" y="4591146"/>
          <a:ext cx="6294882" cy="806400"/>
        </a:xfrm>
        <a:prstGeom prst="rect">
          <a:avLst/>
        </a:prstGeom>
        <a:solidFill>
          <a:schemeClr val="lt1">
            <a:alpha val="90000"/>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dsp:style>
    </dsp:sp>
    <dsp:sp modelId="{11F3963C-2D16-41CD-B416-F0029270DF33}">
      <dsp:nvSpPr>
        <dsp:cNvPr id="0" name=""/>
        <dsp:cNvSpPr/>
      </dsp:nvSpPr>
      <dsp:spPr>
        <a:xfrm>
          <a:off x="246565" y="0"/>
          <a:ext cx="6048316" cy="5042346"/>
        </a:xfrm>
        <a:prstGeom prst="roundRect">
          <a:avLst/>
        </a:prstGeom>
        <a:solidFill>
          <a:schemeClr val="bg1"/>
        </a:solidFill>
        <a:ln w="12700" cap="flat" cmpd="sng" algn="ctr">
          <a:solidFill>
            <a:srgbClr val="FF000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6552" tIns="0" rIns="166552" bIns="0" numCol="1" spcCol="1270" anchor="ctr" anchorCtr="0">
          <a:noAutofit/>
        </a:bodyPr>
        <a:lstStyle/>
        <a:p>
          <a:pPr marL="0" lvl="0" indent="0" algn="l" defTabSz="800100">
            <a:lnSpc>
              <a:spcPct val="90000"/>
            </a:lnSpc>
            <a:spcBef>
              <a:spcPct val="0"/>
            </a:spcBef>
            <a:spcAft>
              <a:spcPct val="35000"/>
            </a:spcAft>
            <a:buNone/>
          </a:pPr>
          <a:r>
            <a:rPr lang="es-CO" sz="1800" b="1" strike="noStrike" kern="1200" spc="-1" dirty="0">
              <a:solidFill>
                <a:srgbClr val="FF0000"/>
              </a:solidFill>
              <a:latin typeface="Arial"/>
            </a:rPr>
            <a:t>HEMORRAGIA POS PARTO: </a:t>
          </a:r>
        </a:p>
        <a:p>
          <a:pPr marL="0" lvl="0" indent="0" algn="l" defTabSz="800100">
            <a:lnSpc>
              <a:spcPct val="90000"/>
            </a:lnSpc>
            <a:spcBef>
              <a:spcPct val="0"/>
            </a:spcBef>
            <a:spcAft>
              <a:spcPct val="35000"/>
            </a:spcAft>
            <a:buNone/>
          </a:pPr>
          <a:r>
            <a:rPr lang="es-CO" sz="1800" b="0" strike="noStrike" kern="1200" spc="-1" dirty="0">
              <a:solidFill>
                <a:srgbClr val="000000"/>
              </a:solidFill>
              <a:latin typeface="Arial"/>
            </a:rPr>
            <a:t>- Sangrado vaginal persistente de 500 ml o más. </a:t>
          </a:r>
        </a:p>
        <a:p>
          <a:pPr marL="0" lvl="0" indent="0" algn="l" defTabSz="800100">
            <a:lnSpc>
              <a:spcPct val="90000"/>
            </a:lnSpc>
            <a:spcBef>
              <a:spcPct val="0"/>
            </a:spcBef>
            <a:spcAft>
              <a:spcPct val="35000"/>
            </a:spcAft>
            <a:buNone/>
          </a:pPr>
          <a:r>
            <a:rPr lang="es-CO" sz="1800" b="0" strike="noStrike" kern="1200" spc="-1" dirty="0">
              <a:solidFill>
                <a:srgbClr val="000000"/>
              </a:solidFill>
              <a:latin typeface="Arial"/>
            </a:rPr>
            <a:t>- Sangrado vaginal persistente acompañado de signos de hipovolemia, tales como: </a:t>
          </a:r>
        </a:p>
        <a:p>
          <a:pPr marL="0" lvl="0" indent="0" algn="l" defTabSz="800100">
            <a:lnSpc>
              <a:spcPct val="90000"/>
            </a:lnSpc>
            <a:spcBef>
              <a:spcPct val="0"/>
            </a:spcBef>
            <a:spcAft>
              <a:spcPct val="35000"/>
            </a:spcAft>
            <a:buNone/>
          </a:pPr>
          <a:r>
            <a:rPr lang="es-CO" sz="1800" b="0" strike="noStrike" kern="1200" spc="-1" dirty="0">
              <a:solidFill>
                <a:srgbClr val="000000"/>
              </a:solidFill>
              <a:latin typeface="Arial"/>
            </a:rPr>
            <a:t>- Taquicardia </a:t>
          </a:r>
        </a:p>
        <a:p>
          <a:pPr marL="0" lvl="0" indent="0" algn="l" defTabSz="800100">
            <a:lnSpc>
              <a:spcPct val="90000"/>
            </a:lnSpc>
            <a:spcBef>
              <a:spcPct val="0"/>
            </a:spcBef>
            <a:spcAft>
              <a:spcPct val="35000"/>
            </a:spcAft>
            <a:buNone/>
          </a:pPr>
          <a:r>
            <a:rPr lang="es-CO" sz="1800" b="0" strike="noStrike" kern="1200" spc="-1" dirty="0">
              <a:solidFill>
                <a:srgbClr val="000000"/>
              </a:solidFill>
              <a:latin typeface="Arial"/>
            </a:rPr>
            <a:t>- Hipotensión </a:t>
          </a:r>
        </a:p>
        <a:p>
          <a:pPr marL="0" lvl="0" indent="0" algn="l" defTabSz="800100">
            <a:lnSpc>
              <a:spcPct val="90000"/>
            </a:lnSpc>
            <a:spcBef>
              <a:spcPct val="0"/>
            </a:spcBef>
            <a:spcAft>
              <a:spcPct val="35000"/>
            </a:spcAft>
            <a:buNone/>
          </a:pPr>
          <a:r>
            <a:rPr lang="es-CO" sz="1800" b="0" strike="noStrike" kern="1200" spc="-1" dirty="0">
              <a:solidFill>
                <a:srgbClr val="000000"/>
              </a:solidFill>
              <a:latin typeface="Arial"/>
            </a:rPr>
            <a:t>- Palidez </a:t>
          </a:r>
        </a:p>
        <a:p>
          <a:pPr marL="0" lvl="0" indent="0" algn="l" defTabSz="800100">
            <a:lnSpc>
              <a:spcPct val="90000"/>
            </a:lnSpc>
            <a:spcBef>
              <a:spcPct val="0"/>
            </a:spcBef>
            <a:spcAft>
              <a:spcPct val="35000"/>
            </a:spcAft>
            <a:buNone/>
          </a:pPr>
          <a:r>
            <a:rPr lang="es-CO" sz="1800" b="0" strike="noStrike" kern="1200" spc="-1" dirty="0">
              <a:solidFill>
                <a:srgbClr val="000000"/>
              </a:solidFill>
              <a:latin typeface="Arial"/>
            </a:rPr>
            <a:t>- Diaforesis </a:t>
          </a:r>
        </a:p>
        <a:p>
          <a:pPr marL="0" lvl="0" indent="0" algn="l" defTabSz="800100">
            <a:lnSpc>
              <a:spcPct val="90000"/>
            </a:lnSpc>
            <a:spcBef>
              <a:spcPct val="0"/>
            </a:spcBef>
            <a:spcAft>
              <a:spcPct val="35000"/>
            </a:spcAft>
            <a:buNone/>
          </a:pPr>
          <a:r>
            <a:rPr lang="es-CO" sz="1800" b="0" strike="noStrike" kern="1200" spc="-1" dirty="0">
              <a:solidFill>
                <a:srgbClr val="000000"/>
              </a:solidFill>
              <a:latin typeface="Arial"/>
            </a:rPr>
            <a:t>- Ansiedad </a:t>
          </a:r>
        </a:p>
        <a:p>
          <a:pPr marL="0" lvl="0" indent="0" algn="l" defTabSz="800100">
            <a:lnSpc>
              <a:spcPct val="90000"/>
            </a:lnSpc>
            <a:spcBef>
              <a:spcPct val="0"/>
            </a:spcBef>
            <a:spcAft>
              <a:spcPct val="35000"/>
            </a:spcAft>
            <a:buNone/>
          </a:pPr>
          <a:r>
            <a:rPr lang="es-CO" sz="1800" b="0" strike="noStrike" kern="1200" spc="-1" dirty="0">
              <a:solidFill>
                <a:srgbClr val="000000"/>
              </a:solidFill>
              <a:latin typeface="Arial"/>
            </a:rPr>
            <a:t>- Inestabilidad hemodinámica </a:t>
          </a:r>
        </a:p>
        <a:p>
          <a:pPr marL="0" lvl="0" indent="0" algn="l" defTabSz="800100">
            <a:lnSpc>
              <a:spcPct val="90000"/>
            </a:lnSpc>
            <a:spcBef>
              <a:spcPct val="0"/>
            </a:spcBef>
            <a:spcAft>
              <a:spcPct val="35000"/>
            </a:spcAft>
            <a:buNone/>
          </a:pPr>
          <a:r>
            <a:rPr lang="es-CO" sz="1800" b="0" strike="noStrike" kern="1200" spc="-1" dirty="0">
              <a:solidFill>
                <a:srgbClr val="000000"/>
              </a:solidFill>
              <a:latin typeface="Arial"/>
            </a:rPr>
            <a:t>- Pérdida de toda la volemia en 20 minutos. </a:t>
          </a:r>
        </a:p>
        <a:p>
          <a:pPr marL="0" lvl="0" indent="0" algn="l" defTabSz="800100">
            <a:lnSpc>
              <a:spcPct val="90000"/>
            </a:lnSpc>
            <a:spcBef>
              <a:spcPct val="0"/>
            </a:spcBef>
            <a:spcAft>
              <a:spcPct val="35000"/>
            </a:spcAft>
            <a:buNone/>
          </a:pPr>
          <a:r>
            <a:rPr lang="es-CO" sz="1800" b="0" strike="noStrike" kern="1200" spc="-1" dirty="0">
              <a:solidFill>
                <a:srgbClr val="000000"/>
              </a:solidFill>
              <a:latin typeface="Arial"/>
            </a:rPr>
            <a:t>- Sangrado mayor a 150 cm³ por minuto. </a:t>
          </a:r>
        </a:p>
        <a:p>
          <a:pPr marL="0" lvl="0" indent="0" algn="l" defTabSz="800100">
            <a:lnSpc>
              <a:spcPct val="90000"/>
            </a:lnSpc>
            <a:spcBef>
              <a:spcPct val="0"/>
            </a:spcBef>
            <a:spcAft>
              <a:spcPct val="35000"/>
            </a:spcAft>
            <a:buNone/>
          </a:pPr>
          <a:r>
            <a:rPr lang="es-CO" sz="1800" b="0" strike="noStrike" kern="1200" spc="-1" dirty="0">
              <a:solidFill>
                <a:srgbClr val="000000"/>
              </a:solidFill>
              <a:latin typeface="Arial"/>
            </a:rPr>
            <a:t>- Pérdida del 50% del volumen sanguíneo en 20 minutos. </a:t>
          </a:r>
        </a:p>
        <a:p>
          <a:pPr marL="0" lvl="0" indent="0" algn="l" defTabSz="800100">
            <a:lnSpc>
              <a:spcPct val="90000"/>
            </a:lnSpc>
            <a:spcBef>
              <a:spcPct val="0"/>
            </a:spcBef>
            <a:spcAft>
              <a:spcPct val="35000"/>
            </a:spcAft>
            <a:buNone/>
          </a:pPr>
          <a:r>
            <a:rPr lang="es-CO" sz="1800" b="0" strike="noStrike" kern="1200" spc="-1" dirty="0">
              <a:solidFill>
                <a:srgbClr val="000000"/>
              </a:solidFill>
              <a:latin typeface="Arial"/>
            </a:rPr>
            <a:t>- Descenso del hematocrito mayor o igual al 10%.</a:t>
          </a:r>
          <a:endParaRPr lang="es-ES" sz="1800" kern="1200" dirty="0">
            <a:latin typeface="Arial" panose="020B0604020202020204" pitchFamily="34" charset="0"/>
            <a:cs typeface="Arial" panose="020B0604020202020204" pitchFamily="34" charset="0"/>
          </a:endParaRPr>
        </a:p>
      </dsp:txBody>
      <dsp:txXfrm>
        <a:off x="492712" y="246147"/>
        <a:ext cx="5556022" cy="4550052"/>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3368675" cy="504825"/>
          </a:xfrm>
          <a:prstGeom prst="rect">
            <a:avLst/>
          </a:prstGeom>
        </p:spPr>
        <p:txBody>
          <a:bodyPr vert="horz" lIns="91440" tIns="45720" rIns="91440" bIns="45720" rtlCol="0"/>
          <a:lstStyle>
            <a:lvl1pPr algn="l">
              <a:defRPr sz="1200"/>
            </a:lvl1pPr>
          </a:lstStyle>
          <a:p>
            <a:endParaRPr lang="en-US"/>
          </a:p>
        </p:txBody>
      </p:sp>
      <p:sp>
        <p:nvSpPr>
          <p:cNvPr id="3" name="Marcador de fecha 2"/>
          <p:cNvSpPr>
            <a:spLocks noGrp="1"/>
          </p:cNvSpPr>
          <p:nvPr>
            <p:ph type="dt" idx="1"/>
          </p:nvPr>
        </p:nvSpPr>
        <p:spPr>
          <a:xfrm>
            <a:off x="4402138" y="0"/>
            <a:ext cx="3368675" cy="504825"/>
          </a:xfrm>
          <a:prstGeom prst="rect">
            <a:avLst/>
          </a:prstGeom>
        </p:spPr>
        <p:txBody>
          <a:bodyPr vert="horz" lIns="91440" tIns="45720" rIns="91440" bIns="45720" rtlCol="0"/>
          <a:lstStyle>
            <a:lvl1pPr algn="r">
              <a:defRPr sz="1200"/>
            </a:lvl1pPr>
          </a:lstStyle>
          <a:p>
            <a:fld id="{C0B00CAC-2D45-4FF9-B19F-68FC6C8AB7EF}" type="datetimeFigureOut">
              <a:rPr lang="en-US" smtClean="0"/>
              <a:t>9/24/25</a:t>
            </a:fld>
            <a:endParaRPr lang="en-US"/>
          </a:p>
        </p:txBody>
      </p:sp>
      <p:sp>
        <p:nvSpPr>
          <p:cNvPr id="4" name="Marcador de imagen de diapositiva 3"/>
          <p:cNvSpPr>
            <a:spLocks noGrp="1" noRot="1" noChangeAspect="1"/>
          </p:cNvSpPr>
          <p:nvPr>
            <p:ph type="sldImg" idx="2"/>
          </p:nvPr>
        </p:nvSpPr>
        <p:spPr>
          <a:xfrm>
            <a:off x="869950" y="1257300"/>
            <a:ext cx="6032500" cy="3394075"/>
          </a:xfrm>
          <a:prstGeom prst="rect">
            <a:avLst/>
          </a:prstGeom>
          <a:noFill/>
          <a:ln w="12700">
            <a:solidFill>
              <a:prstClr val="black"/>
            </a:solidFill>
          </a:ln>
        </p:spPr>
        <p:txBody>
          <a:bodyPr vert="horz" lIns="91440" tIns="45720" rIns="91440" bIns="45720" rtlCol="0" anchor="ctr"/>
          <a:lstStyle/>
          <a:p>
            <a:endParaRPr lang="en-US"/>
          </a:p>
        </p:txBody>
      </p:sp>
      <p:sp>
        <p:nvSpPr>
          <p:cNvPr id="5" name="Marcador de notas 4"/>
          <p:cNvSpPr>
            <a:spLocks noGrp="1"/>
          </p:cNvSpPr>
          <p:nvPr>
            <p:ph type="body" sz="quarter" idx="3"/>
          </p:nvPr>
        </p:nvSpPr>
        <p:spPr>
          <a:xfrm>
            <a:off x="777875" y="4840288"/>
            <a:ext cx="6216650" cy="3960812"/>
          </a:xfrm>
          <a:prstGeom prst="rect">
            <a:avLst/>
          </a:prstGeom>
        </p:spPr>
        <p:txBody>
          <a:bodyPr vert="horz" lIns="91440" tIns="45720" rIns="91440" bIns="45720" rtlCol="0"/>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6" name="Marcador de pie de página 5"/>
          <p:cNvSpPr>
            <a:spLocks noGrp="1"/>
          </p:cNvSpPr>
          <p:nvPr>
            <p:ph type="ftr" sz="quarter" idx="4"/>
          </p:nvPr>
        </p:nvSpPr>
        <p:spPr>
          <a:xfrm>
            <a:off x="0" y="9553575"/>
            <a:ext cx="3368675" cy="504825"/>
          </a:xfrm>
          <a:prstGeom prst="rect">
            <a:avLst/>
          </a:prstGeom>
        </p:spPr>
        <p:txBody>
          <a:bodyPr vert="horz" lIns="91440" tIns="45720" rIns="91440" bIns="45720" rtlCol="0" anchor="b"/>
          <a:lstStyle>
            <a:lvl1pPr algn="l">
              <a:defRPr sz="1200"/>
            </a:lvl1pPr>
          </a:lstStyle>
          <a:p>
            <a:endParaRPr lang="en-US"/>
          </a:p>
        </p:txBody>
      </p:sp>
      <p:sp>
        <p:nvSpPr>
          <p:cNvPr id="7" name="Marcador de número de diapositiva 6"/>
          <p:cNvSpPr>
            <a:spLocks noGrp="1"/>
          </p:cNvSpPr>
          <p:nvPr>
            <p:ph type="sldNum" sz="quarter" idx="5"/>
          </p:nvPr>
        </p:nvSpPr>
        <p:spPr>
          <a:xfrm>
            <a:off x="4402138" y="9553575"/>
            <a:ext cx="3368675" cy="504825"/>
          </a:xfrm>
          <a:prstGeom prst="rect">
            <a:avLst/>
          </a:prstGeom>
        </p:spPr>
        <p:txBody>
          <a:bodyPr vert="horz" lIns="91440" tIns="45720" rIns="91440" bIns="45720" rtlCol="0" anchor="b"/>
          <a:lstStyle>
            <a:lvl1pPr algn="r">
              <a:defRPr sz="1200"/>
            </a:lvl1pPr>
          </a:lstStyle>
          <a:p>
            <a:fld id="{18F35087-07A2-472C-8E3C-2886E3816A29}" type="slidenum">
              <a:rPr lang="en-US" smtClean="0"/>
              <a:t>‹Nº›</a:t>
            </a:fld>
            <a:endParaRPr lang="en-US"/>
          </a:p>
        </p:txBody>
      </p:sp>
    </p:spTree>
    <p:extLst>
      <p:ext uri="{BB962C8B-B14F-4D97-AF65-F5344CB8AC3E}">
        <p14:creationId xmlns:p14="http://schemas.microsoft.com/office/powerpoint/2010/main" val="4083409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a</a:t>
            </a:r>
            <a:endParaRPr lang="en-US" dirty="0"/>
          </a:p>
        </p:txBody>
      </p:sp>
      <p:sp>
        <p:nvSpPr>
          <p:cNvPr id="4" name="Marcador de número de diapositiva 3"/>
          <p:cNvSpPr>
            <a:spLocks noGrp="1"/>
          </p:cNvSpPr>
          <p:nvPr>
            <p:ph type="sldNum" sz="quarter" idx="10"/>
          </p:nvPr>
        </p:nvSpPr>
        <p:spPr/>
        <p:txBody>
          <a:bodyPr/>
          <a:lstStyle/>
          <a:p>
            <a:fld id="{18F35087-07A2-472C-8E3C-2886E3816A29}" type="slidenum">
              <a:rPr lang="en-US" smtClean="0"/>
              <a:t>8</a:t>
            </a:fld>
            <a:endParaRPr lang="en-US"/>
          </a:p>
        </p:txBody>
      </p:sp>
    </p:spTree>
    <p:extLst>
      <p:ext uri="{BB962C8B-B14F-4D97-AF65-F5344CB8AC3E}">
        <p14:creationId xmlns:p14="http://schemas.microsoft.com/office/powerpoint/2010/main" val="11284264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lstStyle/>
          <a:p>
            <a:r>
              <a:t>Footer</a:t>
            </a:r>
          </a:p>
        </p:txBody>
      </p:sp>
      <p:sp>
        <p:nvSpPr>
          <p:cNvPr id="3" name="PlaceHolder 2"/>
          <p:cNvSpPr>
            <a:spLocks noGrp="1"/>
          </p:cNvSpPr>
          <p:nvPr>
            <p:ph type="sldNum" idx="3"/>
          </p:nvPr>
        </p:nvSpPr>
        <p:spPr/>
        <p:txBody>
          <a:bodyPr/>
          <a:lstStyle/>
          <a:p>
            <a:fld id="{DFAE72E5-941A-4D0B-A390-EEFEC90816DB}" type="slidenum">
              <a:t>‹Nº›</a:t>
            </a:fld>
            <a:endParaRPr/>
          </a:p>
        </p:txBody>
      </p:sp>
      <p:sp>
        <p:nvSpPr>
          <p:cNvPr id="4" name="PlaceHolder 3"/>
          <p:cNvSpPr>
            <a:spLocks noGrp="1"/>
          </p:cNvSpPr>
          <p:nvPr>
            <p:ph type="dt" idx="1"/>
          </p:nvPr>
        </p:nvSpPr>
        <p:spPr/>
        <p:txBody>
          <a:body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s-CO" sz="1800" b="0" strike="noStrike" spc="-1">
              <a:solidFill>
                <a:schemeClr val="dk1"/>
              </a:solidFill>
              <a:latin typeface="Calibri"/>
            </a:endParaRPr>
          </a:p>
        </p:txBody>
      </p:sp>
      <p:sp>
        <p:nvSpPr>
          <p:cNvPr id="6" name="PlaceHolder 2"/>
          <p:cNvSpPr>
            <a:spLocks noGrp="1"/>
          </p:cNvSpPr>
          <p:nvPr>
            <p:ph type="subTitle"/>
          </p:nvPr>
        </p:nvSpPr>
        <p:spPr>
          <a:xfrm>
            <a:off x="838080" y="1825560"/>
            <a:ext cx="10515240" cy="4350960"/>
          </a:xfrm>
          <a:prstGeom prst="rect">
            <a:avLst/>
          </a:prstGeom>
          <a:noFill/>
          <a:ln w="0">
            <a:noFill/>
          </a:ln>
        </p:spPr>
        <p:txBody>
          <a:bodyPr lIns="0" tIns="0" rIns="0" bIns="0" anchor="ctr">
            <a:noAutofit/>
          </a:bodyPr>
          <a:lstStyle/>
          <a:p>
            <a:pPr indent="0" algn="ctr">
              <a:buNone/>
            </a:pPr>
            <a:endParaRPr lang="es-CO" sz="3200" b="0" strike="noStrike" spc="-1">
              <a:solidFill>
                <a:srgbClr val="000000"/>
              </a:solidFill>
              <a:latin typeface="Arial"/>
            </a:endParaRPr>
          </a:p>
        </p:txBody>
      </p:sp>
      <p:sp>
        <p:nvSpPr>
          <p:cNvPr id="4" name="PlaceHolder 3"/>
          <p:cNvSpPr>
            <a:spLocks noGrp="1"/>
          </p:cNvSpPr>
          <p:nvPr>
            <p:ph type="ftr" idx="2"/>
          </p:nvPr>
        </p:nvSpPr>
        <p:spPr/>
        <p:txBody>
          <a:bodyPr/>
          <a:lstStyle/>
          <a:p>
            <a:r>
              <a:t>Footer</a:t>
            </a:r>
          </a:p>
        </p:txBody>
      </p:sp>
      <p:sp>
        <p:nvSpPr>
          <p:cNvPr id="2" name="PlaceHolder 4"/>
          <p:cNvSpPr>
            <a:spLocks noGrp="1"/>
          </p:cNvSpPr>
          <p:nvPr>
            <p:ph type="sldNum" idx="3"/>
          </p:nvPr>
        </p:nvSpPr>
        <p:spPr/>
        <p:txBody>
          <a:bodyPr/>
          <a:lstStyle/>
          <a:p>
            <a:fld id="{9A9D83C6-2213-4243-9FE9-AEF5CA3EDBA2}" type="slidenum">
              <a:t>‹Nº›</a:t>
            </a:fld>
            <a:endParaRPr/>
          </a:p>
        </p:txBody>
      </p:sp>
      <p:sp>
        <p:nvSpPr>
          <p:cNvPr id="3" name="PlaceHolder 5"/>
          <p:cNvSpPr>
            <a:spLocks noGrp="1"/>
          </p:cNvSpPr>
          <p:nvPr>
            <p:ph type="dt" idx="1"/>
          </p:nvPr>
        </p:nvSpPr>
        <p:spPr/>
        <p:txBody>
          <a:body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s-CO" sz="1800" b="0" strike="noStrike" spc="-1">
              <a:solidFill>
                <a:schemeClr val="dk1"/>
              </a:solidFill>
              <a:latin typeface="Calibri"/>
            </a:endParaRPr>
          </a:p>
        </p:txBody>
      </p:sp>
      <p:sp>
        <p:nvSpPr>
          <p:cNvPr id="8" name="PlaceHolder 2"/>
          <p:cNvSpPr>
            <a:spLocks noGrp="1"/>
          </p:cNvSpPr>
          <p:nvPr>
            <p:ph/>
          </p:nvPr>
        </p:nvSpPr>
        <p:spPr>
          <a:xfrm>
            <a:off x="838080" y="1825560"/>
            <a:ext cx="10515240" cy="4350960"/>
          </a:xfrm>
          <a:prstGeom prst="rect">
            <a:avLst/>
          </a:prstGeom>
          <a:noFill/>
          <a:ln w="0">
            <a:noFill/>
          </a:ln>
        </p:spPr>
        <p:txBody>
          <a:bodyPr lIns="0" tIns="0" rIns="0" bIns="0" anchor="t">
            <a:normAutofit/>
          </a:bodyPr>
          <a:lstStyle/>
          <a:p>
            <a:pPr indent="0">
              <a:lnSpc>
                <a:spcPct val="90000"/>
              </a:lnSpc>
              <a:spcBef>
                <a:spcPts val="1417"/>
              </a:spcBef>
              <a:buNone/>
            </a:pPr>
            <a:endParaRPr lang="es-CO" sz="2800" b="0" strike="noStrike" spc="-1">
              <a:solidFill>
                <a:schemeClr val="dk1"/>
              </a:solidFill>
              <a:latin typeface="Calibri"/>
            </a:endParaRPr>
          </a:p>
        </p:txBody>
      </p:sp>
      <p:sp>
        <p:nvSpPr>
          <p:cNvPr id="4" name="PlaceHolder 3"/>
          <p:cNvSpPr>
            <a:spLocks noGrp="1"/>
          </p:cNvSpPr>
          <p:nvPr>
            <p:ph type="ftr" idx="2"/>
          </p:nvPr>
        </p:nvSpPr>
        <p:spPr/>
        <p:txBody>
          <a:bodyPr/>
          <a:lstStyle/>
          <a:p>
            <a:r>
              <a:t>Footer</a:t>
            </a:r>
          </a:p>
        </p:txBody>
      </p:sp>
      <p:sp>
        <p:nvSpPr>
          <p:cNvPr id="5" name="PlaceHolder 4"/>
          <p:cNvSpPr>
            <a:spLocks noGrp="1"/>
          </p:cNvSpPr>
          <p:nvPr>
            <p:ph type="sldNum" idx="3"/>
          </p:nvPr>
        </p:nvSpPr>
        <p:spPr/>
        <p:txBody>
          <a:bodyPr/>
          <a:lstStyle/>
          <a:p>
            <a:fld id="{3AFB613A-E1B9-4759-9DC1-07DBB125BBD6}" type="slidenum">
              <a:t>‹Nº›</a:t>
            </a:fld>
            <a:endParaRPr/>
          </a:p>
        </p:txBody>
      </p:sp>
      <p:sp>
        <p:nvSpPr>
          <p:cNvPr id="6" name="PlaceHolder 5"/>
          <p:cNvSpPr>
            <a:spLocks noGrp="1"/>
          </p:cNvSpPr>
          <p:nvPr>
            <p:ph type="dt" idx="1"/>
          </p:nvPr>
        </p:nvSpPr>
        <p:spPr/>
        <p:txBody>
          <a:body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s-CO" sz="1800" b="0" strike="noStrike" spc="-1">
              <a:solidFill>
                <a:schemeClr val="dk1"/>
              </a:solidFill>
              <a:latin typeface="Calibri"/>
            </a:endParaRPr>
          </a:p>
        </p:txBody>
      </p:sp>
      <p:sp>
        <p:nvSpPr>
          <p:cNvPr id="10" name="PlaceHolder 2"/>
          <p:cNvSpPr>
            <a:spLocks noGrp="1"/>
          </p:cNvSpPr>
          <p:nvPr>
            <p:ph/>
          </p:nvPr>
        </p:nvSpPr>
        <p:spPr>
          <a:xfrm>
            <a:off x="838080" y="1825560"/>
            <a:ext cx="5131080" cy="4350960"/>
          </a:xfrm>
          <a:prstGeom prst="rect">
            <a:avLst/>
          </a:prstGeom>
          <a:noFill/>
          <a:ln w="0">
            <a:noFill/>
          </a:ln>
        </p:spPr>
        <p:txBody>
          <a:bodyPr lIns="0" tIns="0" rIns="0" bIns="0" anchor="t">
            <a:normAutofit/>
          </a:bodyPr>
          <a:lstStyle/>
          <a:p>
            <a:pPr indent="0">
              <a:lnSpc>
                <a:spcPct val="90000"/>
              </a:lnSpc>
              <a:spcBef>
                <a:spcPts val="1417"/>
              </a:spcBef>
              <a:buNone/>
            </a:pPr>
            <a:endParaRPr lang="es-CO" sz="2800" b="0" strike="noStrike" spc="-1">
              <a:solidFill>
                <a:schemeClr val="dk1"/>
              </a:solidFill>
              <a:latin typeface="Calibri"/>
            </a:endParaRPr>
          </a:p>
        </p:txBody>
      </p:sp>
      <p:sp>
        <p:nvSpPr>
          <p:cNvPr id="11" name="PlaceHolder 3"/>
          <p:cNvSpPr>
            <a:spLocks noGrp="1"/>
          </p:cNvSpPr>
          <p:nvPr>
            <p:ph/>
          </p:nvPr>
        </p:nvSpPr>
        <p:spPr>
          <a:xfrm>
            <a:off x="6226200" y="1825560"/>
            <a:ext cx="5131080" cy="4350960"/>
          </a:xfrm>
          <a:prstGeom prst="rect">
            <a:avLst/>
          </a:prstGeom>
          <a:noFill/>
          <a:ln w="0">
            <a:noFill/>
          </a:ln>
        </p:spPr>
        <p:txBody>
          <a:bodyPr lIns="0" tIns="0" rIns="0" bIns="0" anchor="t">
            <a:normAutofit/>
          </a:bodyPr>
          <a:lstStyle/>
          <a:p>
            <a:pPr indent="0">
              <a:lnSpc>
                <a:spcPct val="90000"/>
              </a:lnSpc>
              <a:spcBef>
                <a:spcPts val="1417"/>
              </a:spcBef>
              <a:buNone/>
            </a:pPr>
            <a:endParaRPr lang="es-CO" sz="2800" b="0" strike="noStrike" spc="-1">
              <a:solidFill>
                <a:schemeClr val="dk1"/>
              </a:solidFill>
              <a:latin typeface="Calibri"/>
            </a:endParaRPr>
          </a:p>
        </p:txBody>
      </p:sp>
      <p:sp>
        <p:nvSpPr>
          <p:cNvPr id="5" name="PlaceHolder 4"/>
          <p:cNvSpPr>
            <a:spLocks noGrp="1"/>
          </p:cNvSpPr>
          <p:nvPr>
            <p:ph type="ftr" idx="2"/>
          </p:nvPr>
        </p:nvSpPr>
        <p:spPr/>
        <p:txBody>
          <a:bodyPr/>
          <a:lstStyle/>
          <a:p>
            <a:r>
              <a:t>Footer</a:t>
            </a:r>
          </a:p>
        </p:txBody>
      </p:sp>
      <p:sp>
        <p:nvSpPr>
          <p:cNvPr id="6" name="PlaceHolder 5"/>
          <p:cNvSpPr>
            <a:spLocks noGrp="1"/>
          </p:cNvSpPr>
          <p:nvPr>
            <p:ph type="sldNum" idx="3"/>
          </p:nvPr>
        </p:nvSpPr>
        <p:spPr/>
        <p:txBody>
          <a:bodyPr/>
          <a:lstStyle/>
          <a:p>
            <a:fld id="{3F7CE61A-7684-4415-B586-3B4DE9BED770}" type="slidenum">
              <a:t>‹Nº›</a:t>
            </a:fld>
            <a:endParaRPr/>
          </a:p>
        </p:txBody>
      </p:sp>
      <p:sp>
        <p:nvSpPr>
          <p:cNvPr id="7" name="PlaceHolder 6"/>
          <p:cNvSpPr>
            <a:spLocks noGrp="1"/>
          </p:cNvSpPr>
          <p:nvPr>
            <p:ph type="dt" idx="1"/>
          </p:nvPr>
        </p:nvSpPr>
        <p:spPr/>
        <p:txBody>
          <a:body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s-CO" sz="1800" b="0" strike="noStrike" spc="-1">
              <a:solidFill>
                <a:schemeClr val="dk1"/>
              </a:solidFill>
              <a:latin typeface="Calibri"/>
            </a:endParaRPr>
          </a:p>
        </p:txBody>
      </p:sp>
      <p:sp>
        <p:nvSpPr>
          <p:cNvPr id="3" name="PlaceHolder 2"/>
          <p:cNvSpPr>
            <a:spLocks noGrp="1"/>
          </p:cNvSpPr>
          <p:nvPr>
            <p:ph type="ftr" idx="2"/>
          </p:nvPr>
        </p:nvSpPr>
        <p:spPr/>
        <p:txBody>
          <a:bodyPr/>
          <a:lstStyle/>
          <a:p>
            <a:r>
              <a:t>Footer</a:t>
            </a:r>
          </a:p>
        </p:txBody>
      </p:sp>
      <p:sp>
        <p:nvSpPr>
          <p:cNvPr id="4" name="PlaceHolder 3"/>
          <p:cNvSpPr>
            <a:spLocks noGrp="1"/>
          </p:cNvSpPr>
          <p:nvPr>
            <p:ph type="sldNum" idx="3"/>
          </p:nvPr>
        </p:nvSpPr>
        <p:spPr/>
        <p:txBody>
          <a:bodyPr/>
          <a:lstStyle/>
          <a:p>
            <a:fld id="{B12FCC6F-4080-48C2-BE2A-7553E494FD85}" type="slidenum">
              <a:t>‹Nº›</a:t>
            </a:fld>
            <a:endParaRPr/>
          </a:p>
        </p:txBody>
      </p:sp>
      <p:sp>
        <p:nvSpPr>
          <p:cNvPr id="5" name="PlaceHolder 4"/>
          <p:cNvSpPr>
            <a:spLocks noGrp="1"/>
          </p:cNvSpPr>
          <p:nvPr>
            <p:ph type="dt" idx="1"/>
          </p:nvPr>
        </p:nvSpPr>
        <p:spPr/>
        <p:txBody>
          <a:body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838080" y="365040"/>
            <a:ext cx="10515240" cy="6144120"/>
          </a:xfrm>
          <a:prstGeom prst="rect">
            <a:avLst/>
          </a:prstGeom>
          <a:noFill/>
          <a:ln w="0">
            <a:noFill/>
          </a:ln>
        </p:spPr>
        <p:txBody>
          <a:bodyPr lIns="0" tIns="0" rIns="0" bIns="0" anchor="ctr">
            <a:noAutofit/>
          </a:bodyPr>
          <a:lstStyle/>
          <a:p>
            <a:pPr algn="ctr"/>
            <a:endParaRPr lang="es-CO" sz="3200" b="0" strike="noStrike" spc="-1">
              <a:solidFill>
                <a:srgbClr val="000000"/>
              </a:solidFill>
              <a:latin typeface="Arial"/>
            </a:endParaRPr>
          </a:p>
        </p:txBody>
      </p:sp>
      <p:sp>
        <p:nvSpPr>
          <p:cNvPr id="3" name="PlaceHolder 2"/>
          <p:cNvSpPr>
            <a:spLocks noGrp="1"/>
          </p:cNvSpPr>
          <p:nvPr>
            <p:ph type="ftr" idx="2"/>
          </p:nvPr>
        </p:nvSpPr>
        <p:spPr/>
        <p:txBody>
          <a:bodyPr/>
          <a:lstStyle/>
          <a:p>
            <a:r>
              <a:t>Footer</a:t>
            </a:r>
          </a:p>
        </p:txBody>
      </p:sp>
      <p:sp>
        <p:nvSpPr>
          <p:cNvPr id="4" name="PlaceHolder 3"/>
          <p:cNvSpPr>
            <a:spLocks noGrp="1"/>
          </p:cNvSpPr>
          <p:nvPr>
            <p:ph type="sldNum" idx="3"/>
          </p:nvPr>
        </p:nvSpPr>
        <p:spPr/>
        <p:txBody>
          <a:bodyPr/>
          <a:lstStyle/>
          <a:p>
            <a:fld id="{AB6FE853-FF2D-4717-A954-C258AFA8E679}" type="slidenum">
              <a:t>‹Nº›</a:t>
            </a:fld>
            <a:endParaRPr/>
          </a:p>
        </p:txBody>
      </p:sp>
      <p:sp>
        <p:nvSpPr>
          <p:cNvPr id="5" name="PlaceHolder 4"/>
          <p:cNvSpPr>
            <a:spLocks noGrp="1"/>
          </p:cNvSpPr>
          <p:nvPr>
            <p:ph type="dt" idx="1"/>
          </p:nvPr>
        </p:nvSpPr>
        <p:spPr/>
        <p:txBody>
          <a:body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s-CO" sz="1800" b="0" strike="noStrike" spc="-1">
              <a:solidFill>
                <a:schemeClr val="dk1"/>
              </a:solidFill>
              <a:latin typeface="Calibri"/>
            </a:endParaRPr>
          </a:p>
        </p:txBody>
      </p:sp>
      <p:sp>
        <p:nvSpPr>
          <p:cNvPr id="15" name="PlaceHolder 2"/>
          <p:cNvSpPr>
            <a:spLocks noGrp="1"/>
          </p:cNvSpPr>
          <p:nvPr>
            <p:ph/>
          </p:nvPr>
        </p:nvSpPr>
        <p:spPr>
          <a:xfrm>
            <a:off x="838080" y="1825560"/>
            <a:ext cx="5131080" cy="2075040"/>
          </a:xfrm>
          <a:prstGeom prst="rect">
            <a:avLst/>
          </a:prstGeom>
          <a:noFill/>
          <a:ln w="0">
            <a:noFill/>
          </a:ln>
        </p:spPr>
        <p:txBody>
          <a:bodyPr lIns="0" tIns="0" rIns="0" bIns="0" anchor="t">
            <a:normAutofit/>
          </a:bodyPr>
          <a:lstStyle/>
          <a:p>
            <a:pPr indent="0">
              <a:lnSpc>
                <a:spcPct val="90000"/>
              </a:lnSpc>
              <a:spcBef>
                <a:spcPts val="1417"/>
              </a:spcBef>
              <a:buNone/>
            </a:pPr>
            <a:endParaRPr lang="es-CO" sz="2800" b="0" strike="noStrike" spc="-1">
              <a:solidFill>
                <a:schemeClr val="dk1"/>
              </a:solidFill>
              <a:latin typeface="Calibri"/>
            </a:endParaRPr>
          </a:p>
        </p:txBody>
      </p:sp>
      <p:sp>
        <p:nvSpPr>
          <p:cNvPr id="16" name="PlaceHolder 3"/>
          <p:cNvSpPr>
            <a:spLocks noGrp="1"/>
          </p:cNvSpPr>
          <p:nvPr>
            <p:ph/>
          </p:nvPr>
        </p:nvSpPr>
        <p:spPr>
          <a:xfrm>
            <a:off x="6226200" y="1825560"/>
            <a:ext cx="5131080" cy="4350960"/>
          </a:xfrm>
          <a:prstGeom prst="rect">
            <a:avLst/>
          </a:prstGeom>
          <a:noFill/>
          <a:ln w="0">
            <a:noFill/>
          </a:ln>
        </p:spPr>
        <p:txBody>
          <a:bodyPr lIns="0" tIns="0" rIns="0" bIns="0" anchor="t">
            <a:normAutofit/>
          </a:bodyPr>
          <a:lstStyle/>
          <a:p>
            <a:pPr indent="0">
              <a:lnSpc>
                <a:spcPct val="90000"/>
              </a:lnSpc>
              <a:spcBef>
                <a:spcPts val="1417"/>
              </a:spcBef>
              <a:buNone/>
            </a:pPr>
            <a:endParaRPr lang="es-CO" sz="2800" b="0" strike="noStrike" spc="-1">
              <a:solidFill>
                <a:schemeClr val="dk1"/>
              </a:solidFill>
              <a:latin typeface="Calibri"/>
            </a:endParaRPr>
          </a:p>
        </p:txBody>
      </p:sp>
      <p:sp>
        <p:nvSpPr>
          <p:cNvPr id="17" name="PlaceHolder 4"/>
          <p:cNvSpPr>
            <a:spLocks noGrp="1"/>
          </p:cNvSpPr>
          <p:nvPr>
            <p:ph/>
          </p:nvPr>
        </p:nvSpPr>
        <p:spPr>
          <a:xfrm>
            <a:off x="838080" y="4098240"/>
            <a:ext cx="5131080" cy="2075040"/>
          </a:xfrm>
          <a:prstGeom prst="rect">
            <a:avLst/>
          </a:prstGeom>
          <a:noFill/>
          <a:ln w="0">
            <a:noFill/>
          </a:ln>
        </p:spPr>
        <p:txBody>
          <a:bodyPr lIns="0" tIns="0" rIns="0" bIns="0" anchor="t">
            <a:normAutofit/>
          </a:bodyPr>
          <a:lstStyle/>
          <a:p>
            <a:pPr indent="0">
              <a:lnSpc>
                <a:spcPct val="90000"/>
              </a:lnSpc>
              <a:spcBef>
                <a:spcPts val="1417"/>
              </a:spcBef>
              <a:buNone/>
            </a:pPr>
            <a:endParaRPr lang="es-CO" sz="2800" b="0" strike="noStrike" spc="-1">
              <a:solidFill>
                <a:schemeClr val="dk1"/>
              </a:solidFill>
              <a:latin typeface="Calibri"/>
            </a:endParaRPr>
          </a:p>
        </p:txBody>
      </p:sp>
      <p:sp>
        <p:nvSpPr>
          <p:cNvPr id="6" name="PlaceHolder 5"/>
          <p:cNvSpPr>
            <a:spLocks noGrp="1"/>
          </p:cNvSpPr>
          <p:nvPr>
            <p:ph type="ftr" idx="2"/>
          </p:nvPr>
        </p:nvSpPr>
        <p:spPr/>
        <p:txBody>
          <a:bodyPr/>
          <a:lstStyle/>
          <a:p>
            <a:r>
              <a:t>Footer</a:t>
            </a:r>
          </a:p>
        </p:txBody>
      </p:sp>
      <p:sp>
        <p:nvSpPr>
          <p:cNvPr id="7" name="PlaceHolder 6"/>
          <p:cNvSpPr>
            <a:spLocks noGrp="1"/>
          </p:cNvSpPr>
          <p:nvPr>
            <p:ph type="sldNum" idx="3"/>
          </p:nvPr>
        </p:nvSpPr>
        <p:spPr/>
        <p:txBody>
          <a:bodyPr/>
          <a:lstStyle/>
          <a:p>
            <a:fld id="{6A6222EB-EDCE-4793-B8AC-FD0C9A760BE9}" type="slidenum">
              <a:t>‹Nº›</a:t>
            </a:fld>
            <a:endParaRPr/>
          </a:p>
        </p:txBody>
      </p:sp>
      <p:sp>
        <p:nvSpPr>
          <p:cNvPr id="8" name="PlaceHolder 7"/>
          <p:cNvSpPr>
            <a:spLocks noGrp="1"/>
          </p:cNvSpPr>
          <p:nvPr>
            <p:ph type="dt" idx="1"/>
          </p:nvPr>
        </p:nvSpPr>
        <p:spPr/>
        <p:txBody>
          <a:body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s-CO" sz="1800" b="0" strike="noStrike" spc="-1">
              <a:solidFill>
                <a:schemeClr val="dk1"/>
              </a:solidFill>
              <a:latin typeface="Calibri"/>
            </a:endParaRPr>
          </a:p>
        </p:txBody>
      </p:sp>
      <p:sp>
        <p:nvSpPr>
          <p:cNvPr id="19" name="PlaceHolder 2"/>
          <p:cNvSpPr>
            <a:spLocks noGrp="1"/>
          </p:cNvSpPr>
          <p:nvPr>
            <p:ph/>
          </p:nvPr>
        </p:nvSpPr>
        <p:spPr>
          <a:xfrm>
            <a:off x="838080" y="1825560"/>
            <a:ext cx="5131080" cy="4350960"/>
          </a:xfrm>
          <a:prstGeom prst="rect">
            <a:avLst/>
          </a:prstGeom>
          <a:noFill/>
          <a:ln w="0">
            <a:noFill/>
          </a:ln>
        </p:spPr>
        <p:txBody>
          <a:bodyPr lIns="0" tIns="0" rIns="0" bIns="0" anchor="t">
            <a:normAutofit/>
          </a:bodyPr>
          <a:lstStyle/>
          <a:p>
            <a:pPr indent="0">
              <a:lnSpc>
                <a:spcPct val="90000"/>
              </a:lnSpc>
              <a:spcBef>
                <a:spcPts val="1417"/>
              </a:spcBef>
              <a:buNone/>
            </a:pPr>
            <a:endParaRPr lang="es-CO" sz="2800" b="0" strike="noStrike" spc="-1">
              <a:solidFill>
                <a:schemeClr val="dk1"/>
              </a:solidFill>
              <a:latin typeface="Calibri"/>
            </a:endParaRPr>
          </a:p>
        </p:txBody>
      </p:sp>
      <p:sp>
        <p:nvSpPr>
          <p:cNvPr id="20" name="PlaceHolder 3"/>
          <p:cNvSpPr>
            <a:spLocks noGrp="1"/>
          </p:cNvSpPr>
          <p:nvPr>
            <p:ph/>
          </p:nvPr>
        </p:nvSpPr>
        <p:spPr>
          <a:xfrm>
            <a:off x="6226200" y="1825560"/>
            <a:ext cx="5131080" cy="2075040"/>
          </a:xfrm>
          <a:prstGeom prst="rect">
            <a:avLst/>
          </a:prstGeom>
          <a:noFill/>
          <a:ln w="0">
            <a:noFill/>
          </a:ln>
        </p:spPr>
        <p:txBody>
          <a:bodyPr lIns="0" tIns="0" rIns="0" bIns="0" anchor="t">
            <a:normAutofit/>
          </a:bodyPr>
          <a:lstStyle/>
          <a:p>
            <a:pPr indent="0">
              <a:lnSpc>
                <a:spcPct val="90000"/>
              </a:lnSpc>
              <a:spcBef>
                <a:spcPts val="1417"/>
              </a:spcBef>
              <a:buNone/>
            </a:pPr>
            <a:endParaRPr lang="es-CO" sz="2800" b="0" strike="noStrike" spc="-1">
              <a:solidFill>
                <a:schemeClr val="dk1"/>
              </a:solidFill>
              <a:latin typeface="Calibri"/>
            </a:endParaRPr>
          </a:p>
        </p:txBody>
      </p:sp>
      <p:sp>
        <p:nvSpPr>
          <p:cNvPr id="21" name="PlaceHolder 4"/>
          <p:cNvSpPr>
            <a:spLocks noGrp="1"/>
          </p:cNvSpPr>
          <p:nvPr>
            <p:ph/>
          </p:nvPr>
        </p:nvSpPr>
        <p:spPr>
          <a:xfrm>
            <a:off x="6226200" y="4098240"/>
            <a:ext cx="5131080" cy="2075040"/>
          </a:xfrm>
          <a:prstGeom prst="rect">
            <a:avLst/>
          </a:prstGeom>
          <a:noFill/>
          <a:ln w="0">
            <a:noFill/>
          </a:ln>
        </p:spPr>
        <p:txBody>
          <a:bodyPr lIns="0" tIns="0" rIns="0" bIns="0" anchor="t">
            <a:normAutofit/>
          </a:bodyPr>
          <a:lstStyle/>
          <a:p>
            <a:pPr indent="0">
              <a:lnSpc>
                <a:spcPct val="90000"/>
              </a:lnSpc>
              <a:spcBef>
                <a:spcPts val="1417"/>
              </a:spcBef>
              <a:buNone/>
            </a:pPr>
            <a:endParaRPr lang="es-CO" sz="2800" b="0" strike="noStrike" spc="-1">
              <a:solidFill>
                <a:schemeClr val="dk1"/>
              </a:solidFill>
              <a:latin typeface="Calibri"/>
            </a:endParaRPr>
          </a:p>
        </p:txBody>
      </p:sp>
      <p:sp>
        <p:nvSpPr>
          <p:cNvPr id="6" name="PlaceHolder 5"/>
          <p:cNvSpPr>
            <a:spLocks noGrp="1"/>
          </p:cNvSpPr>
          <p:nvPr>
            <p:ph type="ftr" idx="2"/>
          </p:nvPr>
        </p:nvSpPr>
        <p:spPr/>
        <p:txBody>
          <a:bodyPr/>
          <a:lstStyle/>
          <a:p>
            <a:r>
              <a:t>Footer</a:t>
            </a:r>
          </a:p>
        </p:txBody>
      </p:sp>
      <p:sp>
        <p:nvSpPr>
          <p:cNvPr id="7" name="PlaceHolder 6"/>
          <p:cNvSpPr>
            <a:spLocks noGrp="1"/>
          </p:cNvSpPr>
          <p:nvPr>
            <p:ph type="sldNum" idx="3"/>
          </p:nvPr>
        </p:nvSpPr>
        <p:spPr/>
        <p:txBody>
          <a:bodyPr/>
          <a:lstStyle/>
          <a:p>
            <a:fld id="{6B910478-266A-42C1-A28D-D3BA0FAE9369}" type="slidenum">
              <a:t>‹Nº›</a:t>
            </a:fld>
            <a:endParaRPr/>
          </a:p>
        </p:txBody>
      </p:sp>
      <p:sp>
        <p:nvSpPr>
          <p:cNvPr id="8" name="PlaceHolder 7"/>
          <p:cNvSpPr>
            <a:spLocks noGrp="1"/>
          </p:cNvSpPr>
          <p:nvPr>
            <p:ph type="dt" idx="1"/>
          </p:nvPr>
        </p:nvSpPr>
        <p:spPr/>
        <p:txBody>
          <a:body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s-CO" sz="1800" b="0" strike="noStrike" spc="-1">
              <a:solidFill>
                <a:schemeClr val="dk1"/>
              </a:solidFill>
              <a:latin typeface="Calibri"/>
            </a:endParaRPr>
          </a:p>
        </p:txBody>
      </p:sp>
      <p:sp>
        <p:nvSpPr>
          <p:cNvPr id="23" name="PlaceHolder 2"/>
          <p:cNvSpPr>
            <a:spLocks noGrp="1"/>
          </p:cNvSpPr>
          <p:nvPr>
            <p:ph/>
          </p:nvPr>
        </p:nvSpPr>
        <p:spPr>
          <a:xfrm>
            <a:off x="838080" y="1825560"/>
            <a:ext cx="5131080" cy="2075040"/>
          </a:xfrm>
          <a:prstGeom prst="rect">
            <a:avLst/>
          </a:prstGeom>
          <a:noFill/>
          <a:ln w="0">
            <a:noFill/>
          </a:ln>
        </p:spPr>
        <p:txBody>
          <a:bodyPr lIns="0" tIns="0" rIns="0" bIns="0" anchor="t">
            <a:normAutofit/>
          </a:bodyPr>
          <a:lstStyle/>
          <a:p>
            <a:pPr indent="0">
              <a:lnSpc>
                <a:spcPct val="90000"/>
              </a:lnSpc>
              <a:spcBef>
                <a:spcPts val="1417"/>
              </a:spcBef>
              <a:buNone/>
            </a:pPr>
            <a:endParaRPr lang="es-CO" sz="2800" b="0" strike="noStrike" spc="-1">
              <a:solidFill>
                <a:schemeClr val="dk1"/>
              </a:solidFill>
              <a:latin typeface="Calibri"/>
            </a:endParaRPr>
          </a:p>
        </p:txBody>
      </p:sp>
      <p:sp>
        <p:nvSpPr>
          <p:cNvPr id="24" name="PlaceHolder 3"/>
          <p:cNvSpPr>
            <a:spLocks noGrp="1"/>
          </p:cNvSpPr>
          <p:nvPr>
            <p:ph/>
          </p:nvPr>
        </p:nvSpPr>
        <p:spPr>
          <a:xfrm>
            <a:off x="6226200" y="1825560"/>
            <a:ext cx="5131080" cy="2075040"/>
          </a:xfrm>
          <a:prstGeom prst="rect">
            <a:avLst/>
          </a:prstGeom>
          <a:noFill/>
          <a:ln w="0">
            <a:noFill/>
          </a:ln>
        </p:spPr>
        <p:txBody>
          <a:bodyPr lIns="0" tIns="0" rIns="0" bIns="0" anchor="t">
            <a:normAutofit/>
          </a:bodyPr>
          <a:lstStyle/>
          <a:p>
            <a:pPr indent="0">
              <a:lnSpc>
                <a:spcPct val="90000"/>
              </a:lnSpc>
              <a:spcBef>
                <a:spcPts val="1417"/>
              </a:spcBef>
              <a:buNone/>
            </a:pPr>
            <a:endParaRPr lang="es-CO" sz="2800" b="0" strike="noStrike" spc="-1">
              <a:solidFill>
                <a:schemeClr val="dk1"/>
              </a:solidFill>
              <a:latin typeface="Calibri"/>
            </a:endParaRPr>
          </a:p>
        </p:txBody>
      </p:sp>
      <p:sp>
        <p:nvSpPr>
          <p:cNvPr id="25" name="PlaceHolder 4"/>
          <p:cNvSpPr>
            <a:spLocks noGrp="1"/>
          </p:cNvSpPr>
          <p:nvPr>
            <p:ph/>
          </p:nvPr>
        </p:nvSpPr>
        <p:spPr>
          <a:xfrm>
            <a:off x="838080" y="4098240"/>
            <a:ext cx="10515240" cy="2075040"/>
          </a:xfrm>
          <a:prstGeom prst="rect">
            <a:avLst/>
          </a:prstGeom>
          <a:noFill/>
          <a:ln w="0">
            <a:noFill/>
          </a:ln>
        </p:spPr>
        <p:txBody>
          <a:bodyPr lIns="0" tIns="0" rIns="0" bIns="0" anchor="t">
            <a:normAutofit/>
          </a:bodyPr>
          <a:lstStyle/>
          <a:p>
            <a:pPr indent="0">
              <a:lnSpc>
                <a:spcPct val="90000"/>
              </a:lnSpc>
              <a:spcBef>
                <a:spcPts val="1417"/>
              </a:spcBef>
              <a:buNone/>
            </a:pPr>
            <a:endParaRPr lang="es-CO" sz="2800" b="0" strike="noStrike" spc="-1">
              <a:solidFill>
                <a:schemeClr val="dk1"/>
              </a:solidFill>
              <a:latin typeface="Calibri"/>
            </a:endParaRPr>
          </a:p>
        </p:txBody>
      </p:sp>
      <p:sp>
        <p:nvSpPr>
          <p:cNvPr id="6" name="PlaceHolder 5"/>
          <p:cNvSpPr>
            <a:spLocks noGrp="1"/>
          </p:cNvSpPr>
          <p:nvPr>
            <p:ph type="ftr" idx="2"/>
          </p:nvPr>
        </p:nvSpPr>
        <p:spPr/>
        <p:txBody>
          <a:bodyPr/>
          <a:lstStyle/>
          <a:p>
            <a:r>
              <a:t>Footer</a:t>
            </a:r>
          </a:p>
        </p:txBody>
      </p:sp>
      <p:sp>
        <p:nvSpPr>
          <p:cNvPr id="7" name="PlaceHolder 6"/>
          <p:cNvSpPr>
            <a:spLocks noGrp="1"/>
          </p:cNvSpPr>
          <p:nvPr>
            <p:ph type="sldNum" idx="3"/>
          </p:nvPr>
        </p:nvSpPr>
        <p:spPr/>
        <p:txBody>
          <a:bodyPr/>
          <a:lstStyle/>
          <a:p>
            <a:fld id="{21BD9202-3B47-4DA0-95EB-4F3F90AA2BE1}" type="slidenum">
              <a:t>‹Nº›</a:t>
            </a:fld>
            <a:endParaRPr/>
          </a:p>
        </p:txBody>
      </p:sp>
      <p:sp>
        <p:nvSpPr>
          <p:cNvPr id="8" name="PlaceHolder 7"/>
          <p:cNvSpPr>
            <a:spLocks noGrp="1"/>
          </p:cNvSpPr>
          <p:nvPr>
            <p:ph type="dt" idx="1"/>
          </p:nvPr>
        </p:nvSpPr>
        <p:spPr/>
        <p:txBody>
          <a:body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s-CO" sz="1800" b="0" strike="noStrike" spc="-1">
              <a:solidFill>
                <a:schemeClr val="dk1"/>
              </a:solidFill>
              <a:latin typeface="Calibri"/>
            </a:endParaRPr>
          </a:p>
        </p:txBody>
      </p:sp>
      <p:sp>
        <p:nvSpPr>
          <p:cNvPr id="27" name="PlaceHolder 2"/>
          <p:cNvSpPr>
            <a:spLocks noGrp="1"/>
          </p:cNvSpPr>
          <p:nvPr>
            <p:ph/>
          </p:nvPr>
        </p:nvSpPr>
        <p:spPr>
          <a:xfrm>
            <a:off x="838080" y="1825560"/>
            <a:ext cx="10515240" cy="2075040"/>
          </a:xfrm>
          <a:prstGeom prst="rect">
            <a:avLst/>
          </a:prstGeom>
          <a:noFill/>
          <a:ln w="0">
            <a:noFill/>
          </a:ln>
        </p:spPr>
        <p:txBody>
          <a:bodyPr lIns="0" tIns="0" rIns="0" bIns="0" anchor="t">
            <a:normAutofit/>
          </a:bodyPr>
          <a:lstStyle/>
          <a:p>
            <a:pPr indent="0">
              <a:lnSpc>
                <a:spcPct val="90000"/>
              </a:lnSpc>
              <a:spcBef>
                <a:spcPts val="1417"/>
              </a:spcBef>
              <a:buNone/>
            </a:pPr>
            <a:endParaRPr lang="es-CO" sz="2800" b="0" strike="noStrike" spc="-1">
              <a:solidFill>
                <a:schemeClr val="dk1"/>
              </a:solidFill>
              <a:latin typeface="Calibri"/>
            </a:endParaRPr>
          </a:p>
        </p:txBody>
      </p:sp>
      <p:sp>
        <p:nvSpPr>
          <p:cNvPr id="28" name="PlaceHolder 3"/>
          <p:cNvSpPr>
            <a:spLocks noGrp="1"/>
          </p:cNvSpPr>
          <p:nvPr>
            <p:ph/>
          </p:nvPr>
        </p:nvSpPr>
        <p:spPr>
          <a:xfrm>
            <a:off x="838080" y="4098240"/>
            <a:ext cx="10515240" cy="2075040"/>
          </a:xfrm>
          <a:prstGeom prst="rect">
            <a:avLst/>
          </a:prstGeom>
          <a:noFill/>
          <a:ln w="0">
            <a:noFill/>
          </a:ln>
        </p:spPr>
        <p:txBody>
          <a:bodyPr lIns="0" tIns="0" rIns="0" bIns="0" anchor="t">
            <a:normAutofit/>
          </a:bodyPr>
          <a:lstStyle/>
          <a:p>
            <a:pPr indent="0">
              <a:lnSpc>
                <a:spcPct val="90000"/>
              </a:lnSpc>
              <a:spcBef>
                <a:spcPts val="1417"/>
              </a:spcBef>
              <a:buNone/>
            </a:pPr>
            <a:endParaRPr lang="es-CO" sz="2800" b="0" strike="noStrike" spc="-1">
              <a:solidFill>
                <a:schemeClr val="dk1"/>
              </a:solidFill>
              <a:latin typeface="Calibri"/>
            </a:endParaRPr>
          </a:p>
        </p:txBody>
      </p:sp>
      <p:sp>
        <p:nvSpPr>
          <p:cNvPr id="5" name="PlaceHolder 4"/>
          <p:cNvSpPr>
            <a:spLocks noGrp="1"/>
          </p:cNvSpPr>
          <p:nvPr>
            <p:ph type="ftr" idx="2"/>
          </p:nvPr>
        </p:nvSpPr>
        <p:spPr/>
        <p:txBody>
          <a:bodyPr/>
          <a:lstStyle/>
          <a:p>
            <a:r>
              <a:t>Footer</a:t>
            </a:r>
          </a:p>
        </p:txBody>
      </p:sp>
      <p:sp>
        <p:nvSpPr>
          <p:cNvPr id="6" name="PlaceHolder 5"/>
          <p:cNvSpPr>
            <a:spLocks noGrp="1"/>
          </p:cNvSpPr>
          <p:nvPr>
            <p:ph type="sldNum" idx="3"/>
          </p:nvPr>
        </p:nvSpPr>
        <p:spPr/>
        <p:txBody>
          <a:bodyPr/>
          <a:lstStyle/>
          <a:p>
            <a:fld id="{4C33E58C-17CE-4C93-B399-BCD16AA3200B}" type="slidenum">
              <a:t>‹Nº›</a:t>
            </a:fld>
            <a:endParaRPr/>
          </a:p>
        </p:txBody>
      </p:sp>
      <p:sp>
        <p:nvSpPr>
          <p:cNvPr id="7" name="PlaceHolder 6"/>
          <p:cNvSpPr>
            <a:spLocks noGrp="1"/>
          </p:cNvSpPr>
          <p:nvPr>
            <p:ph type="dt" idx="1"/>
          </p:nvPr>
        </p:nvSpPr>
        <p:spPr/>
        <p:txBody>
          <a:body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s-CO" sz="1800" b="0" strike="noStrike" spc="-1">
              <a:solidFill>
                <a:schemeClr val="dk1"/>
              </a:solidFill>
              <a:latin typeface="Calibri"/>
            </a:endParaRPr>
          </a:p>
        </p:txBody>
      </p:sp>
      <p:sp>
        <p:nvSpPr>
          <p:cNvPr id="30" name="PlaceHolder 2"/>
          <p:cNvSpPr>
            <a:spLocks noGrp="1"/>
          </p:cNvSpPr>
          <p:nvPr>
            <p:ph/>
          </p:nvPr>
        </p:nvSpPr>
        <p:spPr>
          <a:xfrm>
            <a:off x="838080" y="1825560"/>
            <a:ext cx="5131080" cy="2075040"/>
          </a:xfrm>
          <a:prstGeom prst="rect">
            <a:avLst/>
          </a:prstGeom>
          <a:noFill/>
          <a:ln w="0">
            <a:noFill/>
          </a:ln>
        </p:spPr>
        <p:txBody>
          <a:bodyPr lIns="0" tIns="0" rIns="0" bIns="0" anchor="t">
            <a:normAutofit/>
          </a:bodyPr>
          <a:lstStyle/>
          <a:p>
            <a:pPr indent="0">
              <a:lnSpc>
                <a:spcPct val="90000"/>
              </a:lnSpc>
              <a:spcBef>
                <a:spcPts val="1417"/>
              </a:spcBef>
              <a:buNone/>
            </a:pPr>
            <a:endParaRPr lang="es-CO" sz="2800" b="0" strike="noStrike" spc="-1">
              <a:solidFill>
                <a:schemeClr val="dk1"/>
              </a:solidFill>
              <a:latin typeface="Calibri"/>
            </a:endParaRPr>
          </a:p>
        </p:txBody>
      </p:sp>
      <p:sp>
        <p:nvSpPr>
          <p:cNvPr id="31" name="PlaceHolder 3"/>
          <p:cNvSpPr>
            <a:spLocks noGrp="1"/>
          </p:cNvSpPr>
          <p:nvPr>
            <p:ph/>
          </p:nvPr>
        </p:nvSpPr>
        <p:spPr>
          <a:xfrm>
            <a:off x="6226200" y="1825560"/>
            <a:ext cx="5131080" cy="2075040"/>
          </a:xfrm>
          <a:prstGeom prst="rect">
            <a:avLst/>
          </a:prstGeom>
          <a:noFill/>
          <a:ln w="0">
            <a:noFill/>
          </a:ln>
        </p:spPr>
        <p:txBody>
          <a:bodyPr lIns="0" tIns="0" rIns="0" bIns="0" anchor="t">
            <a:normAutofit/>
          </a:bodyPr>
          <a:lstStyle/>
          <a:p>
            <a:pPr indent="0">
              <a:lnSpc>
                <a:spcPct val="90000"/>
              </a:lnSpc>
              <a:spcBef>
                <a:spcPts val="1417"/>
              </a:spcBef>
              <a:buNone/>
            </a:pPr>
            <a:endParaRPr lang="es-CO" sz="2800" b="0" strike="noStrike" spc="-1">
              <a:solidFill>
                <a:schemeClr val="dk1"/>
              </a:solidFill>
              <a:latin typeface="Calibri"/>
            </a:endParaRPr>
          </a:p>
        </p:txBody>
      </p:sp>
      <p:sp>
        <p:nvSpPr>
          <p:cNvPr id="32" name="PlaceHolder 4"/>
          <p:cNvSpPr>
            <a:spLocks noGrp="1"/>
          </p:cNvSpPr>
          <p:nvPr>
            <p:ph/>
          </p:nvPr>
        </p:nvSpPr>
        <p:spPr>
          <a:xfrm>
            <a:off x="838080" y="4098240"/>
            <a:ext cx="5131080" cy="2075040"/>
          </a:xfrm>
          <a:prstGeom prst="rect">
            <a:avLst/>
          </a:prstGeom>
          <a:noFill/>
          <a:ln w="0">
            <a:noFill/>
          </a:ln>
        </p:spPr>
        <p:txBody>
          <a:bodyPr lIns="0" tIns="0" rIns="0" bIns="0" anchor="t">
            <a:normAutofit/>
          </a:bodyPr>
          <a:lstStyle/>
          <a:p>
            <a:pPr indent="0">
              <a:lnSpc>
                <a:spcPct val="90000"/>
              </a:lnSpc>
              <a:spcBef>
                <a:spcPts val="1417"/>
              </a:spcBef>
              <a:buNone/>
            </a:pPr>
            <a:endParaRPr lang="es-CO" sz="2800" b="0" strike="noStrike" spc="-1">
              <a:solidFill>
                <a:schemeClr val="dk1"/>
              </a:solidFill>
              <a:latin typeface="Calibri"/>
            </a:endParaRPr>
          </a:p>
        </p:txBody>
      </p:sp>
      <p:sp>
        <p:nvSpPr>
          <p:cNvPr id="33" name="PlaceHolder 5"/>
          <p:cNvSpPr>
            <a:spLocks noGrp="1"/>
          </p:cNvSpPr>
          <p:nvPr>
            <p:ph/>
          </p:nvPr>
        </p:nvSpPr>
        <p:spPr>
          <a:xfrm>
            <a:off x="6226200" y="4098240"/>
            <a:ext cx="5131080" cy="2075040"/>
          </a:xfrm>
          <a:prstGeom prst="rect">
            <a:avLst/>
          </a:prstGeom>
          <a:noFill/>
          <a:ln w="0">
            <a:noFill/>
          </a:ln>
        </p:spPr>
        <p:txBody>
          <a:bodyPr lIns="0" tIns="0" rIns="0" bIns="0" anchor="t">
            <a:normAutofit/>
          </a:bodyPr>
          <a:lstStyle/>
          <a:p>
            <a:pPr indent="0">
              <a:lnSpc>
                <a:spcPct val="90000"/>
              </a:lnSpc>
              <a:spcBef>
                <a:spcPts val="1417"/>
              </a:spcBef>
              <a:buNone/>
            </a:pPr>
            <a:endParaRPr lang="es-CO" sz="2800" b="0" strike="noStrike" spc="-1">
              <a:solidFill>
                <a:schemeClr val="dk1"/>
              </a:solidFill>
              <a:latin typeface="Calibri"/>
            </a:endParaRPr>
          </a:p>
        </p:txBody>
      </p:sp>
      <p:sp>
        <p:nvSpPr>
          <p:cNvPr id="7" name="PlaceHolder 6"/>
          <p:cNvSpPr>
            <a:spLocks noGrp="1"/>
          </p:cNvSpPr>
          <p:nvPr>
            <p:ph type="ftr" idx="2"/>
          </p:nvPr>
        </p:nvSpPr>
        <p:spPr/>
        <p:txBody>
          <a:bodyPr/>
          <a:lstStyle/>
          <a:p>
            <a:r>
              <a:t>Footer</a:t>
            </a:r>
          </a:p>
        </p:txBody>
      </p:sp>
      <p:sp>
        <p:nvSpPr>
          <p:cNvPr id="8" name="PlaceHolder 7"/>
          <p:cNvSpPr>
            <a:spLocks noGrp="1"/>
          </p:cNvSpPr>
          <p:nvPr>
            <p:ph type="sldNum" idx="3"/>
          </p:nvPr>
        </p:nvSpPr>
        <p:spPr/>
        <p:txBody>
          <a:bodyPr/>
          <a:lstStyle/>
          <a:p>
            <a:fld id="{4F3C92C3-0556-468F-A176-EEEEC9233C77}" type="slidenum">
              <a:t>‹Nº›</a:t>
            </a:fld>
            <a:endParaRPr/>
          </a:p>
        </p:txBody>
      </p:sp>
      <p:sp>
        <p:nvSpPr>
          <p:cNvPr id="9" name="PlaceHolder 8"/>
          <p:cNvSpPr>
            <a:spLocks noGrp="1"/>
          </p:cNvSpPr>
          <p:nvPr>
            <p:ph type="dt" idx="1"/>
          </p:nvPr>
        </p:nvSpPr>
        <p:spPr/>
        <p:txBody>
          <a:body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s-CO" sz="1800" b="0" strike="noStrike" spc="-1">
              <a:solidFill>
                <a:schemeClr val="dk1"/>
              </a:solidFill>
              <a:latin typeface="Calibri"/>
            </a:endParaRPr>
          </a:p>
        </p:txBody>
      </p:sp>
      <p:sp>
        <p:nvSpPr>
          <p:cNvPr id="35" name="PlaceHolder 2"/>
          <p:cNvSpPr>
            <a:spLocks noGrp="1"/>
          </p:cNvSpPr>
          <p:nvPr>
            <p:ph/>
          </p:nvPr>
        </p:nvSpPr>
        <p:spPr>
          <a:xfrm>
            <a:off x="838080" y="1825560"/>
            <a:ext cx="3385800" cy="2075040"/>
          </a:xfrm>
          <a:prstGeom prst="rect">
            <a:avLst/>
          </a:prstGeom>
          <a:noFill/>
          <a:ln w="0">
            <a:noFill/>
          </a:ln>
        </p:spPr>
        <p:txBody>
          <a:bodyPr lIns="0" tIns="0" rIns="0" bIns="0" anchor="t">
            <a:normAutofit/>
          </a:bodyPr>
          <a:lstStyle/>
          <a:p>
            <a:pPr indent="0">
              <a:lnSpc>
                <a:spcPct val="90000"/>
              </a:lnSpc>
              <a:spcBef>
                <a:spcPts val="1417"/>
              </a:spcBef>
              <a:buNone/>
            </a:pPr>
            <a:endParaRPr lang="es-CO" sz="2800" b="0" strike="noStrike" spc="-1">
              <a:solidFill>
                <a:schemeClr val="dk1"/>
              </a:solidFill>
              <a:latin typeface="Calibri"/>
            </a:endParaRPr>
          </a:p>
        </p:txBody>
      </p:sp>
      <p:sp>
        <p:nvSpPr>
          <p:cNvPr id="36" name="PlaceHolder 3"/>
          <p:cNvSpPr>
            <a:spLocks noGrp="1"/>
          </p:cNvSpPr>
          <p:nvPr>
            <p:ph/>
          </p:nvPr>
        </p:nvSpPr>
        <p:spPr>
          <a:xfrm>
            <a:off x="4393440" y="1825560"/>
            <a:ext cx="3385800" cy="2075040"/>
          </a:xfrm>
          <a:prstGeom prst="rect">
            <a:avLst/>
          </a:prstGeom>
          <a:noFill/>
          <a:ln w="0">
            <a:noFill/>
          </a:ln>
        </p:spPr>
        <p:txBody>
          <a:bodyPr lIns="0" tIns="0" rIns="0" bIns="0" anchor="t">
            <a:normAutofit/>
          </a:bodyPr>
          <a:lstStyle/>
          <a:p>
            <a:pPr indent="0">
              <a:lnSpc>
                <a:spcPct val="90000"/>
              </a:lnSpc>
              <a:spcBef>
                <a:spcPts val="1417"/>
              </a:spcBef>
              <a:buNone/>
            </a:pPr>
            <a:endParaRPr lang="es-CO" sz="2800" b="0" strike="noStrike" spc="-1">
              <a:solidFill>
                <a:schemeClr val="dk1"/>
              </a:solidFill>
              <a:latin typeface="Calibri"/>
            </a:endParaRPr>
          </a:p>
        </p:txBody>
      </p:sp>
      <p:sp>
        <p:nvSpPr>
          <p:cNvPr id="37" name="PlaceHolder 4"/>
          <p:cNvSpPr>
            <a:spLocks noGrp="1"/>
          </p:cNvSpPr>
          <p:nvPr>
            <p:ph/>
          </p:nvPr>
        </p:nvSpPr>
        <p:spPr>
          <a:xfrm>
            <a:off x="7949160" y="1825560"/>
            <a:ext cx="3385800" cy="2075040"/>
          </a:xfrm>
          <a:prstGeom prst="rect">
            <a:avLst/>
          </a:prstGeom>
          <a:noFill/>
          <a:ln w="0">
            <a:noFill/>
          </a:ln>
        </p:spPr>
        <p:txBody>
          <a:bodyPr lIns="0" tIns="0" rIns="0" bIns="0" anchor="t">
            <a:normAutofit/>
          </a:bodyPr>
          <a:lstStyle/>
          <a:p>
            <a:pPr indent="0">
              <a:lnSpc>
                <a:spcPct val="90000"/>
              </a:lnSpc>
              <a:spcBef>
                <a:spcPts val="1417"/>
              </a:spcBef>
              <a:buNone/>
            </a:pPr>
            <a:endParaRPr lang="es-CO" sz="2800" b="0" strike="noStrike" spc="-1">
              <a:solidFill>
                <a:schemeClr val="dk1"/>
              </a:solidFill>
              <a:latin typeface="Calibri"/>
            </a:endParaRPr>
          </a:p>
        </p:txBody>
      </p:sp>
      <p:sp>
        <p:nvSpPr>
          <p:cNvPr id="38" name="PlaceHolder 5"/>
          <p:cNvSpPr>
            <a:spLocks noGrp="1"/>
          </p:cNvSpPr>
          <p:nvPr>
            <p:ph/>
          </p:nvPr>
        </p:nvSpPr>
        <p:spPr>
          <a:xfrm>
            <a:off x="838080" y="4098240"/>
            <a:ext cx="3385800" cy="2075040"/>
          </a:xfrm>
          <a:prstGeom prst="rect">
            <a:avLst/>
          </a:prstGeom>
          <a:noFill/>
          <a:ln w="0">
            <a:noFill/>
          </a:ln>
        </p:spPr>
        <p:txBody>
          <a:bodyPr lIns="0" tIns="0" rIns="0" bIns="0" anchor="t">
            <a:normAutofit/>
          </a:bodyPr>
          <a:lstStyle/>
          <a:p>
            <a:pPr indent="0">
              <a:lnSpc>
                <a:spcPct val="90000"/>
              </a:lnSpc>
              <a:spcBef>
                <a:spcPts val="1417"/>
              </a:spcBef>
              <a:buNone/>
            </a:pPr>
            <a:endParaRPr lang="es-CO" sz="2800" b="0" strike="noStrike" spc="-1">
              <a:solidFill>
                <a:schemeClr val="dk1"/>
              </a:solidFill>
              <a:latin typeface="Calibri"/>
            </a:endParaRPr>
          </a:p>
        </p:txBody>
      </p:sp>
      <p:sp>
        <p:nvSpPr>
          <p:cNvPr id="39" name="PlaceHolder 6"/>
          <p:cNvSpPr>
            <a:spLocks noGrp="1"/>
          </p:cNvSpPr>
          <p:nvPr>
            <p:ph/>
          </p:nvPr>
        </p:nvSpPr>
        <p:spPr>
          <a:xfrm>
            <a:off x="4393440" y="4098240"/>
            <a:ext cx="3385800" cy="2075040"/>
          </a:xfrm>
          <a:prstGeom prst="rect">
            <a:avLst/>
          </a:prstGeom>
          <a:noFill/>
          <a:ln w="0">
            <a:noFill/>
          </a:ln>
        </p:spPr>
        <p:txBody>
          <a:bodyPr lIns="0" tIns="0" rIns="0" bIns="0" anchor="t">
            <a:normAutofit/>
          </a:bodyPr>
          <a:lstStyle/>
          <a:p>
            <a:pPr indent="0">
              <a:lnSpc>
                <a:spcPct val="90000"/>
              </a:lnSpc>
              <a:spcBef>
                <a:spcPts val="1417"/>
              </a:spcBef>
              <a:buNone/>
            </a:pPr>
            <a:endParaRPr lang="es-CO" sz="2800" b="0" strike="noStrike" spc="-1">
              <a:solidFill>
                <a:schemeClr val="dk1"/>
              </a:solidFill>
              <a:latin typeface="Calibri"/>
            </a:endParaRPr>
          </a:p>
        </p:txBody>
      </p:sp>
      <p:sp>
        <p:nvSpPr>
          <p:cNvPr id="40" name="PlaceHolder 7"/>
          <p:cNvSpPr>
            <a:spLocks noGrp="1"/>
          </p:cNvSpPr>
          <p:nvPr>
            <p:ph/>
          </p:nvPr>
        </p:nvSpPr>
        <p:spPr>
          <a:xfrm>
            <a:off x="7949160" y="4098240"/>
            <a:ext cx="3385800" cy="2075040"/>
          </a:xfrm>
          <a:prstGeom prst="rect">
            <a:avLst/>
          </a:prstGeom>
          <a:noFill/>
          <a:ln w="0">
            <a:noFill/>
          </a:ln>
        </p:spPr>
        <p:txBody>
          <a:bodyPr lIns="0" tIns="0" rIns="0" bIns="0" anchor="t">
            <a:normAutofit/>
          </a:bodyPr>
          <a:lstStyle/>
          <a:p>
            <a:pPr indent="0">
              <a:lnSpc>
                <a:spcPct val="90000"/>
              </a:lnSpc>
              <a:spcBef>
                <a:spcPts val="1417"/>
              </a:spcBef>
              <a:buNone/>
            </a:pPr>
            <a:endParaRPr lang="es-CO" sz="2800" b="0" strike="noStrike" spc="-1">
              <a:solidFill>
                <a:schemeClr val="dk1"/>
              </a:solidFill>
              <a:latin typeface="Calibri"/>
            </a:endParaRPr>
          </a:p>
        </p:txBody>
      </p:sp>
      <p:sp>
        <p:nvSpPr>
          <p:cNvPr id="9" name="PlaceHolder 8"/>
          <p:cNvSpPr>
            <a:spLocks noGrp="1"/>
          </p:cNvSpPr>
          <p:nvPr>
            <p:ph type="ftr" idx="2"/>
          </p:nvPr>
        </p:nvSpPr>
        <p:spPr/>
        <p:txBody>
          <a:bodyPr/>
          <a:lstStyle/>
          <a:p>
            <a:r>
              <a:t>Footer</a:t>
            </a:r>
          </a:p>
        </p:txBody>
      </p:sp>
      <p:sp>
        <p:nvSpPr>
          <p:cNvPr id="10" name="PlaceHolder 9"/>
          <p:cNvSpPr>
            <a:spLocks noGrp="1"/>
          </p:cNvSpPr>
          <p:nvPr>
            <p:ph type="sldNum" idx="3"/>
          </p:nvPr>
        </p:nvSpPr>
        <p:spPr/>
        <p:txBody>
          <a:bodyPr/>
          <a:lstStyle/>
          <a:p>
            <a:fld id="{2B5C9E09-1889-435F-8017-96D904FF3F8D}" type="slidenum">
              <a:t>‹Nº›</a:t>
            </a:fld>
            <a:endParaRPr/>
          </a:p>
        </p:txBody>
      </p:sp>
      <p:sp>
        <p:nvSpPr>
          <p:cNvPr id="11" name="PlaceHolder 10"/>
          <p:cNvSpPr>
            <a:spLocks noGrp="1"/>
          </p:cNvSpPr>
          <p:nvPr>
            <p:ph type="dt" idx="1"/>
          </p:nvPr>
        </p:nvSpPr>
        <p:spPr/>
        <p:txBody>
          <a:body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lstStyle/>
          <a:p>
            <a:r>
              <a:t>Footer</a:t>
            </a:r>
          </a:p>
        </p:txBody>
      </p:sp>
      <p:sp>
        <p:nvSpPr>
          <p:cNvPr id="3" name="PlaceHolder 2"/>
          <p:cNvSpPr>
            <a:spLocks noGrp="1"/>
          </p:cNvSpPr>
          <p:nvPr>
            <p:ph type="sldNum" idx="6"/>
          </p:nvPr>
        </p:nvSpPr>
        <p:spPr/>
        <p:txBody>
          <a:bodyPr/>
          <a:lstStyle/>
          <a:p>
            <a:fld id="{93523F7E-DEA2-44EA-BBD9-6D05F5CC853D}" type="slidenum">
              <a:t>‹Nº›</a:t>
            </a:fld>
            <a:endParaRPr/>
          </a:p>
        </p:txBody>
      </p:sp>
      <p:sp>
        <p:nvSpPr>
          <p:cNvPr id="4" name="PlaceHolder 3"/>
          <p:cNvSpPr>
            <a:spLocks noGrp="1"/>
          </p:cNvSpPr>
          <p:nvPr>
            <p:ph type="dt" idx="4"/>
          </p:nvPr>
        </p:nvSpPr>
        <p:spPr/>
        <p:txBody>
          <a:body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6"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s-CO" sz="1800" b="0" strike="noStrike" spc="-1">
              <a:solidFill>
                <a:schemeClr val="dk1"/>
              </a:solidFill>
              <a:latin typeface="Calibri"/>
            </a:endParaRPr>
          </a:p>
        </p:txBody>
      </p:sp>
      <p:sp>
        <p:nvSpPr>
          <p:cNvPr id="47" name="PlaceHolder 2"/>
          <p:cNvSpPr>
            <a:spLocks noGrp="1"/>
          </p:cNvSpPr>
          <p:nvPr>
            <p:ph type="subTitle"/>
          </p:nvPr>
        </p:nvSpPr>
        <p:spPr>
          <a:xfrm>
            <a:off x="838080" y="1825560"/>
            <a:ext cx="10515240" cy="4350960"/>
          </a:xfrm>
          <a:prstGeom prst="rect">
            <a:avLst/>
          </a:prstGeom>
          <a:noFill/>
          <a:ln w="0">
            <a:noFill/>
          </a:ln>
        </p:spPr>
        <p:txBody>
          <a:bodyPr lIns="0" tIns="0" rIns="0" bIns="0" anchor="ctr">
            <a:noAutofit/>
          </a:bodyPr>
          <a:lstStyle/>
          <a:p>
            <a:pPr indent="0" algn="ctr">
              <a:buNone/>
            </a:pPr>
            <a:endParaRPr lang="es-CO" sz="3200" b="0" strike="noStrike" spc="-1">
              <a:solidFill>
                <a:srgbClr val="000000"/>
              </a:solidFill>
              <a:latin typeface="Arial"/>
            </a:endParaRPr>
          </a:p>
        </p:txBody>
      </p:sp>
      <p:sp>
        <p:nvSpPr>
          <p:cNvPr id="4" name="PlaceHolder 3"/>
          <p:cNvSpPr>
            <a:spLocks noGrp="1"/>
          </p:cNvSpPr>
          <p:nvPr>
            <p:ph type="ftr" idx="5"/>
          </p:nvPr>
        </p:nvSpPr>
        <p:spPr/>
        <p:txBody>
          <a:bodyPr/>
          <a:lstStyle/>
          <a:p>
            <a:r>
              <a:t>Footer</a:t>
            </a:r>
          </a:p>
        </p:txBody>
      </p:sp>
      <p:sp>
        <p:nvSpPr>
          <p:cNvPr id="5" name="PlaceHolder 4"/>
          <p:cNvSpPr>
            <a:spLocks noGrp="1"/>
          </p:cNvSpPr>
          <p:nvPr>
            <p:ph type="sldNum" idx="6"/>
          </p:nvPr>
        </p:nvSpPr>
        <p:spPr/>
        <p:txBody>
          <a:bodyPr/>
          <a:lstStyle/>
          <a:p>
            <a:fld id="{3A55B2FB-63CD-4839-BA4A-A7C3C3DFED71}" type="slidenum">
              <a:t>‹Nº›</a:t>
            </a:fld>
            <a:endParaRPr/>
          </a:p>
        </p:txBody>
      </p:sp>
      <p:sp>
        <p:nvSpPr>
          <p:cNvPr id="6" name="PlaceHolder 5"/>
          <p:cNvSpPr>
            <a:spLocks noGrp="1"/>
          </p:cNvSpPr>
          <p:nvPr>
            <p:ph type="dt" idx="4"/>
          </p:nvPr>
        </p:nvSpPr>
        <p:spPr/>
        <p:txBody>
          <a:body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s-CO" sz="1800" b="0" strike="noStrike" spc="-1">
              <a:solidFill>
                <a:schemeClr val="dk1"/>
              </a:solidFill>
              <a:latin typeface="Calibri"/>
            </a:endParaRPr>
          </a:p>
        </p:txBody>
      </p:sp>
      <p:sp>
        <p:nvSpPr>
          <p:cNvPr id="49" name="PlaceHolder 2"/>
          <p:cNvSpPr>
            <a:spLocks noGrp="1"/>
          </p:cNvSpPr>
          <p:nvPr>
            <p:ph/>
          </p:nvPr>
        </p:nvSpPr>
        <p:spPr>
          <a:xfrm>
            <a:off x="838080" y="1825560"/>
            <a:ext cx="10515240" cy="4350960"/>
          </a:xfrm>
          <a:prstGeom prst="rect">
            <a:avLst/>
          </a:prstGeom>
          <a:noFill/>
          <a:ln w="0">
            <a:noFill/>
          </a:ln>
        </p:spPr>
        <p:txBody>
          <a:bodyPr lIns="0" tIns="0" rIns="0" bIns="0" anchor="t">
            <a:normAutofit/>
          </a:bodyPr>
          <a:lstStyle/>
          <a:p>
            <a:pPr indent="0">
              <a:lnSpc>
                <a:spcPct val="90000"/>
              </a:lnSpc>
              <a:spcBef>
                <a:spcPts val="1417"/>
              </a:spcBef>
              <a:buNone/>
            </a:pPr>
            <a:endParaRPr lang="es-CO" sz="2800" b="0" strike="noStrike" spc="-1">
              <a:solidFill>
                <a:schemeClr val="dk1"/>
              </a:solidFill>
              <a:latin typeface="Calibri"/>
            </a:endParaRPr>
          </a:p>
        </p:txBody>
      </p:sp>
      <p:sp>
        <p:nvSpPr>
          <p:cNvPr id="4" name="PlaceHolder 3"/>
          <p:cNvSpPr>
            <a:spLocks noGrp="1"/>
          </p:cNvSpPr>
          <p:nvPr>
            <p:ph type="ftr" idx="5"/>
          </p:nvPr>
        </p:nvSpPr>
        <p:spPr/>
        <p:txBody>
          <a:bodyPr/>
          <a:lstStyle/>
          <a:p>
            <a:r>
              <a:t>Footer</a:t>
            </a:r>
          </a:p>
        </p:txBody>
      </p:sp>
      <p:sp>
        <p:nvSpPr>
          <p:cNvPr id="5" name="PlaceHolder 4"/>
          <p:cNvSpPr>
            <a:spLocks noGrp="1"/>
          </p:cNvSpPr>
          <p:nvPr>
            <p:ph type="sldNum" idx="6"/>
          </p:nvPr>
        </p:nvSpPr>
        <p:spPr/>
        <p:txBody>
          <a:bodyPr/>
          <a:lstStyle/>
          <a:p>
            <a:fld id="{AC230F2A-920F-453C-9C83-BF8E898F0D1A}" type="slidenum">
              <a:t>‹Nº›</a:t>
            </a:fld>
            <a:endParaRPr/>
          </a:p>
        </p:txBody>
      </p:sp>
      <p:sp>
        <p:nvSpPr>
          <p:cNvPr id="6" name="PlaceHolder 5"/>
          <p:cNvSpPr>
            <a:spLocks noGrp="1"/>
          </p:cNvSpPr>
          <p:nvPr>
            <p:ph type="dt" idx="4"/>
          </p:nvPr>
        </p:nvSpPr>
        <p:spPr/>
        <p:txBody>
          <a:body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s-CO" sz="1800" b="0" strike="noStrike" spc="-1">
              <a:solidFill>
                <a:schemeClr val="dk1"/>
              </a:solidFill>
              <a:latin typeface="Calibri"/>
            </a:endParaRPr>
          </a:p>
        </p:txBody>
      </p:sp>
      <p:sp>
        <p:nvSpPr>
          <p:cNvPr id="51" name="PlaceHolder 2"/>
          <p:cNvSpPr>
            <a:spLocks noGrp="1"/>
          </p:cNvSpPr>
          <p:nvPr>
            <p:ph/>
          </p:nvPr>
        </p:nvSpPr>
        <p:spPr>
          <a:xfrm>
            <a:off x="838080" y="1825560"/>
            <a:ext cx="5131080" cy="4350960"/>
          </a:xfrm>
          <a:prstGeom prst="rect">
            <a:avLst/>
          </a:prstGeom>
          <a:noFill/>
          <a:ln w="0">
            <a:noFill/>
          </a:ln>
        </p:spPr>
        <p:txBody>
          <a:bodyPr lIns="0" tIns="0" rIns="0" bIns="0" anchor="t">
            <a:normAutofit/>
          </a:bodyPr>
          <a:lstStyle/>
          <a:p>
            <a:pPr indent="0">
              <a:lnSpc>
                <a:spcPct val="90000"/>
              </a:lnSpc>
              <a:spcBef>
                <a:spcPts val="1417"/>
              </a:spcBef>
              <a:buNone/>
            </a:pPr>
            <a:endParaRPr lang="es-CO" sz="2800" b="0" strike="noStrike" spc="-1">
              <a:solidFill>
                <a:schemeClr val="dk1"/>
              </a:solidFill>
              <a:latin typeface="Calibri"/>
            </a:endParaRPr>
          </a:p>
        </p:txBody>
      </p:sp>
      <p:sp>
        <p:nvSpPr>
          <p:cNvPr id="52" name="PlaceHolder 3"/>
          <p:cNvSpPr>
            <a:spLocks noGrp="1"/>
          </p:cNvSpPr>
          <p:nvPr>
            <p:ph/>
          </p:nvPr>
        </p:nvSpPr>
        <p:spPr>
          <a:xfrm>
            <a:off x="6226200" y="1825560"/>
            <a:ext cx="5131080" cy="4350960"/>
          </a:xfrm>
          <a:prstGeom prst="rect">
            <a:avLst/>
          </a:prstGeom>
          <a:noFill/>
          <a:ln w="0">
            <a:noFill/>
          </a:ln>
        </p:spPr>
        <p:txBody>
          <a:bodyPr lIns="0" tIns="0" rIns="0" bIns="0" anchor="t">
            <a:normAutofit/>
          </a:bodyPr>
          <a:lstStyle/>
          <a:p>
            <a:pPr indent="0">
              <a:lnSpc>
                <a:spcPct val="90000"/>
              </a:lnSpc>
              <a:spcBef>
                <a:spcPts val="1417"/>
              </a:spcBef>
              <a:buNone/>
            </a:pPr>
            <a:endParaRPr lang="es-CO" sz="2800" b="0" strike="noStrike" spc="-1">
              <a:solidFill>
                <a:schemeClr val="dk1"/>
              </a:solidFill>
              <a:latin typeface="Calibri"/>
            </a:endParaRPr>
          </a:p>
        </p:txBody>
      </p:sp>
      <p:sp>
        <p:nvSpPr>
          <p:cNvPr id="5" name="PlaceHolder 4"/>
          <p:cNvSpPr>
            <a:spLocks noGrp="1"/>
          </p:cNvSpPr>
          <p:nvPr>
            <p:ph type="ftr" idx="5"/>
          </p:nvPr>
        </p:nvSpPr>
        <p:spPr/>
        <p:txBody>
          <a:bodyPr/>
          <a:lstStyle/>
          <a:p>
            <a:r>
              <a:t>Footer</a:t>
            </a:r>
          </a:p>
        </p:txBody>
      </p:sp>
      <p:sp>
        <p:nvSpPr>
          <p:cNvPr id="6" name="PlaceHolder 5"/>
          <p:cNvSpPr>
            <a:spLocks noGrp="1"/>
          </p:cNvSpPr>
          <p:nvPr>
            <p:ph type="sldNum" idx="6"/>
          </p:nvPr>
        </p:nvSpPr>
        <p:spPr/>
        <p:txBody>
          <a:bodyPr/>
          <a:lstStyle/>
          <a:p>
            <a:fld id="{69B37E8D-CFC3-4B0E-B85A-4DAFB6F49609}" type="slidenum">
              <a:t>‹Nº›</a:t>
            </a:fld>
            <a:endParaRPr/>
          </a:p>
        </p:txBody>
      </p:sp>
      <p:sp>
        <p:nvSpPr>
          <p:cNvPr id="7" name="PlaceHolder 6"/>
          <p:cNvSpPr>
            <a:spLocks noGrp="1"/>
          </p:cNvSpPr>
          <p:nvPr>
            <p:ph type="dt" idx="4"/>
          </p:nvPr>
        </p:nvSpPr>
        <p:spPr/>
        <p:txBody>
          <a:body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3"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s-CO" sz="1800" b="0" strike="noStrike" spc="-1">
              <a:solidFill>
                <a:schemeClr val="dk1"/>
              </a:solidFill>
              <a:latin typeface="Calibri"/>
            </a:endParaRPr>
          </a:p>
        </p:txBody>
      </p:sp>
      <p:sp>
        <p:nvSpPr>
          <p:cNvPr id="3" name="PlaceHolder 2"/>
          <p:cNvSpPr>
            <a:spLocks noGrp="1"/>
          </p:cNvSpPr>
          <p:nvPr>
            <p:ph type="ftr" idx="5"/>
          </p:nvPr>
        </p:nvSpPr>
        <p:spPr/>
        <p:txBody>
          <a:bodyPr/>
          <a:lstStyle/>
          <a:p>
            <a:r>
              <a:t>Footer</a:t>
            </a:r>
          </a:p>
        </p:txBody>
      </p:sp>
      <p:sp>
        <p:nvSpPr>
          <p:cNvPr id="4" name="PlaceHolder 3"/>
          <p:cNvSpPr>
            <a:spLocks noGrp="1"/>
          </p:cNvSpPr>
          <p:nvPr>
            <p:ph type="sldNum" idx="6"/>
          </p:nvPr>
        </p:nvSpPr>
        <p:spPr/>
        <p:txBody>
          <a:bodyPr/>
          <a:lstStyle/>
          <a:p>
            <a:fld id="{69862EFE-8AE6-4E05-A6FB-692D24FA9648}" type="slidenum">
              <a:t>‹Nº›</a:t>
            </a:fld>
            <a:endParaRPr/>
          </a:p>
        </p:txBody>
      </p:sp>
      <p:sp>
        <p:nvSpPr>
          <p:cNvPr id="5" name="PlaceHolder 4"/>
          <p:cNvSpPr>
            <a:spLocks noGrp="1"/>
          </p:cNvSpPr>
          <p:nvPr>
            <p:ph type="dt" idx="4"/>
          </p:nvPr>
        </p:nvSpPr>
        <p:spPr/>
        <p:txBody>
          <a:body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4" name="PlaceHolder 1"/>
          <p:cNvSpPr>
            <a:spLocks noGrp="1"/>
          </p:cNvSpPr>
          <p:nvPr>
            <p:ph type="subTitle"/>
          </p:nvPr>
        </p:nvSpPr>
        <p:spPr>
          <a:xfrm>
            <a:off x="838080" y="365040"/>
            <a:ext cx="10515240" cy="6144120"/>
          </a:xfrm>
          <a:prstGeom prst="rect">
            <a:avLst/>
          </a:prstGeom>
          <a:noFill/>
          <a:ln w="0">
            <a:noFill/>
          </a:ln>
        </p:spPr>
        <p:txBody>
          <a:bodyPr lIns="0" tIns="0" rIns="0" bIns="0" anchor="ctr">
            <a:noAutofit/>
          </a:bodyPr>
          <a:lstStyle/>
          <a:p>
            <a:pPr algn="ctr"/>
            <a:endParaRPr lang="es-CO" sz="3200" b="0" strike="noStrike" spc="-1">
              <a:solidFill>
                <a:srgbClr val="000000"/>
              </a:solidFill>
              <a:latin typeface="Arial"/>
            </a:endParaRPr>
          </a:p>
        </p:txBody>
      </p:sp>
      <p:sp>
        <p:nvSpPr>
          <p:cNvPr id="3" name="PlaceHolder 2"/>
          <p:cNvSpPr>
            <a:spLocks noGrp="1"/>
          </p:cNvSpPr>
          <p:nvPr>
            <p:ph type="ftr" idx="5"/>
          </p:nvPr>
        </p:nvSpPr>
        <p:spPr/>
        <p:txBody>
          <a:bodyPr/>
          <a:lstStyle/>
          <a:p>
            <a:r>
              <a:t>Footer</a:t>
            </a:r>
          </a:p>
        </p:txBody>
      </p:sp>
      <p:sp>
        <p:nvSpPr>
          <p:cNvPr id="4" name="PlaceHolder 3"/>
          <p:cNvSpPr>
            <a:spLocks noGrp="1"/>
          </p:cNvSpPr>
          <p:nvPr>
            <p:ph type="sldNum" idx="6"/>
          </p:nvPr>
        </p:nvSpPr>
        <p:spPr/>
        <p:txBody>
          <a:bodyPr/>
          <a:lstStyle/>
          <a:p>
            <a:fld id="{5ED7868C-657A-464E-81AA-8203095587BA}" type="slidenum">
              <a:t>‹Nº›</a:t>
            </a:fld>
            <a:endParaRPr/>
          </a:p>
        </p:txBody>
      </p:sp>
      <p:sp>
        <p:nvSpPr>
          <p:cNvPr id="5" name="PlaceHolder 4"/>
          <p:cNvSpPr>
            <a:spLocks noGrp="1"/>
          </p:cNvSpPr>
          <p:nvPr>
            <p:ph type="dt" idx="4"/>
          </p:nvPr>
        </p:nvSpPr>
        <p:spPr/>
        <p:txBody>
          <a:body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s-CO" sz="1800" b="0" strike="noStrike" spc="-1">
              <a:solidFill>
                <a:schemeClr val="dk1"/>
              </a:solidFill>
              <a:latin typeface="Calibri"/>
            </a:endParaRPr>
          </a:p>
        </p:txBody>
      </p:sp>
      <p:sp>
        <p:nvSpPr>
          <p:cNvPr id="56" name="PlaceHolder 2"/>
          <p:cNvSpPr>
            <a:spLocks noGrp="1"/>
          </p:cNvSpPr>
          <p:nvPr>
            <p:ph/>
          </p:nvPr>
        </p:nvSpPr>
        <p:spPr>
          <a:xfrm>
            <a:off x="838080" y="1825560"/>
            <a:ext cx="5131080" cy="2075040"/>
          </a:xfrm>
          <a:prstGeom prst="rect">
            <a:avLst/>
          </a:prstGeom>
          <a:noFill/>
          <a:ln w="0">
            <a:noFill/>
          </a:ln>
        </p:spPr>
        <p:txBody>
          <a:bodyPr lIns="0" tIns="0" rIns="0" bIns="0" anchor="t">
            <a:normAutofit/>
          </a:bodyPr>
          <a:lstStyle/>
          <a:p>
            <a:pPr indent="0">
              <a:lnSpc>
                <a:spcPct val="90000"/>
              </a:lnSpc>
              <a:spcBef>
                <a:spcPts val="1417"/>
              </a:spcBef>
              <a:buNone/>
            </a:pPr>
            <a:endParaRPr lang="es-CO" sz="2800" b="0" strike="noStrike" spc="-1">
              <a:solidFill>
                <a:schemeClr val="dk1"/>
              </a:solidFill>
              <a:latin typeface="Calibri"/>
            </a:endParaRPr>
          </a:p>
        </p:txBody>
      </p:sp>
      <p:sp>
        <p:nvSpPr>
          <p:cNvPr id="57" name="PlaceHolder 3"/>
          <p:cNvSpPr>
            <a:spLocks noGrp="1"/>
          </p:cNvSpPr>
          <p:nvPr>
            <p:ph/>
          </p:nvPr>
        </p:nvSpPr>
        <p:spPr>
          <a:xfrm>
            <a:off x="6226200" y="1825560"/>
            <a:ext cx="5131080" cy="4350960"/>
          </a:xfrm>
          <a:prstGeom prst="rect">
            <a:avLst/>
          </a:prstGeom>
          <a:noFill/>
          <a:ln w="0">
            <a:noFill/>
          </a:ln>
        </p:spPr>
        <p:txBody>
          <a:bodyPr lIns="0" tIns="0" rIns="0" bIns="0" anchor="t">
            <a:normAutofit/>
          </a:bodyPr>
          <a:lstStyle/>
          <a:p>
            <a:pPr indent="0">
              <a:lnSpc>
                <a:spcPct val="90000"/>
              </a:lnSpc>
              <a:spcBef>
                <a:spcPts val="1417"/>
              </a:spcBef>
              <a:buNone/>
            </a:pPr>
            <a:endParaRPr lang="es-CO" sz="2800" b="0" strike="noStrike" spc="-1">
              <a:solidFill>
                <a:schemeClr val="dk1"/>
              </a:solidFill>
              <a:latin typeface="Calibri"/>
            </a:endParaRPr>
          </a:p>
        </p:txBody>
      </p:sp>
      <p:sp>
        <p:nvSpPr>
          <p:cNvPr id="58" name="PlaceHolder 4"/>
          <p:cNvSpPr>
            <a:spLocks noGrp="1"/>
          </p:cNvSpPr>
          <p:nvPr>
            <p:ph/>
          </p:nvPr>
        </p:nvSpPr>
        <p:spPr>
          <a:xfrm>
            <a:off x="838080" y="4098240"/>
            <a:ext cx="5131080" cy="2075040"/>
          </a:xfrm>
          <a:prstGeom prst="rect">
            <a:avLst/>
          </a:prstGeom>
          <a:noFill/>
          <a:ln w="0">
            <a:noFill/>
          </a:ln>
        </p:spPr>
        <p:txBody>
          <a:bodyPr lIns="0" tIns="0" rIns="0" bIns="0" anchor="t">
            <a:normAutofit/>
          </a:bodyPr>
          <a:lstStyle/>
          <a:p>
            <a:pPr indent="0">
              <a:lnSpc>
                <a:spcPct val="90000"/>
              </a:lnSpc>
              <a:spcBef>
                <a:spcPts val="1417"/>
              </a:spcBef>
              <a:buNone/>
            </a:pPr>
            <a:endParaRPr lang="es-CO" sz="2800" b="0" strike="noStrike" spc="-1">
              <a:solidFill>
                <a:schemeClr val="dk1"/>
              </a:solidFill>
              <a:latin typeface="Calibri"/>
            </a:endParaRPr>
          </a:p>
        </p:txBody>
      </p:sp>
      <p:sp>
        <p:nvSpPr>
          <p:cNvPr id="6" name="PlaceHolder 5"/>
          <p:cNvSpPr>
            <a:spLocks noGrp="1"/>
          </p:cNvSpPr>
          <p:nvPr>
            <p:ph type="ftr" idx="5"/>
          </p:nvPr>
        </p:nvSpPr>
        <p:spPr/>
        <p:txBody>
          <a:bodyPr/>
          <a:lstStyle/>
          <a:p>
            <a:r>
              <a:t>Footer</a:t>
            </a:r>
          </a:p>
        </p:txBody>
      </p:sp>
      <p:sp>
        <p:nvSpPr>
          <p:cNvPr id="7" name="PlaceHolder 6"/>
          <p:cNvSpPr>
            <a:spLocks noGrp="1"/>
          </p:cNvSpPr>
          <p:nvPr>
            <p:ph type="sldNum" idx="6"/>
          </p:nvPr>
        </p:nvSpPr>
        <p:spPr/>
        <p:txBody>
          <a:bodyPr/>
          <a:lstStyle/>
          <a:p>
            <a:fld id="{C126C9F2-25F0-4085-AEE0-FB6462F25377}" type="slidenum">
              <a:t>‹Nº›</a:t>
            </a:fld>
            <a:endParaRPr/>
          </a:p>
        </p:txBody>
      </p:sp>
      <p:sp>
        <p:nvSpPr>
          <p:cNvPr id="8" name="PlaceHolder 7"/>
          <p:cNvSpPr>
            <a:spLocks noGrp="1"/>
          </p:cNvSpPr>
          <p:nvPr>
            <p:ph type="dt" idx="4"/>
          </p:nvPr>
        </p:nvSpPr>
        <p:spPr/>
        <p:txBody>
          <a:body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s-CO" sz="1800" b="0" strike="noStrike" spc="-1">
              <a:solidFill>
                <a:schemeClr val="dk1"/>
              </a:solidFill>
              <a:latin typeface="Calibri"/>
            </a:endParaRPr>
          </a:p>
        </p:txBody>
      </p:sp>
      <p:sp>
        <p:nvSpPr>
          <p:cNvPr id="60" name="PlaceHolder 2"/>
          <p:cNvSpPr>
            <a:spLocks noGrp="1"/>
          </p:cNvSpPr>
          <p:nvPr>
            <p:ph/>
          </p:nvPr>
        </p:nvSpPr>
        <p:spPr>
          <a:xfrm>
            <a:off x="838080" y="1825560"/>
            <a:ext cx="5131080" cy="4350960"/>
          </a:xfrm>
          <a:prstGeom prst="rect">
            <a:avLst/>
          </a:prstGeom>
          <a:noFill/>
          <a:ln w="0">
            <a:noFill/>
          </a:ln>
        </p:spPr>
        <p:txBody>
          <a:bodyPr lIns="0" tIns="0" rIns="0" bIns="0" anchor="t">
            <a:normAutofit/>
          </a:bodyPr>
          <a:lstStyle/>
          <a:p>
            <a:pPr indent="0">
              <a:lnSpc>
                <a:spcPct val="90000"/>
              </a:lnSpc>
              <a:spcBef>
                <a:spcPts val="1417"/>
              </a:spcBef>
              <a:buNone/>
            </a:pPr>
            <a:endParaRPr lang="es-CO" sz="2800" b="0" strike="noStrike" spc="-1">
              <a:solidFill>
                <a:schemeClr val="dk1"/>
              </a:solidFill>
              <a:latin typeface="Calibri"/>
            </a:endParaRPr>
          </a:p>
        </p:txBody>
      </p:sp>
      <p:sp>
        <p:nvSpPr>
          <p:cNvPr id="61" name="PlaceHolder 3"/>
          <p:cNvSpPr>
            <a:spLocks noGrp="1"/>
          </p:cNvSpPr>
          <p:nvPr>
            <p:ph/>
          </p:nvPr>
        </p:nvSpPr>
        <p:spPr>
          <a:xfrm>
            <a:off x="6226200" y="1825560"/>
            <a:ext cx="5131080" cy="2075040"/>
          </a:xfrm>
          <a:prstGeom prst="rect">
            <a:avLst/>
          </a:prstGeom>
          <a:noFill/>
          <a:ln w="0">
            <a:noFill/>
          </a:ln>
        </p:spPr>
        <p:txBody>
          <a:bodyPr lIns="0" tIns="0" rIns="0" bIns="0" anchor="t">
            <a:normAutofit/>
          </a:bodyPr>
          <a:lstStyle/>
          <a:p>
            <a:pPr indent="0">
              <a:lnSpc>
                <a:spcPct val="90000"/>
              </a:lnSpc>
              <a:spcBef>
                <a:spcPts val="1417"/>
              </a:spcBef>
              <a:buNone/>
            </a:pPr>
            <a:endParaRPr lang="es-CO" sz="2800" b="0" strike="noStrike" spc="-1">
              <a:solidFill>
                <a:schemeClr val="dk1"/>
              </a:solidFill>
              <a:latin typeface="Calibri"/>
            </a:endParaRPr>
          </a:p>
        </p:txBody>
      </p:sp>
      <p:sp>
        <p:nvSpPr>
          <p:cNvPr id="62" name="PlaceHolder 4"/>
          <p:cNvSpPr>
            <a:spLocks noGrp="1"/>
          </p:cNvSpPr>
          <p:nvPr>
            <p:ph/>
          </p:nvPr>
        </p:nvSpPr>
        <p:spPr>
          <a:xfrm>
            <a:off x="6226200" y="4098240"/>
            <a:ext cx="5131080" cy="2075040"/>
          </a:xfrm>
          <a:prstGeom prst="rect">
            <a:avLst/>
          </a:prstGeom>
          <a:noFill/>
          <a:ln w="0">
            <a:noFill/>
          </a:ln>
        </p:spPr>
        <p:txBody>
          <a:bodyPr lIns="0" tIns="0" rIns="0" bIns="0" anchor="t">
            <a:normAutofit/>
          </a:bodyPr>
          <a:lstStyle/>
          <a:p>
            <a:pPr indent="0">
              <a:lnSpc>
                <a:spcPct val="90000"/>
              </a:lnSpc>
              <a:spcBef>
                <a:spcPts val="1417"/>
              </a:spcBef>
              <a:buNone/>
            </a:pPr>
            <a:endParaRPr lang="es-CO" sz="2800" b="0" strike="noStrike" spc="-1">
              <a:solidFill>
                <a:schemeClr val="dk1"/>
              </a:solidFill>
              <a:latin typeface="Calibri"/>
            </a:endParaRPr>
          </a:p>
        </p:txBody>
      </p:sp>
      <p:sp>
        <p:nvSpPr>
          <p:cNvPr id="6" name="PlaceHolder 5"/>
          <p:cNvSpPr>
            <a:spLocks noGrp="1"/>
          </p:cNvSpPr>
          <p:nvPr>
            <p:ph type="ftr" idx="5"/>
          </p:nvPr>
        </p:nvSpPr>
        <p:spPr/>
        <p:txBody>
          <a:bodyPr/>
          <a:lstStyle/>
          <a:p>
            <a:r>
              <a:t>Footer</a:t>
            </a:r>
          </a:p>
        </p:txBody>
      </p:sp>
      <p:sp>
        <p:nvSpPr>
          <p:cNvPr id="7" name="PlaceHolder 6"/>
          <p:cNvSpPr>
            <a:spLocks noGrp="1"/>
          </p:cNvSpPr>
          <p:nvPr>
            <p:ph type="sldNum" idx="6"/>
          </p:nvPr>
        </p:nvSpPr>
        <p:spPr/>
        <p:txBody>
          <a:bodyPr/>
          <a:lstStyle/>
          <a:p>
            <a:fld id="{2D58D905-815C-4039-BCCE-00E77F97191E}" type="slidenum">
              <a:t>‹Nº›</a:t>
            </a:fld>
            <a:endParaRPr/>
          </a:p>
        </p:txBody>
      </p:sp>
      <p:sp>
        <p:nvSpPr>
          <p:cNvPr id="8" name="PlaceHolder 7"/>
          <p:cNvSpPr>
            <a:spLocks noGrp="1"/>
          </p:cNvSpPr>
          <p:nvPr>
            <p:ph type="dt" idx="4"/>
          </p:nvPr>
        </p:nvSpPr>
        <p:spPr/>
        <p:txBody>
          <a:body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s-CO" sz="1800" b="0" strike="noStrike" spc="-1">
              <a:solidFill>
                <a:schemeClr val="dk1"/>
              </a:solidFill>
              <a:latin typeface="Calibri"/>
            </a:endParaRPr>
          </a:p>
        </p:txBody>
      </p:sp>
      <p:sp>
        <p:nvSpPr>
          <p:cNvPr id="64" name="PlaceHolder 2"/>
          <p:cNvSpPr>
            <a:spLocks noGrp="1"/>
          </p:cNvSpPr>
          <p:nvPr>
            <p:ph/>
          </p:nvPr>
        </p:nvSpPr>
        <p:spPr>
          <a:xfrm>
            <a:off x="838080" y="1825560"/>
            <a:ext cx="5131080" cy="2075040"/>
          </a:xfrm>
          <a:prstGeom prst="rect">
            <a:avLst/>
          </a:prstGeom>
          <a:noFill/>
          <a:ln w="0">
            <a:noFill/>
          </a:ln>
        </p:spPr>
        <p:txBody>
          <a:bodyPr lIns="0" tIns="0" rIns="0" bIns="0" anchor="t">
            <a:normAutofit/>
          </a:bodyPr>
          <a:lstStyle/>
          <a:p>
            <a:pPr indent="0">
              <a:lnSpc>
                <a:spcPct val="90000"/>
              </a:lnSpc>
              <a:spcBef>
                <a:spcPts val="1417"/>
              </a:spcBef>
              <a:buNone/>
            </a:pPr>
            <a:endParaRPr lang="es-CO" sz="2800" b="0" strike="noStrike" spc="-1">
              <a:solidFill>
                <a:schemeClr val="dk1"/>
              </a:solidFill>
              <a:latin typeface="Calibri"/>
            </a:endParaRPr>
          </a:p>
        </p:txBody>
      </p:sp>
      <p:sp>
        <p:nvSpPr>
          <p:cNvPr id="65" name="PlaceHolder 3"/>
          <p:cNvSpPr>
            <a:spLocks noGrp="1"/>
          </p:cNvSpPr>
          <p:nvPr>
            <p:ph/>
          </p:nvPr>
        </p:nvSpPr>
        <p:spPr>
          <a:xfrm>
            <a:off x="6226200" y="1825560"/>
            <a:ext cx="5131080" cy="2075040"/>
          </a:xfrm>
          <a:prstGeom prst="rect">
            <a:avLst/>
          </a:prstGeom>
          <a:noFill/>
          <a:ln w="0">
            <a:noFill/>
          </a:ln>
        </p:spPr>
        <p:txBody>
          <a:bodyPr lIns="0" tIns="0" rIns="0" bIns="0" anchor="t">
            <a:normAutofit/>
          </a:bodyPr>
          <a:lstStyle/>
          <a:p>
            <a:pPr indent="0">
              <a:lnSpc>
                <a:spcPct val="90000"/>
              </a:lnSpc>
              <a:spcBef>
                <a:spcPts val="1417"/>
              </a:spcBef>
              <a:buNone/>
            </a:pPr>
            <a:endParaRPr lang="es-CO" sz="2800" b="0" strike="noStrike" spc="-1">
              <a:solidFill>
                <a:schemeClr val="dk1"/>
              </a:solidFill>
              <a:latin typeface="Calibri"/>
            </a:endParaRPr>
          </a:p>
        </p:txBody>
      </p:sp>
      <p:sp>
        <p:nvSpPr>
          <p:cNvPr id="66" name="PlaceHolder 4"/>
          <p:cNvSpPr>
            <a:spLocks noGrp="1"/>
          </p:cNvSpPr>
          <p:nvPr>
            <p:ph/>
          </p:nvPr>
        </p:nvSpPr>
        <p:spPr>
          <a:xfrm>
            <a:off x="838080" y="4098240"/>
            <a:ext cx="10515240" cy="2075040"/>
          </a:xfrm>
          <a:prstGeom prst="rect">
            <a:avLst/>
          </a:prstGeom>
          <a:noFill/>
          <a:ln w="0">
            <a:noFill/>
          </a:ln>
        </p:spPr>
        <p:txBody>
          <a:bodyPr lIns="0" tIns="0" rIns="0" bIns="0" anchor="t">
            <a:normAutofit/>
          </a:bodyPr>
          <a:lstStyle/>
          <a:p>
            <a:pPr indent="0">
              <a:lnSpc>
                <a:spcPct val="90000"/>
              </a:lnSpc>
              <a:spcBef>
                <a:spcPts val="1417"/>
              </a:spcBef>
              <a:buNone/>
            </a:pPr>
            <a:endParaRPr lang="es-CO" sz="2800" b="0" strike="noStrike" spc="-1">
              <a:solidFill>
                <a:schemeClr val="dk1"/>
              </a:solidFill>
              <a:latin typeface="Calibri"/>
            </a:endParaRPr>
          </a:p>
        </p:txBody>
      </p:sp>
      <p:sp>
        <p:nvSpPr>
          <p:cNvPr id="6" name="PlaceHolder 5"/>
          <p:cNvSpPr>
            <a:spLocks noGrp="1"/>
          </p:cNvSpPr>
          <p:nvPr>
            <p:ph type="ftr" idx="5"/>
          </p:nvPr>
        </p:nvSpPr>
        <p:spPr/>
        <p:txBody>
          <a:bodyPr/>
          <a:lstStyle/>
          <a:p>
            <a:r>
              <a:t>Footer</a:t>
            </a:r>
          </a:p>
        </p:txBody>
      </p:sp>
      <p:sp>
        <p:nvSpPr>
          <p:cNvPr id="7" name="PlaceHolder 6"/>
          <p:cNvSpPr>
            <a:spLocks noGrp="1"/>
          </p:cNvSpPr>
          <p:nvPr>
            <p:ph type="sldNum" idx="6"/>
          </p:nvPr>
        </p:nvSpPr>
        <p:spPr/>
        <p:txBody>
          <a:bodyPr/>
          <a:lstStyle/>
          <a:p>
            <a:fld id="{A046F323-D9D8-4F36-8454-5296302C0891}" type="slidenum">
              <a:t>‹Nº›</a:t>
            </a:fld>
            <a:endParaRPr/>
          </a:p>
        </p:txBody>
      </p:sp>
      <p:sp>
        <p:nvSpPr>
          <p:cNvPr id="8" name="PlaceHolder 7"/>
          <p:cNvSpPr>
            <a:spLocks noGrp="1"/>
          </p:cNvSpPr>
          <p:nvPr>
            <p:ph type="dt" idx="4"/>
          </p:nvPr>
        </p:nvSpPr>
        <p:spPr/>
        <p:txBody>
          <a:body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s-CO" sz="1800" b="0" strike="noStrike" spc="-1">
              <a:solidFill>
                <a:schemeClr val="dk1"/>
              </a:solidFill>
              <a:latin typeface="Calibri"/>
            </a:endParaRPr>
          </a:p>
        </p:txBody>
      </p:sp>
      <p:sp>
        <p:nvSpPr>
          <p:cNvPr id="68" name="PlaceHolder 2"/>
          <p:cNvSpPr>
            <a:spLocks noGrp="1"/>
          </p:cNvSpPr>
          <p:nvPr>
            <p:ph/>
          </p:nvPr>
        </p:nvSpPr>
        <p:spPr>
          <a:xfrm>
            <a:off x="838080" y="1825560"/>
            <a:ext cx="10515240" cy="2075040"/>
          </a:xfrm>
          <a:prstGeom prst="rect">
            <a:avLst/>
          </a:prstGeom>
          <a:noFill/>
          <a:ln w="0">
            <a:noFill/>
          </a:ln>
        </p:spPr>
        <p:txBody>
          <a:bodyPr lIns="0" tIns="0" rIns="0" bIns="0" anchor="t">
            <a:normAutofit/>
          </a:bodyPr>
          <a:lstStyle/>
          <a:p>
            <a:pPr indent="0">
              <a:lnSpc>
                <a:spcPct val="90000"/>
              </a:lnSpc>
              <a:spcBef>
                <a:spcPts val="1417"/>
              </a:spcBef>
              <a:buNone/>
            </a:pPr>
            <a:endParaRPr lang="es-CO" sz="2800" b="0" strike="noStrike" spc="-1">
              <a:solidFill>
                <a:schemeClr val="dk1"/>
              </a:solidFill>
              <a:latin typeface="Calibri"/>
            </a:endParaRPr>
          </a:p>
        </p:txBody>
      </p:sp>
      <p:sp>
        <p:nvSpPr>
          <p:cNvPr id="69" name="PlaceHolder 3"/>
          <p:cNvSpPr>
            <a:spLocks noGrp="1"/>
          </p:cNvSpPr>
          <p:nvPr>
            <p:ph/>
          </p:nvPr>
        </p:nvSpPr>
        <p:spPr>
          <a:xfrm>
            <a:off x="838080" y="4098240"/>
            <a:ext cx="10515240" cy="2075040"/>
          </a:xfrm>
          <a:prstGeom prst="rect">
            <a:avLst/>
          </a:prstGeom>
          <a:noFill/>
          <a:ln w="0">
            <a:noFill/>
          </a:ln>
        </p:spPr>
        <p:txBody>
          <a:bodyPr lIns="0" tIns="0" rIns="0" bIns="0" anchor="t">
            <a:normAutofit/>
          </a:bodyPr>
          <a:lstStyle/>
          <a:p>
            <a:pPr indent="0">
              <a:lnSpc>
                <a:spcPct val="90000"/>
              </a:lnSpc>
              <a:spcBef>
                <a:spcPts val="1417"/>
              </a:spcBef>
              <a:buNone/>
            </a:pPr>
            <a:endParaRPr lang="es-CO" sz="2800" b="0" strike="noStrike" spc="-1">
              <a:solidFill>
                <a:schemeClr val="dk1"/>
              </a:solidFill>
              <a:latin typeface="Calibri"/>
            </a:endParaRPr>
          </a:p>
        </p:txBody>
      </p:sp>
      <p:sp>
        <p:nvSpPr>
          <p:cNvPr id="5" name="PlaceHolder 4"/>
          <p:cNvSpPr>
            <a:spLocks noGrp="1"/>
          </p:cNvSpPr>
          <p:nvPr>
            <p:ph type="ftr" idx="5"/>
          </p:nvPr>
        </p:nvSpPr>
        <p:spPr/>
        <p:txBody>
          <a:bodyPr/>
          <a:lstStyle/>
          <a:p>
            <a:r>
              <a:t>Footer</a:t>
            </a:r>
          </a:p>
        </p:txBody>
      </p:sp>
      <p:sp>
        <p:nvSpPr>
          <p:cNvPr id="6" name="PlaceHolder 5"/>
          <p:cNvSpPr>
            <a:spLocks noGrp="1"/>
          </p:cNvSpPr>
          <p:nvPr>
            <p:ph type="sldNum" idx="6"/>
          </p:nvPr>
        </p:nvSpPr>
        <p:spPr/>
        <p:txBody>
          <a:bodyPr/>
          <a:lstStyle/>
          <a:p>
            <a:fld id="{EA3E1100-35D9-4352-ADEA-6490E328E92A}" type="slidenum">
              <a:t>‹Nº›</a:t>
            </a:fld>
            <a:endParaRPr/>
          </a:p>
        </p:txBody>
      </p:sp>
      <p:sp>
        <p:nvSpPr>
          <p:cNvPr id="7" name="PlaceHolder 6"/>
          <p:cNvSpPr>
            <a:spLocks noGrp="1"/>
          </p:cNvSpPr>
          <p:nvPr>
            <p:ph type="dt" idx="4"/>
          </p:nvPr>
        </p:nvSpPr>
        <p:spPr/>
        <p:txBody>
          <a:body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s-CO" sz="1800" b="0" strike="noStrike" spc="-1">
              <a:solidFill>
                <a:schemeClr val="dk1"/>
              </a:solidFill>
              <a:latin typeface="Calibri"/>
            </a:endParaRPr>
          </a:p>
        </p:txBody>
      </p:sp>
      <p:sp>
        <p:nvSpPr>
          <p:cNvPr id="71" name="PlaceHolder 2"/>
          <p:cNvSpPr>
            <a:spLocks noGrp="1"/>
          </p:cNvSpPr>
          <p:nvPr>
            <p:ph/>
          </p:nvPr>
        </p:nvSpPr>
        <p:spPr>
          <a:xfrm>
            <a:off x="838080" y="1825560"/>
            <a:ext cx="5131080" cy="2075040"/>
          </a:xfrm>
          <a:prstGeom prst="rect">
            <a:avLst/>
          </a:prstGeom>
          <a:noFill/>
          <a:ln w="0">
            <a:noFill/>
          </a:ln>
        </p:spPr>
        <p:txBody>
          <a:bodyPr lIns="0" tIns="0" rIns="0" bIns="0" anchor="t">
            <a:normAutofit/>
          </a:bodyPr>
          <a:lstStyle/>
          <a:p>
            <a:pPr indent="0">
              <a:lnSpc>
                <a:spcPct val="90000"/>
              </a:lnSpc>
              <a:spcBef>
                <a:spcPts val="1417"/>
              </a:spcBef>
              <a:buNone/>
            </a:pPr>
            <a:endParaRPr lang="es-CO" sz="2800" b="0" strike="noStrike" spc="-1">
              <a:solidFill>
                <a:schemeClr val="dk1"/>
              </a:solidFill>
              <a:latin typeface="Calibri"/>
            </a:endParaRPr>
          </a:p>
        </p:txBody>
      </p:sp>
      <p:sp>
        <p:nvSpPr>
          <p:cNvPr id="72" name="PlaceHolder 3"/>
          <p:cNvSpPr>
            <a:spLocks noGrp="1"/>
          </p:cNvSpPr>
          <p:nvPr>
            <p:ph/>
          </p:nvPr>
        </p:nvSpPr>
        <p:spPr>
          <a:xfrm>
            <a:off x="6226200" y="1825560"/>
            <a:ext cx="5131080" cy="2075040"/>
          </a:xfrm>
          <a:prstGeom prst="rect">
            <a:avLst/>
          </a:prstGeom>
          <a:noFill/>
          <a:ln w="0">
            <a:noFill/>
          </a:ln>
        </p:spPr>
        <p:txBody>
          <a:bodyPr lIns="0" tIns="0" rIns="0" bIns="0" anchor="t">
            <a:normAutofit/>
          </a:bodyPr>
          <a:lstStyle/>
          <a:p>
            <a:pPr indent="0">
              <a:lnSpc>
                <a:spcPct val="90000"/>
              </a:lnSpc>
              <a:spcBef>
                <a:spcPts val="1417"/>
              </a:spcBef>
              <a:buNone/>
            </a:pPr>
            <a:endParaRPr lang="es-CO" sz="2800" b="0" strike="noStrike" spc="-1">
              <a:solidFill>
                <a:schemeClr val="dk1"/>
              </a:solidFill>
              <a:latin typeface="Calibri"/>
            </a:endParaRPr>
          </a:p>
        </p:txBody>
      </p:sp>
      <p:sp>
        <p:nvSpPr>
          <p:cNvPr id="73" name="PlaceHolder 4"/>
          <p:cNvSpPr>
            <a:spLocks noGrp="1"/>
          </p:cNvSpPr>
          <p:nvPr>
            <p:ph/>
          </p:nvPr>
        </p:nvSpPr>
        <p:spPr>
          <a:xfrm>
            <a:off x="838080" y="4098240"/>
            <a:ext cx="5131080" cy="2075040"/>
          </a:xfrm>
          <a:prstGeom prst="rect">
            <a:avLst/>
          </a:prstGeom>
          <a:noFill/>
          <a:ln w="0">
            <a:noFill/>
          </a:ln>
        </p:spPr>
        <p:txBody>
          <a:bodyPr lIns="0" tIns="0" rIns="0" bIns="0" anchor="t">
            <a:normAutofit/>
          </a:bodyPr>
          <a:lstStyle/>
          <a:p>
            <a:pPr indent="0">
              <a:lnSpc>
                <a:spcPct val="90000"/>
              </a:lnSpc>
              <a:spcBef>
                <a:spcPts val="1417"/>
              </a:spcBef>
              <a:buNone/>
            </a:pPr>
            <a:endParaRPr lang="es-CO" sz="2800" b="0" strike="noStrike" spc="-1">
              <a:solidFill>
                <a:schemeClr val="dk1"/>
              </a:solidFill>
              <a:latin typeface="Calibri"/>
            </a:endParaRPr>
          </a:p>
        </p:txBody>
      </p:sp>
      <p:sp>
        <p:nvSpPr>
          <p:cNvPr id="74" name="PlaceHolder 5"/>
          <p:cNvSpPr>
            <a:spLocks noGrp="1"/>
          </p:cNvSpPr>
          <p:nvPr>
            <p:ph/>
          </p:nvPr>
        </p:nvSpPr>
        <p:spPr>
          <a:xfrm>
            <a:off x="6226200" y="4098240"/>
            <a:ext cx="5131080" cy="2075040"/>
          </a:xfrm>
          <a:prstGeom prst="rect">
            <a:avLst/>
          </a:prstGeom>
          <a:noFill/>
          <a:ln w="0">
            <a:noFill/>
          </a:ln>
        </p:spPr>
        <p:txBody>
          <a:bodyPr lIns="0" tIns="0" rIns="0" bIns="0" anchor="t">
            <a:normAutofit/>
          </a:bodyPr>
          <a:lstStyle/>
          <a:p>
            <a:pPr indent="0">
              <a:lnSpc>
                <a:spcPct val="90000"/>
              </a:lnSpc>
              <a:spcBef>
                <a:spcPts val="1417"/>
              </a:spcBef>
              <a:buNone/>
            </a:pPr>
            <a:endParaRPr lang="es-CO" sz="2800" b="0" strike="noStrike" spc="-1">
              <a:solidFill>
                <a:schemeClr val="dk1"/>
              </a:solidFill>
              <a:latin typeface="Calibri"/>
            </a:endParaRPr>
          </a:p>
        </p:txBody>
      </p:sp>
      <p:sp>
        <p:nvSpPr>
          <p:cNvPr id="7" name="PlaceHolder 6"/>
          <p:cNvSpPr>
            <a:spLocks noGrp="1"/>
          </p:cNvSpPr>
          <p:nvPr>
            <p:ph type="ftr" idx="5"/>
          </p:nvPr>
        </p:nvSpPr>
        <p:spPr/>
        <p:txBody>
          <a:bodyPr/>
          <a:lstStyle/>
          <a:p>
            <a:r>
              <a:t>Footer</a:t>
            </a:r>
          </a:p>
        </p:txBody>
      </p:sp>
      <p:sp>
        <p:nvSpPr>
          <p:cNvPr id="8" name="PlaceHolder 7"/>
          <p:cNvSpPr>
            <a:spLocks noGrp="1"/>
          </p:cNvSpPr>
          <p:nvPr>
            <p:ph type="sldNum" idx="6"/>
          </p:nvPr>
        </p:nvSpPr>
        <p:spPr/>
        <p:txBody>
          <a:bodyPr/>
          <a:lstStyle/>
          <a:p>
            <a:fld id="{835544A0-A5C6-4879-BB94-AC9DCD61EA57}" type="slidenum">
              <a:t>‹Nº›</a:t>
            </a:fld>
            <a:endParaRPr/>
          </a:p>
        </p:txBody>
      </p:sp>
      <p:sp>
        <p:nvSpPr>
          <p:cNvPr id="9" name="PlaceHolder 8"/>
          <p:cNvSpPr>
            <a:spLocks noGrp="1"/>
          </p:cNvSpPr>
          <p:nvPr>
            <p:ph type="dt" idx="4"/>
          </p:nvPr>
        </p:nvSpPr>
        <p:spPr/>
        <p:txBody>
          <a:body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s-CO" sz="1800" b="0" strike="noStrike" spc="-1">
              <a:solidFill>
                <a:schemeClr val="dk1"/>
              </a:solidFill>
              <a:latin typeface="Calibri"/>
            </a:endParaRPr>
          </a:p>
        </p:txBody>
      </p:sp>
      <p:sp>
        <p:nvSpPr>
          <p:cNvPr id="76" name="PlaceHolder 2"/>
          <p:cNvSpPr>
            <a:spLocks noGrp="1"/>
          </p:cNvSpPr>
          <p:nvPr>
            <p:ph/>
          </p:nvPr>
        </p:nvSpPr>
        <p:spPr>
          <a:xfrm>
            <a:off x="838080" y="1825560"/>
            <a:ext cx="3385800" cy="2075040"/>
          </a:xfrm>
          <a:prstGeom prst="rect">
            <a:avLst/>
          </a:prstGeom>
          <a:noFill/>
          <a:ln w="0">
            <a:noFill/>
          </a:ln>
        </p:spPr>
        <p:txBody>
          <a:bodyPr lIns="0" tIns="0" rIns="0" bIns="0" anchor="t">
            <a:normAutofit/>
          </a:bodyPr>
          <a:lstStyle/>
          <a:p>
            <a:pPr indent="0">
              <a:lnSpc>
                <a:spcPct val="90000"/>
              </a:lnSpc>
              <a:spcBef>
                <a:spcPts val="1417"/>
              </a:spcBef>
              <a:buNone/>
            </a:pPr>
            <a:endParaRPr lang="es-CO" sz="2800" b="0" strike="noStrike" spc="-1">
              <a:solidFill>
                <a:schemeClr val="dk1"/>
              </a:solidFill>
              <a:latin typeface="Calibri"/>
            </a:endParaRPr>
          </a:p>
        </p:txBody>
      </p:sp>
      <p:sp>
        <p:nvSpPr>
          <p:cNvPr id="77" name="PlaceHolder 3"/>
          <p:cNvSpPr>
            <a:spLocks noGrp="1"/>
          </p:cNvSpPr>
          <p:nvPr>
            <p:ph/>
          </p:nvPr>
        </p:nvSpPr>
        <p:spPr>
          <a:xfrm>
            <a:off x="4393440" y="1825560"/>
            <a:ext cx="3385800" cy="2075040"/>
          </a:xfrm>
          <a:prstGeom prst="rect">
            <a:avLst/>
          </a:prstGeom>
          <a:noFill/>
          <a:ln w="0">
            <a:noFill/>
          </a:ln>
        </p:spPr>
        <p:txBody>
          <a:bodyPr lIns="0" tIns="0" rIns="0" bIns="0" anchor="t">
            <a:normAutofit/>
          </a:bodyPr>
          <a:lstStyle/>
          <a:p>
            <a:pPr indent="0">
              <a:lnSpc>
                <a:spcPct val="90000"/>
              </a:lnSpc>
              <a:spcBef>
                <a:spcPts val="1417"/>
              </a:spcBef>
              <a:buNone/>
            </a:pPr>
            <a:endParaRPr lang="es-CO" sz="2800" b="0" strike="noStrike" spc="-1">
              <a:solidFill>
                <a:schemeClr val="dk1"/>
              </a:solidFill>
              <a:latin typeface="Calibri"/>
            </a:endParaRPr>
          </a:p>
        </p:txBody>
      </p:sp>
      <p:sp>
        <p:nvSpPr>
          <p:cNvPr id="78" name="PlaceHolder 4"/>
          <p:cNvSpPr>
            <a:spLocks noGrp="1"/>
          </p:cNvSpPr>
          <p:nvPr>
            <p:ph/>
          </p:nvPr>
        </p:nvSpPr>
        <p:spPr>
          <a:xfrm>
            <a:off x="7949160" y="1825560"/>
            <a:ext cx="3385800" cy="2075040"/>
          </a:xfrm>
          <a:prstGeom prst="rect">
            <a:avLst/>
          </a:prstGeom>
          <a:noFill/>
          <a:ln w="0">
            <a:noFill/>
          </a:ln>
        </p:spPr>
        <p:txBody>
          <a:bodyPr lIns="0" tIns="0" rIns="0" bIns="0" anchor="t">
            <a:normAutofit/>
          </a:bodyPr>
          <a:lstStyle/>
          <a:p>
            <a:pPr indent="0">
              <a:lnSpc>
                <a:spcPct val="90000"/>
              </a:lnSpc>
              <a:spcBef>
                <a:spcPts val="1417"/>
              </a:spcBef>
              <a:buNone/>
            </a:pPr>
            <a:endParaRPr lang="es-CO" sz="2800" b="0" strike="noStrike" spc="-1">
              <a:solidFill>
                <a:schemeClr val="dk1"/>
              </a:solidFill>
              <a:latin typeface="Calibri"/>
            </a:endParaRPr>
          </a:p>
        </p:txBody>
      </p:sp>
      <p:sp>
        <p:nvSpPr>
          <p:cNvPr id="79" name="PlaceHolder 5"/>
          <p:cNvSpPr>
            <a:spLocks noGrp="1"/>
          </p:cNvSpPr>
          <p:nvPr>
            <p:ph/>
          </p:nvPr>
        </p:nvSpPr>
        <p:spPr>
          <a:xfrm>
            <a:off x="838080" y="4098240"/>
            <a:ext cx="3385800" cy="2075040"/>
          </a:xfrm>
          <a:prstGeom prst="rect">
            <a:avLst/>
          </a:prstGeom>
          <a:noFill/>
          <a:ln w="0">
            <a:noFill/>
          </a:ln>
        </p:spPr>
        <p:txBody>
          <a:bodyPr lIns="0" tIns="0" rIns="0" bIns="0" anchor="t">
            <a:normAutofit/>
          </a:bodyPr>
          <a:lstStyle/>
          <a:p>
            <a:pPr indent="0">
              <a:lnSpc>
                <a:spcPct val="90000"/>
              </a:lnSpc>
              <a:spcBef>
                <a:spcPts val="1417"/>
              </a:spcBef>
              <a:buNone/>
            </a:pPr>
            <a:endParaRPr lang="es-CO" sz="2800" b="0" strike="noStrike" spc="-1">
              <a:solidFill>
                <a:schemeClr val="dk1"/>
              </a:solidFill>
              <a:latin typeface="Calibri"/>
            </a:endParaRPr>
          </a:p>
        </p:txBody>
      </p:sp>
      <p:sp>
        <p:nvSpPr>
          <p:cNvPr id="80" name="PlaceHolder 6"/>
          <p:cNvSpPr>
            <a:spLocks noGrp="1"/>
          </p:cNvSpPr>
          <p:nvPr>
            <p:ph/>
          </p:nvPr>
        </p:nvSpPr>
        <p:spPr>
          <a:xfrm>
            <a:off x="4393440" y="4098240"/>
            <a:ext cx="3385800" cy="2075040"/>
          </a:xfrm>
          <a:prstGeom prst="rect">
            <a:avLst/>
          </a:prstGeom>
          <a:noFill/>
          <a:ln w="0">
            <a:noFill/>
          </a:ln>
        </p:spPr>
        <p:txBody>
          <a:bodyPr lIns="0" tIns="0" rIns="0" bIns="0" anchor="t">
            <a:normAutofit/>
          </a:bodyPr>
          <a:lstStyle/>
          <a:p>
            <a:pPr indent="0">
              <a:lnSpc>
                <a:spcPct val="90000"/>
              </a:lnSpc>
              <a:spcBef>
                <a:spcPts val="1417"/>
              </a:spcBef>
              <a:buNone/>
            </a:pPr>
            <a:endParaRPr lang="es-CO" sz="2800" b="0" strike="noStrike" spc="-1">
              <a:solidFill>
                <a:schemeClr val="dk1"/>
              </a:solidFill>
              <a:latin typeface="Calibri"/>
            </a:endParaRPr>
          </a:p>
        </p:txBody>
      </p:sp>
      <p:sp>
        <p:nvSpPr>
          <p:cNvPr id="81" name="PlaceHolder 7"/>
          <p:cNvSpPr>
            <a:spLocks noGrp="1"/>
          </p:cNvSpPr>
          <p:nvPr>
            <p:ph/>
          </p:nvPr>
        </p:nvSpPr>
        <p:spPr>
          <a:xfrm>
            <a:off x="7949160" y="4098240"/>
            <a:ext cx="3385800" cy="2075040"/>
          </a:xfrm>
          <a:prstGeom prst="rect">
            <a:avLst/>
          </a:prstGeom>
          <a:noFill/>
          <a:ln w="0">
            <a:noFill/>
          </a:ln>
        </p:spPr>
        <p:txBody>
          <a:bodyPr lIns="0" tIns="0" rIns="0" bIns="0" anchor="t">
            <a:normAutofit/>
          </a:bodyPr>
          <a:lstStyle/>
          <a:p>
            <a:pPr indent="0">
              <a:lnSpc>
                <a:spcPct val="90000"/>
              </a:lnSpc>
              <a:spcBef>
                <a:spcPts val="1417"/>
              </a:spcBef>
              <a:buNone/>
            </a:pPr>
            <a:endParaRPr lang="es-CO" sz="2800" b="0" strike="noStrike" spc="-1">
              <a:solidFill>
                <a:schemeClr val="dk1"/>
              </a:solidFill>
              <a:latin typeface="Calibri"/>
            </a:endParaRPr>
          </a:p>
        </p:txBody>
      </p:sp>
      <p:sp>
        <p:nvSpPr>
          <p:cNvPr id="9" name="PlaceHolder 8"/>
          <p:cNvSpPr>
            <a:spLocks noGrp="1"/>
          </p:cNvSpPr>
          <p:nvPr>
            <p:ph type="ftr" idx="5"/>
          </p:nvPr>
        </p:nvSpPr>
        <p:spPr/>
        <p:txBody>
          <a:bodyPr/>
          <a:lstStyle/>
          <a:p>
            <a:r>
              <a:t>Footer</a:t>
            </a:r>
          </a:p>
        </p:txBody>
      </p:sp>
      <p:sp>
        <p:nvSpPr>
          <p:cNvPr id="10" name="PlaceHolder 9"/>
          <p:cNvSpPr>
            <a:spLocks noGrp="1"/>
          </p:cNvSpPr>
          <p:nvPr>
            <p:ph type="sldNum" idx="6"/>
          </p:nvPr>
        </p:nvSpPr>
        <p:spPr/>
        <p:txBody>
          <a:bodyPr/>
          <a:lstStyle/>
          <a:p>
            <a:fld id="{F0E2657F-E1AD-47D6-B67E-CE4353D67688}" type="slidenum">
              <a:t>‹Nº›</a:t>
            </a:fld>
            <a:endParaRPr/>
          </a:p>
        </p:txBody>
      </p:sp>
      <p:sp>
        <p:nvSpPr>
          <p:cNvPr id="11" name="PlaceHolder 10"/>
          <p:cNvSpPr>
            <a:spLocks noGrp="1"/>
          </p:cNvSpPr>
          <p:nvPr>
            <p:ph type="dt" idx="4"/>
          </p:nvPr>
        </p:nvSpPr>
        <p:spPr/>
        <p:txBody>
          <a:body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1523880" y="1122480"/>
            <a:ext cx="9143640" cy="2387160"/>
          </a:xfrm>
          <a:prstGeom prst="rect">
            <a:avLst/>
          </a:prstGeom>
          <a:noFill/>
          <a:ln w="0">
            <a:noFill/>
          </a:ln>
        </p:spPr>
        <p:txBody>
          <a:bodyPr lIns="91440" tIns="45720" rIns="91440" bIns="45720" anchor="b">
            <a:noAutofit/>
          </a:bodyPr>
          <a:lstStyle/>
          <a:p>
            <a:pPr indent="0" algn="ctr" defTabSz="914400">
              <a:lnSpc>
                <a:spcPct val="90000"/>
              </a:lnSpc>
              <a:buNone/>
            </a:pPr>
            <a:r>
              <a:rPr lang="es-ES" sz="6000" b="0" strike="noStrike" spc="-1">
                <a:solidFill>
                  <a:schemeClr val="dk1"/>
                </a:solidFill>
                <a:latin typeface="Calibri Light"/>
              </a:rPr>
              <a:t>Haga clic para modificar el estilo de título del patrón</a:t>
            </a:r>
            <a:endParaRPr lang="es-CO" sz="6000" b="0" strike="noStrike" spc="-1">
              <a:solidFill>
                <a:schemeClr val="dk1"/>
              </a:solidFill>
              <a:latin typeface="Calibri"/>
            </a:endParaRPr>
          </a:p>
        </p:txBody>
      </p:sp>
      <p:sp>
        <p:nvSpPr>
          <p:cNvPr id="6" name="PlaceHolder 2"/>
          <p:cNvSpPr>
            <a:spLocks noGrp="1"/>
          </p:cNvSpPr>
          <p:nvPr>
            <p:ph type="dt" idx="1"/>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s-CO" sz="1200" b="0" strike="noStrike" spc="-1">
                <a:solidFill>
                  <a:schemeClr val="dk1">
                    <a:tint val="75000"/>
                  </a:schemeClr>
                </a:solidFill>
                <a:latin typeface="Calibri"/>
              </a:defRPr>
            </a:lvl1pPr>
          </a:lstStyle>
          <a:p>
            <a:pPr indent="0" defTabSz="914400">
              <a:lnSpc>
                <a:spcPct val="100000"/>
              </a:lnSpc>
              <a:buNone/>
            </a:pPr>
            <a:r>
              <a:rPr lang="es-CO" sz="1200" b="0" strike="noStrike" spc="-1">
                <a:solidFill>
                  <a:schemeClr val="dk1">
                    <a:tint val="75000"/>
                  </a:schemeClr>
                </a:solidFill>
                <a:latin typeface="Calibri"/>
              </a:rPr>
              <a:t> </a:t>
            </a:r>
            <a:endParaRPr lang="es-CO" sz="1200" b="0" strike="noStrike" spc="-1">
              <a:solidFill>
                <a:srgbClr val="000000"/>
              </a:solidFill>
              <a:latin typeface="Times New Roman"/>
            </a:endParaRPr>
          </a:p>
        </p:txBody>
      </p:sp>
      <p:sp>
        <p:nvSpPr>
          <p:cNvPr id="2" name="PlaceHolder 3"/>
          <p:cNvSpPr>
            <a:spLocks noGrp="1"/>
          </p:cNvSpPr>
          <p:nvPr>
            <p:ph type="ftr" idx="2"/>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s-CO" sz="1400" b="0" strike="noStrike" spc="-1">
                <a:solidFill>
                  <a:srgbClr val="000000"/>
                </a:solidFill>
                <a:latin typeface="Times New Roman"/>
              </a:defRPr>
            </a:lvl1pPr>
          </a:lstStyle>
          <a:p>
            <a:pPr indent="0" algn="ctr">
              <a:buNone/>
            </a:pPr>
            <a:r>
              <a:rPr lang="es-CO" sz="1400" b="0" strike="noStrike" spc="-1">
                <a:solidFill>
                  <a:srgbClr val="000000"/>
                </a:solidFill>
                <a:latin typeface="Times New Roman"/>
              </a:rPr>
              <a:t> </a:t>
            </a:r>
          </a:p>
        </p:txBody>
      </p:sp>
      <p:sp>
        <p:nvSpPr>
          <p:cNvPr id="3" name="PlaceHolder 4"/>
          <p:cNvSpPr>
            <a:spLocks noGrp="1"/>
          </p:cNvSpPr>
          <p:nvPr>
            <p:ph type="sldNum" idx="3"/>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s-CO" sz="1200" b="0" strike="noStrike" spc="-1">
                <a:solidFill>
                  <a:schemeClr val="dk1">
                    <a:tint val="75000"/>
                  </a:schemeClr>
                </a:solidFill>
                <a:latin typeface="Calibri"/>
              </a:defRPr>
            </a:lvl1pPr>
          </a:lstStyle>
          <a:p>
            <a:pPr indent="0" algn="r" defTabSz="914400">
              <a:lnSpc>
                <a:spcPct val="100000"/>
              </a:lnSpc>
              <a:buNone/>
            </a:pPr>
            <a:fld id="{D402DA77-CD92-4F88-8883-761DB5CA55F4}" type="slidenum">
              <a:rPr lang="es-CO" sz="1200" b="0" strike="noStrike" spc="-1">
                <a:solidFill>
                  <a:schemeClr val="dk1">
                    <a:tint val="75000"/>
                  </a:schemeClr>
                </a:solidFill>
                <a:latin typeface="Calibri"/>
              </a:rPr>
              <a:t>‹Nº›</a:t>
            </a:fld>
            <a:endParaRPr lang="es-CO" sz="1200" b="0" strike="noStrike" spc="-1">
              <a:solidFill>
                <a:srgbClr val="000000"/>
              </a:solidFill>
              <a:latin typeface="Times New Roman"/>
            </a:endParaRPr>
          </a:p>
        </p:txBody>
      </p:sp>
      <p:sp>
        <p:nvSpPr>
          <p:cNvPr id="4"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lnSpc>
                <a:spcPct val="90000"/>
              </a:lnSpc>
              <a:spcBef>
                <a:spcPts val="1417"/>
              </a:spcBef>
              <a:buClr>
                <a:srgbClr val="000000"/>
              </a:buClr>
              <a:buSzPct val="45000"/>
              <a:buFont typeface="Wingdings" charset="2"/>
              <a:buChar char=""/>
            </a:pPr>
            <a:r>
              <a:rPr lang="es-CO" sz="2800" b="0" strike="noStrike" spc="-1">
                <a:solidFill>
                  <a:schemeClr val="dk1"/>
                </a:solidFill>
                <a:latin typeface="Calibri"/>
              </a:rPr>
              <a:t>Pulse para editar el formato de texto del esquema</a:t>
            </a:r>
          </a:p>
          <a:p>
            <a:pPr marL="864000" lvl="1" indent="-324000">
              <a:lnSpc>
                <a:spcPct val="90000"/>
              </a:lnSpc>
              <a:spcBef>
                <a:spcPts val="1134"/>
              </a:spcBef>
              <a:buClr>
                <a:srgbClr val="000000"/>
              </a:buClr>
              <a:buSzPct val="75000"/>
              <a:buFont typeface="Symbol" charset="2"/>
              <a:buChar char=""/>
            </a:pPr>
            <a:r>
              <a:rPr lang="es-CO" sz="2000" b="0" strike="noStrike" spc="-1">
                <a:solidFill>
                  <a:schemeClr val="dk1"/>
                </a:solidFill>
                <a:latin typeface="Calibri"/>
              </a:rPr>
              <a:t>Segundo nivel del esquema</a:t>
            </a:r>
          </a:p>
          <a:p>
            <a:pPr marL="1296000" lvl="2" indent="-288000">
              <a:lnSpc>
                <a:spcPct val="90000"/>
              </a:lnSpc>
              <a:spcBef>
                <a:spcPts val="850"/>
              </a:spcBef>
              <a:buClr>
                <a:srgbClr val="000000"/>
              </a:buClr>
              <a:buSzPct val="45000"/>
              <a:buFont typeface="Wingdings" charset="2"/>
              <a:buChar char=""/>
            </a:pPr>
            <a:r>
              <a:rPr lang="es-CO" sz="1800" b="0" strike="noStrike" spc="-1">
                <a:solidFill>
                  <a:schemeClr val="dk1"/>
                </a:solidFill>
                <a:latin typeface="Calibri"/>
              </a:rPr>
              <a:t>Tercer nivel del esquema</a:t>
            </a:r>
          </a:p>
          <a:p>
            <a:pPr marL="1728000" lvl="3" indent="-216000">
              <a:lnSpc>
                <a:spcPct val="90000"/>
              </a:lnSpc>
              <a:spcBef>
                <a:spcPts val="567"/>
              </a:spcBef>
              <a:buClr>
                <a:srgbClr val="000000"/>
              </a:buClr>
              <a:buSzPct val="75000"/>
              <a:buFont typeface="Symbol" charset="2"/>
              <a:buChar char=""/>
            </a:pPr>
            <a:r>
              <a:rPr lang="es-CO" sz="1800" b="0" strike="noStrike" spc="-1">
                <a:solidFill>
                  <a:schemeClr val="dk1"/>
                </a:solidFill>
                <a:latin typeface="Calibri"/>
              </a:rPr>
              <a:t>Cuarto nivel del esquema</a:t>
            </a:r>
          </a:p>
          <a:p>
            <a:pPr marL="2160000" lvl="4" indent="-216000">
              <a:lnSpc>
                <a:spcPct val="90000"/>
              </a:lnSpc>
              <a:spcBef>
                <a:spcPts val="283"/>
              </a:spcBef>
              <a:buClr>
                <a:srgbClr val="000000"/>
              </a:buClr>
              <a:buSzPct val="45000"/>
              <a:buFont typeface="Wingdings" charset="2"/>
              <a:buChar char=""/>
            </a:pPr>
            <a:r>
              <a:rPr lang="es-CO" sz="2000" b="0" strike="noStrike" spc="-1">
                <a:solidFill>
                  <a:schemeClr val="dk1"/>
                </a:solidFill>
                <a:latin typeface="Calibri"/>
              </a:rPr>
              <a:t>Quinto nivel del esquema</a:t>
            </a:r>
          </a:p>
          <a:p>
            <a:pPr marL="2592000" lvl="5" indent="-216000">
              <a:lnSpc>
                <a:spcPct val="90000"/>
              </a:lnSpc>
              <a:spcBef>
                <a:spcPts val="283"/>
              </a:spcBef>
              <a:buClr>
                <a:srgbClr val="000000"/>
              </a:buClr>
              <a:buSzPct val="45000"/>
              <a:buFont typeface="Wingdings" charset="2"/>
              <a:buChar char=""/>
            </a:pPr>
            <a:r>
              <a:rPr lang="es-CO" sz="2000" b="0" strike="noStrike" spc="-1">
                <a:solidFill>
                  <a:schemeClr val="dk1"/>
                </a:solidFill>
                <a:latin typeface="Calibri"/>
              </a:rPr>
              <a:t>Sexto nivel del esquema</a:t>
            </a:r>
          </a:p>
          <a:p>
            <a:pPr marL="3024000" lvl="6" indent="-216000">
              <a:lnSpc>
                <a:spcPct val="90000"/>
              </a:lnSpc>
              <a:spcBef>
                <a:spcPts val="283"/>
              </a:spcBef>
              <a:buClr>
                <a:srgbClr val="000000"/>
              </a:buClr>
              <a:buSzPct val="45000"/>
              <a:buFont typeface="Wingdings" charset="2"/>
              <a:buChar char=""/>
            </a:pPr>
            <a:r>
              <a:rPr lang="es-CO" sz="2000" b="0" strike="noStrike" spc="-1">
                <a:solidFill>
                  <a:schemeClr val="dk1"/>
                </a:solidFill>
                <a:latin typeface="Calibri"/>
              </a:rPr>
              <a:t>Séptimo nivel del esquema</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s-ES" sz="4400" b="0" strike="noStrike" spc="-1">
                <a:solidFill>
                  <a:schemeClr val="dk1"/>
                </a:solidFill>
                <a:latin typeface="Calibri Light"/>
              </a:rPr>
              <a:t>Haga clic para modificar el estilo de título del patrón</a:t>
            </a:r>
            <a:endParaRPr lang="es-CO" sz="4400" b="0" strike="noStrike" spc="-1">
              <a:solidFill>
                <a:schemeClr val="dk1"/>
              </a:solidFill>
              <a:latin typeface="Calibri"/>
            </a:endParaRPr>
          </a:p>
        </p:txBody>
      </p:sp>
      <p:sp>
        <p:nvSpPr>
          <p:cNvPr id="42" name="PlaceHolder 2"/>
          <p:cNvSpPr>
            <a:spLocks noGrp="1"/>
          </p:cNvSpPr>
          <p:nvPr>
            <p:ph type="body"/>
          </p:nvPr>
        </p:nvSpPr>
        <p:spPr>
          <a:xfrm>
            <a:off x="838080" y="1825560"/>
            <a:ext cx="10515240" cy="435096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s-ES" sz="2800" b="0" strike="noStrike" spc="-1">
                <a:solidFill>
                  <a:schemeClr val="dk1"/>
                </a:solidFill>
                <a:latin typeface="Calibri"/>
              </a:rPr>
              <a:t>Haga clic para modificar los estilos de texto del patrón</a:t>
            </a:r>
            <a:endParaRPr lang="es-CO" sz="2800" b="0" strike="noStrike" spc="-1">
              <a:solidFill>
                <a:schemeClr val="dk1"/>
              </a:solidFill>
              <a:latin typeface="Calibri"/>
            </a:endParaRPr>
          </a:p>
          <a:p>
            <a:pPr marL="685800" lvl="1" indent="-228600" defTabSz="914400">
              <a:lnSpc>
                <a:spcPct val="90000"/>
              </a:lnSpc>
              <a:spcBef>
                <a:spcPts val="499"/>
              </a:spcBef>
              <a:buClr>
                <a:srgbClr val="000000"/>
              </a:buClr>
              <a:buFont typeface="Arial"/>
              <a:buChar char="•"/>
            </a:pPr>
            <a:r>
              <a:rPr lang="es-ES" sz="2400" b="0" strike="noStrike" spc="-1">
                <a:solidFill>
                  <a:schemeClr val="dk1"/>
                </a:solidFill>
                <a:latin typeface="Calibri"/>
              </a:rPr>
              <a:t>Segundo nivel</a:t>
            </a:r>
            <a:endParaRPr lang="es-CO" sz="2400" b="0" strike="noStrike" spc="-1">
              <a:solidFill>
                <a:schemeClr val="dk1"/>
              </a:solidFill>
              <a:latin typeface="Calibri"/>
            </a:endParaRPr>
          </a:p>
          <a:p>
            <a:pPr marL="1143000" lvl="2" indent="-228600" defTabSz="914400">
              <a:lnSpc>
                <a:spcPct val="90000"/>
              </a:lnSpc>
              <a:spcBef>
                <a:spcPts val="499"/>
              </a:spcBef>
              <a:buClr>
                <a:srgbClr val="000000"/>
              </a:buClr>
              <a:buFont typeface="Arial"/>
              <a:buChar char="•"/>
            </a:pPr>
            <a:r>
              <a:rPr lang="es-ES" sz="2000" b="0" strike="noStrike" spc="-1">
                <a:solidFill>
                  <a:schemeClr val="dk1"/>
                </a:solidFill>
                <a:latin typeface="Calibri"/>
              </a:rPr>
              <a:t>Tercer nivel</a:t>
            </a:r>
            <a:endParaRPr lang="es-CO" sz="2000" b="0" strike="noStrike" spc="-1">
              <a:solidFill>
                <a:schemeClr val="dk1"/>
              </a:solidFill>
              <a:latin typeface="Calibri"/>
            </a:endParaRPr>
          </a:p>
          <a:p>
            <a:pPr marL="1600200" lvl="3" indent="-228600" defTabSz="914400">
              <a:lnSpc>
                <a:spcPct val="90000"/>
              </a:lnSpc>
              <a:spcBef>
                <a:spcPts val="499"/>
              </a:spcBef>
              <a:buClr>
                <a:srgbClr val="000000"/>
              </a:buClr>
              <a:buFont typeface="Arial"/>
              <a:buChar char="•"/>
            </a:pPr>
            <a:r>
              <a:rPr lang="es-ES" sz="1800" b="0" strike="noStrike" spc="-1">
                <a:solidFill>
                  <a:schemeClr val="dk1"/>
                </a:solidFill>
                <a:latin typeface="Calibri"/>
              </a:rPr>
              <a:t>Cuarto nivel</a:t>
            </a:r>
            <a:endParaRPr lang="es-CO" sz="1800" b="0" strike="noStrike" spc="-1">
              <a:solidFill>
                <a:schemeClr val="dk1"/>
              </a:solidFill>
              <a:latin typeface="Calibri"/>
            </a:endParaRPr>
          </a:p>
          <a:p>
            <a:pPr marL="2057400" lvl="4" indent="-228600" defTabSz="914400">
              <a:lnSpc>
                <a:spcPct val="90000"/>
              </a:lnSpc>
              <a:spcBef>
                <a:spcPts val="499"/>
              </a:spcBef>
              <a:buClr>
                <a:srgbClr val="000000"/>
              </a:buClr>
              <a:buFont typeface="Arial"/>
              <a:buChar char="•"/>
            </a:pPr>
            <a:r>
              <a:rPr lang="es-ES" sz="1800" b="0" strike="noStrike" spc="-1">
                <a:solidFill>
                  <a:schemeClr val="dk1"/>
                </a:solidFill>
                <a:latin typeface="Calibri"/>
              </a:rPr>
              <a:t>Quinto nivel</a:t>
            </a:r>
            <a:endParaRPr lang="es-CO" sz="1800" b="0" strike="noStrike" spc="-1">
              <a:solidFill>
                <a:schemeClr val="dk1"/>
              </a:solidFill>
              <a:latin typeface="Calibri"/>
            </a:endParaRPr>
          </a:p>
        </p:txBody>
      </p:sp>
      <p:sp>
        <p:nvSpPr>
          <p:cNvPr id="43" name="PlaceHolder 3"/>
          <p:cNvSpPr>
            <a:spLocks noGrp="1"/>
          </p:cNvSpPr>
          <p:nvPr>
            <p:ph type="dt" idx="4"/>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s-CO" sz="1200" b="0" strike="noStrike" spc="-1">
                <a:solidFill>
                  <a:schemeClr val="dk1">
                    <a:tint val="75000"/>
                  </a:schemeClr>
                </a:solidFill>
                <a:latin typeface="Calibri"/>
              </a:defRPr>
            </a:lvl1pPr>
          </a:lstStyle>
          <a:p>
            <a:pPr indent="0" defTabSz="914400">
              <a:lnSpc>
                <a:spcPct val="100000"/>
              </a:lnSpc>
              <a:buNone/>
            </a:pPr>
            <a:r>
              <a:rPr lang="es-CO" sz="1200" b="0" strike="noStrike" spc="-1">
                <a:solidFill>
                  <a:schemeClr val="dk1">
                    <a:tint val="75000"/>
                  </a:schemeClr>
                </a:solidFill>
                <a:latin typeface="Calibri"/>
              </a:rPr>
              <a:t>&lt;fecha/hora&gt;</a:t>
            </a:r>
            <a:endParaRPr lang="es-CO" sz="1200" b="0" strike="noStrike" spc="-1">
              <a:solidFill>
                <a:srgbClr val="000000"/>
              </a:solidFill>
              <a:latin typeface="Times New Roman"/>
            </a:endParaRPr>
          </a:p>
        </p:txBody>
      </p:sp>
      <p:sp>
        <p:nvSpPr>
          <p:cNvPr id="44" name="PlaceHolder 4"/>
          <p:cNvSpPr>
            <a:spLocks noGrp="1"/>
          </p:cNvSpPr>
          <p:nvPr>
            <p:ph type="ftr" idx="5"/>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s-CO" sz="1400" b="0" strike="noStrike" spc="-1">
                <a:solidFill>
                  <a:srgbClr val="000000"/>
                </a:solidFill>
                <a:latin typeface="Times New Roman"/>
              </a:defRPr>
            </a:lvl1pPr>
          </a:lstStyle>
          <a:p>
            <a:pPr indent="0" algn="ctr">
              <a:buNone/>
            </a:pPr>
            <a:r>
              <a:rPr lang="es-CO" sz="1400" b="0" strike="noStrike" spc="-1">
                <a:solidFill>
                  <a:srgbClr val="000000"/>
                </a:solidFill>
                <a:latin typeface="Times New Roman"/>
              </a:rPr>
              <a:t>&lt;pie de página&gt;</a:t>
            </a:r>
          </a:p>
        </p:txBody>
      </p:sp>
      <p:sp>
        <p:nvSpPr>
          <p:cNvPr id="45" name="PlaceHolder 5"/>
          <p:cNvSpPr>
            <a:spLocks noGrp="1"/>
          </p:cNvSpPr>
          <p:nvPr>
            <p:ph type="sldNum" idx="6"/>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s-CO" sz="1200" b="0" strike="noStrike" spc="-1">
                <a:solidFill>
                  <a:schemeClr val="dk1">
                    <a:tint val="75000"/>
                  </a:schemeClr>
                </a:solidFill>
                <a:latin typeface="Calibri"/>
              </a:defRPr>
            </a:lvl1pPr>
          </a:lstStyle>
          <a:p>
            <a:pPr indent="0" algn="r" defTabSz="914400">
              <a:lnSpc>
                <a:spcPct val="100000"/>
              </a:lnSpc>
              <a:buNone/>
            </a:pPr>
            <a:fld id="{F5C05DFB-47E4-4506-B97B-87EF9C750A58}" type="slidenum">
              <a:rPr lang="es-CO" sz="1200" b="0" strike="noStrike" spc="-1">
                <a:solidFill>
                  <a:schemeClr val="dk1">
                    <a:tint val="75000"/>
                  </a:schemeClr>
                </a:solidFill>
                <a:latin typeface="Calibri"/>
              </a:rPr>
              <a:t>‹Nº›</a:t>
            </a:fld>
            <a:endParaRPr lang="es-CO"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4.png"/><Relationship Id="rId1" Type="http://schemas.openxmlformats.org/officeDocument/2006/relationships/slideLayout" Target="../slideLayouts/slideLayout1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3.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13.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l="-999" r="-999"/>
          </a:stretch>
        </a:blipFill>
        <a:effectLst/>
      </p:bgPr>
    </p:bg>
    <p:spTree>
      <p:nvGrpSpPr>
        <p:cNvPr id="1" name=""/>
        <p:cNvGrpSpPr/>
        <p:nvPr/>
      </p:nvGrpSpPr>
      <p:grpSpPr>
        <a:xfrm>
          <a:off x="0" y="0"/>
          <a:ext cx="0" cy="0"/>
          <a:chOff x="0" y="0"/>
          <a:chExt cx="0" cy="0"/>
        </a:xfrm>
      </p:grpSpPr>
      <p:sp>
        <p:nvSpPr>
          <p:cNvPr id="82" name="PlaceHolder 1"/>
          <p:cNvSpPr>
            <a:spLocks noGrp="1"/>
          </p:cNvSpPr>
          <p:nvPr>
            <p:ph type="title"/>
          </p:nvPr>
        </p:nvSpPr>
        <p:spPr>
          <a:xfrm>
            <a:off x="4144680" y="2810618"/>
            <a:ext cx="6655320" cy="949320"/>
          </a:xfrm>
          <a:prstGeom prst="rect">
            <a:avLst/>
          </a:prstGeom>
          <a:noFill/>
          <a:ln w="0">
            <a:noFill/>
          </a:ln>
        </p:spPr>
        <p:txBody>
          <a:bodyPr lIns="91440" tIns="45720" rIns="91440" bIns="45720" anchor="b">
            <a:noAutofit/>
          </a:bodyPr>
          <a:lstStyle/>
          <a:p>
            <a:pPr indent="0" algn="ctr" defTabSz="914400">
              <a:lnSpc>
                <a:spcPct val="90000"/>
              </a:lnSpc>
              <a:buNone/>
            </a:pPr>
            <a:r>
              <a:rPr lang="es-MX" sz="4800" b="1" strike="noStrike" spc="-1" dirty="0">
                <a:solidFill>
                  <a:schemeClr val="lt1"/>
                </a:solidFill>
                <a:latin typeface="Arial Black" panose="020B0A04020102020204" pitchFamily="34" charset="0"/>
              </a:rPr>
              <a:t>PROTOCOLO ATENCIÓN DE CÓDIGO ROJO </a:t>
            </a:r>
            <a:endParaRPr lang="es-CO" sz="4800" b="0" strike="noStrike" spc="-1" dirty="0">
              <a:solidFill>
                <a:schemeClr val="dk1"/>
              </a:solidFill>
              <a:latin typeface="Arial Black" panose="020B0A04020102020204" pitchFamily="34" charset="0"/>
            </a:endParaRPr>
          </a:p>
        </p:txBody>
      </p:sp>
      <p:sp>
        <p:nvSpPr>
          <p:cNvPr id="83" name="PlaceHolder 2"/>
          <p:cNvSpPr>
            <a:spLocks noGrp="1"/>
          </p:cNvSpPr>
          <p:nvPr>
            <p:ph type="subTitle"/>
          </p:nvPr>
        </p:nvSpPr>
        <p:spPr>
          <a:xfrm>
            <a:off x="2224396" y="4666255"/>
            <a:ext cx="9143640" cy="846360"/>
          </a:xfrm>
          <a:prstGeom prst="rect">
            <a:avLst/>
          </a:prstGeom>
          <a:noFill/>
          <a:ln w="0">
            <a:noFill/>
          </a:ln>
        </p:spPr>
        <p:txBody>
          <a:bodyPr lIns="91440" tIns="45720" rIns="91440" bIns="45720" anchor="t">
            <a:normAutofit fontScale="34980" lnSpcReduction="20000"/>
          </a:bodyPr>
          <a:lstStyle/>
          <a:p>
            <a:pPr indent="0" algn="ctr" defTabSz="914400">
              <a:lnSpc>
                <a:spcPct val="90000"/>
              </a:lnSpc>
              <a:spcBef>
                <a:spcPts val="1001"/>
              </a:spcBef>
              <a:buNone/>
              <a:tabLst>
                <a:tab pos="0" algn="l"/>
              </a:tabLst>
            </a:pPr>
            <a:r>
              <a:rPr lang="es-MX" sz="2400" b="0" strike="noStrike" spc="-1" dirty="0">
                <a:solidFill>
                  <a:schemeClr val="dk1"/>
                </a:solidFill>
                <a:latin typeface="Arial Black" panose="020B0A04020102020204" pitchFamily="34" charset="0"/>
              </a:rPr>
              <a:t>CAMILA DUARTE</a:t>
            </a:r>
            <a:endParaRPr lang="es-CO" sz="2400" b="0" strike="noStrike" spc="-1" dirty="0">
              <a:solidFill>
                <a:srgbClr val="000000"/>
              </a:solidFill>
              <a:latin typeface="Arial Black" panose="020B0A04020102020204" pitchFamily="34" charset="0"/>
            </a:endParaRPr>
          </a:p>
          <a:p>
            <a:pPr indent="0" algn="ctr" defTabSz="914400">
              <a:lnSpc>
                <a:spcPct val="90000"/>
              </a:lnSpc>
              <a:spcBef>
                <a:spcPts val="1001"/>
              </a:spcBef>
              <a:buNone/>
              <a:tabLst>
                <a:tab pos="0" algn="l"/>
              </a:tabLst>
            </a:pPr>
            <a:r>
              <a:rPr lang="es-MX" sz="2400" b="0" strike="noStrike" spc="-1" dirty="0">
                <a:solidFill>
                  <a:schemeClr val="dk1"/>
                </a:solidFill>
                <a:latin typeface="Arial Black" panose="020B0A04020102020204" pitchFamily="34" charset="0"/>
              </a:rPr>
              <a:t>ANDREA MUNEVAR</a:t>
            </a:r>
            <a:endParaRPr lang="es-CO" sz="2400" b="0" strike="noStrike" spc="-1" dirty="0">
              <a:solidFill>
                <a:srgbClr val="000000"/>
              </a:solidFill>
              <a:latin typeface="Arial Black" panose="020B0A04020102020204" pitchFamily="34" charset="0"/>
            </a:endParaRPr>
          </a:p>
          <a:p>
            <a:pPr indent="0" algn="ctr" defTabSz="914400">
              <a:lnSpc>
                <a:spcPct val="90000"/>
              </a:lnSpc>
              <a:spcBef>
                <a:spcPts val="1001"/>
              </a:spcBef>
              <a:buNone/>
              <a:tabLst>
                <a:tab pos="0" algn="l"/>
              </a:tabLst>
            </a:pPr>
            <a:r>
              <a:rPr lang="es-MX" sz="2400" b="0" strike="noStrike" spc="-1" dirty="0">
                <a:solidFill>
                  <a:schemeClr val="dk1"/>
                </a:solidFill>
                <a:latin typeface="Arial Black" panose="020B0A04020102020204" pitchFamily="34" charset="0"/>
              </a:rPr>
              <a:t>JOHANA GAMBOA </a:t>
            </a:r>
          </a:p>
          <a:p>
            <a:pPr indent="0" algn="ctr" defTabSz="914400">
              <a:lnSpc>
                <a:spcPct val="90000"/>
              </a:lnSpc>
              <a:spcBef>
                <a:spcPts val="1001"/>
              </a:spcBef>
              <a:buNone/>
              <a:tabLst>
                <a:tab pos="0" algn="l"/>
              </a:tabLst>
            </a:pPr>
            <a:r>
              <a:rPr lang="es-MX" sz="2400" spc="-1" dirty="0">
                <a:solidFill>
                  <a:schemeClr val="dk1"/>
                </a:solidFill>
                <a:latin typeface="Arial Black" panose="020B0A04020102020204" pitchFamily="34" charset="0"/>
              </a:rPr>
              <a:t>EQUIPO PRIMARIO GINECOLOGIA  SEPTIEMBRE 2025</a:t>
            </a:r>
            <a:endParaRPr lang="es-CO" sz="2400" b="0" strike="noStrike" spc="-1" dirty="0">
              <a:solidFill>
                <a:srgbClr val="000000"/>
              </a:solidFill>
              <a:latin typeface="Arial Black" panose="020B0A04020102020204" pitchFamily="34" charset="0"/>
            </a:endParaRPr>
          </a:p>
          <a:p>
            <a:pPr indent="0" algn="ctr" defTabSz="914400">
              <a:lnSpc>
                <a:spcPct val="90000"/>
              </a:lnSpc>
              <a:spcBef>
                <a:spcPts val="1001"/>
              </a:spcBef>
              <a:buNone/>
              <a:tabLst>
                <a:tab pos="0" algn="l"/>
              </a:tabLst>
            </a:pPr>
            <a:endParaRPr lang="es-CO" sz="2400" b="0" strike="noStrike" spc="-1" dirty="0">
              <a:solidFill>
                <a:srgbClr val="000000"/>
              </a:solidFill>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l="-999" r="-999"/>
          </a:stretch>
        </a:blipFill>
        <a:effectLst/>
      </p:bgPr>
    </p:bg>
    <p:spTree>
      <p:nvGrpSpPr>
        <p:cNvPr id="1" name=""/>
        <p:cNvGrpSpPr/>
        <p:nvPr/>
      </p:nvGrpSpPr>
      <p:grpSpPr>
        <a:xfrm>
          <a:off x="0" y="0"/>
          <a:ext cx="0" cy="0"/>
          <a:chOff x="0" y="0"/>
          <a:chExt cx="0" cy="0"/>
        </a:xfrm>
      </p:grpSpPr>
      <p:sp>
        <p:nvSpPr>
          <p:cNvPr id="85" name="Subtítulo 1"/>
          <p:cNvSpPr txBox="1"/>
          <p:nvPr/>
        </p:nvSpPr>
        <p:spPr>
          <a:xfrm>
            <a:off x="2104909" y="569553"/>
            <a:ext cx="9143640" cy="846360"/>
          </a:xfrm>
          <a:prstGeom prst="rect">
            <a:avLst/>
          </a:prstGeom>
          <a:noFill/>
          <a:ln w="0">
            <a:noFill/>
          </a:ln>
        </p:spPr>
        <p:txBody>
          <a:bodyPr anchor="t">
            <a:normAutofit/>
          </a:bodyPr>
          <a:lstStyle/>
          <a:p>
            <a:pPr algn="ctr" defTabSz="914400">
              <a:lnSpc>
                <a:spcPct val="90000"/>
              </a:lnSpc>
              <a:spcBef>
                <a:spcPts val="1001"/>
              </a:spcBef>
              <a:tabLst>
                <a:tab pos="0" algn="l"/>
              </a:tabLst>
            </a:pPr>
            <a:r>
              <a:rPr lang="es-MX" sz="2400" b="0" strike="noStrike" spc="-1" dirty="0">
                <a:solidFill>
                  <a:schemeClr val="dk1"/>
                </a:solidFill>
                <a:latin typeface="Arial Black" panose="020B0A04020102020204" pitchFamily="34" charset="0"/>
              </a:rPr>
              <a:t>OBJETIVO GÉNERAL </a:t>
            </a:r>
            <a:endParaRPr lang="es-CO" sz="2400" b="0" strike="noStrike" spc="-1" dirty="0">
              <a:solidFill>
                <a:srgbClr val="000000"/>
              </a:solidFill>
              <a:latin typeface="Arial Black" panose="020B0A04020102020204" pitchFamily="34" charset="0"/>
            </a:endParaRPr>
          </a:p>
          <a:p>
            <a:pPr algn="ctr" defTabSz="914400">
              <a:lnSpc>
                <a:spcPct val="90000"/>
              </a:lnSpc>
              <a:spcBef>
                <a:spcPts val="1001"/>
              </a:spcBef>
              <a:tabLst>
                <a:tab pos="0" algn="l"/>
              </a:tabLst>
            </a:pPr>
            <a:endParaRPr lang="es-CO" sz="2400" b="0" strike="noStrike" spc="-1" dirty="0">
              <a:solidFill>
                <a:srgbClr val="000000"/>
              </a:solidFill>
              <a:latin typeface="Arial"/>
            </a:endParaRPr>
          </a:p>
        </p:txBody>
      </p:sp>
      <p:sp>
        <p:nvSpPr>
          <p:cNvPr id="86" name="Subtítulo 3"/>
          <p:cNvSpPr txBox="1"/>
          <p:nvPr/>
        </p:nvSpPr>
        <p:spPr>
          <a:xfrm>
            <a:off x="2562546" y="3420000"/>
            <a:ext cx="8423640" cy="720000"/>
          </a:xfrm>
          <a:prstGeom prst="rect">
            <a:avLst/>
          </a:prstGeom>
          <a:noFill/>
          <a:ln w="0">
            <a:noFill/>
          </a:ln>
        </p:spPr>
        <p:txBody>
          <a:bodyPr anchor="t">
            <a:normAutofit/>
          </a:bodyPr>
          <a:lstStyle/>
          <a:p>
            <a:pPr algn="ctr" defTabSz="914400">
              <a:lnSpc>
                <a:spcPct val="90000"/>
              </a:lnSpc>
              <a:spcBef>
                <a:spcPts val="1001"/>
              </a:spcBef>
              <a:tabLst>
                <a:tab pos="0" algn="l"/>
              </a:tabLst>
            </a:pPr>
            <a:r>
              <a:rPr lang="es-MX" sz="2400" b="0" strike="noStrike" spc="-1" dirty="0">
                <a:solidFill>
                  <a:schemeClr val="dk1"/>
                </a:solidFill>
                <a:latin typeface="Arial Black" panose="020B0A04020102020204" pitchFamily="34" charset="0"/>
              </a:rPr>
              <a:t>OBJETIVOS ESPECÍFICOS   </a:t>
            </a:r>
            <a:endParaRPr lang="es-CO" sz="2400" b="0" strike="noStrike" spc="-1" dirty="0">
              <a:solidFill>
                <a:srgbClr val="000000"/>
              </a:solidFill>
              <a:latin typeface="Arial Black" panose="020B0A04020102020204" pitchFamily="34" charset="0"/>
            </a:endParaRPr>
          </a:p>
          <a:p>
            <a:pPr algn="ctr" defTabSz="914400">
              <a:lnSpc>
                <a:spcPct val="90000"/>
              </a:lnSpc>
              <a:spcBef>
                <a:spcPts val="1001"/>
              </a:spcBef>
              <a:tabLst>
                <a:tab pos="0" algn="l"/>
              </a:tabLst>
            </a:pPr>
            <a:endParaRPr lang="es-CO" sz="2400" b="0" strike="noStrike" spc="-1" dirty="0">
              <a:solidFill>
                <a:srgbClr val="000000"/>
              </a:solidFill>
              <a:latin typeface="Arial"/>
            </a:endParaRPr>
          </a:p>
        </p:txBody>
      </p:sp>
      <p:sp>
        <p:nvSpPr>
          <p:cNvPr id="87" name="CuadroTexto 86"/>
          <p:cNvSpPr txBox="1"/>
          <p:nvPr/>
        </p:nvSpPr>
        <p:spPr>
          <a:xfrm>
            <a:off x="1071349" y="4462571"/>
            <a:ext cx="8280000" cy="1882080"/>
          </a:xfrm>
          <a:prstGeom prst="rect">
            <a:avLst/>
          </a:prstGeom>
          <a:noFill/>
          <a:ln w="0">
            <a:noFill/>
          </a:ln>
        </p:spPr>
        <p:txBody>
          <a:bodyPr lIns="90000" tIns="45000" rIns="90000" bIns="45000" anchor="t">
            <a:noAutofit/>
          </a:bodyPr>
          <a:lstStyle/>
          <a:p>
            <a:pPr marL="285750" indent="-285750">
              <a:buFont typeface="Wingdings" panose="05000000000000000000" pitchFamily="2" charset="2"/>
              <a:buChar char="ü"/>
            </a:pPr>
            <a:r>
              <a:rPr lang="es-CO" sz="1800" b="0" strike="noStrike" spc="-1" dirty="0">
                <a:solidFill>
                  <a:srgbClr val="000000"/>
                </a:solidFill>
                <a:latin typeface="Arial"/>
              </a:rPr>
              <a:t>Protocolizar las mejores prácticas para el manejo de la hemorragia postparto, a través de una atención basada en la evidencia científica.</a:t>
            </a:r>
          </a:p>
          <a:p>
            <a:endParaRPr lang="es-CO" sz="1800" b="0" strike="noStrike" spc="-1" dirty="0">
              <a:solidFill>
                <a:srgbClr val="000000"/>
              </a:solidFill>
              <a:latin typeface="Arial"/>
            </a:endParaRPr>
          </a:p>
          <a:p>
            <a:pPr marL="285750" indent="-285750">
              <a:buFont typeface="Wingdings" panose="05000000000000000000" pitchFamily="2" charset="2"/>
              <a:buChar char="ü"/>
            </a:pPr>
            <a:r>
              <a:rPr lang="es-CO" sz="1800" b="0" strike="noStrike" spc="-1" dirty="0">
                <a:solidFill>
                  <a:srgbClr val="000000"/>
                </a:solidFill>
                <a:latin typeface="Arial"/>
              </a:rPr>
              <a:t>Socializar el protocolo de código rojo con los colaboradores de la institución</a:t>
            </a:r>
          </a:p>
          <a:p>
            <a:endParaRPr lang="es-CO" sz="1800" b="0" strike="noStrike" spc="-1" dirty="0">
              <a:solidFill>
                <a:srgbClr val="000000"/>
              </a:solidFill>
              <a:latin typeface="Arial"/>
            </a:endParaRPr>
          </a:p>
          <a:p>
            <a:pPr marL="285750" indent="-285750">
              <a:buFont typeface="Wingdings" panose="05000000000000000000" pitchFamily="2" charset="2"/>
              <a:buChar char="ü"/>
            </a:pPr>
            <a:r>
              <a:rPr lang="es-CO" sz="1800" b="0" strike="noStrike" spc="-1" dirty="0">
                <a:solidFill>
                  <a:srgbClr val="000000"/>
                </a:solidFill>
                <a:latin typeface="Arial"/>
              </a:rPr>
              <a:t>Facilitar el reconocimiento de la paciente con hemorragia pos parto e introducir el diagnostico rutinario y objetivo del choque hipovolémico </a:t>
            </a:r>
          </a:p>
        </p:txBody>
      </p:sp>
      <p:pic>
        <p:nvPicPr>
          <p:cNvPr id="88" name="Imagen 87"/>
          <p:cNvPicPr/>
          <p:nvPr/>
        </p:nvPicPr>
        <p:blipFill>
          <a:blip r:embed="rId3"/>
          <a:stretch/>
        </p:blipFill>
        <p:spPr>
          <a:xfrm>
            <a:off x="9232539" y="4301285"/>
            <a:ext cx="1851098" cy="2204651"/>
          </a:xfrm>
          <a:prstGeom prst="rect">
            <a:avLst/>
          </a:prstGeom>
          <a:ln w="0">
            <a:noFill/>
          </a:ln>
        </p:spPr>
      </p:pic>
      <p:sp>
        <p:nvSpPr>
          <p:cNvPr id="2" name="Rectángulo 1"/>
          <p:cNvSpPr/>
          <p:nvPr/>
        </p:nvSpPr>
        <p:spPr>
          <a:xfrm>
            <a:off x="2684105" y="1260000"/>
            <a:ext cx="8683255" cy="1834920"/>
          </a:xfrm>
          <a:prstGeom prst="rect">
            <a:avLst/>
          </a:prstGeom>
          <a:solidFill>
            <a:schemeClr val="bg1"/>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p:cNvSpPr txBox="1"/>
          <p:nvPr/>
        </p:nvSpPr>
        <p:spPr>
          <a:xfrm>
            <a:off x="2785500" y="1504729"/>
            <a:ext cx="8581860" cy="1370160"/>
          </a:xfrm>
          <a:prstGeom prst="rect">
            <a:avLst/>
          </a:prstGeom>
          <a:noFill/>
          <a:ln w="0">
            <a:noFill/>
          </a:ln>
        </p:spPr>
        <p:txBody>
          <a:bodyPr lIns="90000" tIns="45000" rIns="90000" bIns="45000" anchor="t">
            <a:noAutofit/>
          </a:bodyPr>
          <a:lstStyle/>
          <a:p>
            <a:r>
              <a:rPr lang="es-CO" sz="1800" b="0" strike="noStrike" spc="-1" dirty="0">
                <a:solidFill>
                  <a:srgbClr val="000000"/>
                </a:solidFill>
                <a:latin typeface="Arial"/>
              </a:rPr>
              <a:t>Orientar la atención sistemática, rápida, oportuna y en equipo de la hemorragia obstétrica en los profesionales  de salud del Hospital Regional de Moniquirá, teniendo en cuenta los protocolos a nivel nacional, para disminuir la morbi-mortalidad materna y perinatal causada por las principales complicaciones durante el embarazo, parto y postparto.</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l="-999" r="-999"/>
          </a:stretch>
        </a:blipFill>
        <a:effectLst/>
      </p:bgPr>
    </p:bg>
    <p:spTree>
      <p:nvGrpSpPr>
        <p:cNvPr id="1" name=""/>
        <p:cNvGrpSpPr/>
        <p:nvPr/>
      </p:nvGrpSpPr>
      <p:grpSpPr>
        <a:xfrm>
          <a:off x="0" y="0"/>
          <a:ext cx="0" cy="0"/>
          <a:chOff x="0" y="0"/>
          <a:chExt cx="0" cy="0"/>
        </a:xfrm>
      </p:grpSpPr>
      <p:sp>
        <p:nvSpPr>
          <p:cNvPr id="89" name="Subtítulo 4"/>
          <p:cNvSpPr txBox="1"/>
          <p:nvPr/>
        </p:nvSpPr>
        <p:spPr>
          <a:xfrm>
            <a:off x="1329415" y="178106"/>
            <a:ext cx="9143640" cy="846360"/>
          </a:xfrm>
          <a:prstGeom prst="rect">
            <a:avLst/>
          </a:prstGeom>
          <a:noFill/>
          <a:ln w="0">
            <a:noFill/>
          </a:ln>
        </p:spPr>
        <p:txBody>
          <a:bodyPr anchor="t">
            <a:normAutofit fontScale="96628" lnSpcReduction="10000"/>
          </a:bodyPr>
          <a:lstStyle/>
          <a:p>
            <a:pPr algn="ctr" defTabSz="914400">
              <a:lnSpc>
                <a:spcPct val="90000"/>
              </a:lnSpc>
              <a:spcBef>
                <a:spcPts val="1001"/>
              </a:spcBef>
              <a:tabLst>
                <a:tab pos="0" algn="l"/>
              </a:tabLst>
            </a:pPr>
            <a:r>
              <a:rPr lang="es-MX" sz="2500" b="0" strike="noStrike" spc="-1" dirty="0">
                <a:solidFill>
                  <a:schemeClr val="dk1"/>
                </a:solidFill>
                <a:latin typeface="Arial Black" panose="020B0A04020102020204" pitchFamily="34" charset="0"/>
              </a:rPr>
              <a:t>TÉRMINOS</a:t>
            </a:r>
            <a:endParaRPr lang="es-CO" sz="2500" b="0" strike="noStrike" spc="-1" dirty="0">
              <a:solidFill>
                <a:srgbClr val="000000"/>
              </a:solidFill>
              <a:latin typeface="Arial Black" panose="020B0A04020102020204" pitchFamily="34" charset="0"/>
            </a:endParaRPr>
          </a:p>
          <a:p>
            <a:pPr algn="ctr" defTabSz="914400">
              <a:lnSpc>
                <a:spcPct val="90000"/>
              </a:lnSpc>
              <a:spcBef>
                <a:spcPts val="1001"/>
              </a:spcBef>
              <a:tabLst>
                <a:tab pos="0" algn="l"/>
              </a:tabLst>
            </a:pPr>
            <a:r>
              <a:rPr lang="es-MX" sz="2400" b="0" strike="noStrike" spc="-1" dirty="0">
                <a:solidFill>
                  <a:schemeClr val="dk1"/>
                </a:solidFill>
                <a:latin typeface="Calibri"/>
              </a:rPr>
              <a:t> </a:t>
            </a:r>
            <a:endParaRPr lang="es-CO" sz="2400" b="0" strike="noStrike" spc="-1" dirty="0">
              <a:solidFill>
                <a:srgbClr val="000000"/>
              </a:solidFill>
              <a:latin typeface="Arial"/>
            </a:endParaRPr>
          </a:p>
          <a:p>
            <a:pPr algn="ctr" defTabSz="914400">
              <a:lnSpc>
                <a:spcPct val="90000"/>
              </a:lnSpc>
              <a:spcBef>
                <a:spcPts val="1001"/>
              </a:spcBef>
              <a:tabLst>
                <a:tab pos="0" algn="l"/>
              </a:tabLst>
            </a:pPr>
            <a:endParaRPr lang="es-CO" sz="2400" b="0" strike="noStrike" spc="-1" dirty="0">
              <a:solidFill>
                <a:srgbClr val="000000"/>
              </a:solidFill>
              <a:latin typeface="Arial"/>
            </a:endParaRPr>
          </a:p>
        </p:txBody>
      </p:sp>
      <p:grpSp>
        <p:nvGrpSpPr>
          <p:cNvPr id="5" name="Grupo 4"/>
          <p:cNvGrpSpPr/>
          <p:nvPr/>
        </p:nvGrpSpPr>
        <p:grpSpPr>
          <a:xfrm>
            <a:off x="506098" y="1024467"/>
            <a:ext cx="3672075" cy="2813094"/>
            <a:chOff x="600746" y="-254465"/>
            <a:chExt cx="7739055" cy="738000"/>
          </a:xfrm>
        </p:grpSpPr>
        <p:sp>
          <p:nvSpPr>
            <p:cNvPr id="6" name="Rectángulo redondeado 5"/>
            <p:cNvSpPr/>
            <p:nvPr/>
          </p:nvSpPr>
          <p:spPr>
            <a:xfrm>
              <a:off x="600747" y="-254465"/>
              <a:ext cx="7739054" cy="738000"/>
            </a:xfrm>
            <a:prstGeom prst="roundRect">
              <a:avLst/>
            </a:prstGeom>
            <a:solidFill>
              <a:schemeClr val="bg1"/>
            </a:solidFill>
            <a:ln>
              <a:solidFill>
                <a:srgbClr val="FF0000"/>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s-CO"/>
            </a:p>
          </p:txBody>
        </p:sp>
        <p:sp>
          <p:nvSpPr>
            <p:cNvPr id="7" name="CuadroTexto 6"/>
            <p:cNvSpPr txBox="1"/>
            <p:nvPr/>
          </p:nvSpPr>
          <p:spPr>
            <a:xfrm>
              <a:off x="600746" y="-218439"/>
              <a:ext cx="7703028" cy="66594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215053" tIns="0" rIns="215053" bIns="0" numCol="1" spcCol="1270" anchor="ctr" anchorCtr="0">
              <a:noAutofit/>
            </a:bodyPr>
            <a:lstStyle/>
            <a:p>
              <a:pPr lvl="0" algn="l" defTabSz="800100">
                <a:lnSpc>
                  <a:spcPct val="90000"/>
                </a:lnSpc>
                <a:spcBef>
                  <a:spcPct val="0"/>
                </a:spcBef>
                <a:spcAft>
                  <a:spcPct val="35000"/>
                </a:spcAft>
              </a:pPr>
              <a:r>
                <a:rPr lang="es-MX" sz="1800" b="1" strike="noStrike" kern="1200" spc="-1" dirty="0">
                  <a:solidFill>
                    <a:srgbClr val="FF0000"/>
                  </a:solidFill>
                  <a:latin typeface="Arial" panose="020B0604020202020204" pitchFamily="34" charset="0"/>
                  <a:cs typeface="Arial" panose="020B0604020202020204" pitchFamily="34" charset="0"/>
                </a:rPr>
                <a:t>CÓDIGO ROJO:</a:t>
              </a:r>
            </a:p>
            <a:p>
              <a:pPr lvl="0" algn="l" defTabSz="800100">
                <a:lnSpc>
                  <a:spcPct val="90000"/>
                </a:lnSpc>
                <a:spcBef>
                  <a:spcPct val="0"/>
                </a:spcBef>
                <a:spcAft>
                  <a:spcPct val="35000"/>
                </a:spcAft>
              </a:pPr>
              <a:r>
                <a:rPr lang="es-MX" sz="1800" b="0" strike="noStrike" kern="1200" spc="-1" dirty="0">
                  <a:solidFill>
                    <a:schemeClr val="dk1"/>
                  </a:solidFill>
                  <a:latin typeface="Arial" panose="020B0604020202020204" pitchFamily="34" charset="0"/>
                  <a:cs typeface="Arial" panose="020B0604020202020204" pitchFamily="34" charset="0"/>
                </a:rPr>
                <a:t>consiste en crear un esquema de trabajo organizado, de tal manera que cuando se presente una hemorragia obstétrica se tenga el equipo asistencial siempre listo para atender de manera oportuna el evento</a:t>
              </a:r>
              <a:endParaRPr lang="es-ES" sz="1800" kern="1200" dirty="0">
                <a:latin typeface="Arial" panose="020B0604020202020204" pitchFamily="34" charset="0"/>
                <a:cs typeface="Arial" panose="020B0604020202020204" pitchFamily="34" charset="0"/>
              </a:endParaRPr>
            </a:p>
          </p:txBody>
        </p:sp>
      </p:grpSp>
      <p:graphicFrame>
        <p:nvGraphicFramePr>
          <p:cNvPr id="8" name="Diagrama 7"/>
          <p:cNvGraphicFramePr/>
          <p:nvPr>
            <p:extLst>
              <p:ext uri="{D42A27DB-BD31-4B8C-83A1-F6EECF244321}">
                <p14:modId xmlns:p14="http://schemas.microsoft.com/office/powerpoint/2010/main" val="2141521058"/>
              </p:ext>
            </p:extLst>
          </p:nvPr>
        </p:nvGraphicFramePr>
        <p:xfrm>
          <a:off x="4857046" y="885921"/>
          <a:ext cx="6294882"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9680595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l="-999" r="-999"/>
          </a:stretch>
        </a:blipFill>
        <a:effectLst/>
      </p:bgPr>
    </p:bg>
    <p:spTree>
      <p:nvGrpSpPr>
        <p:cNvPr id="1" name=""/>
        <p:cNvGrpSpPr/>
        <p:nvPr/>
      </p:nvGrpSpPr>
      <p:grpSpPr>
        <a:xfrm>
          <a:off x="0" y="0"/>
          <a:ext cx="0" cy="0"/>
          <a:chOff x="0" y="0"/>
          <a:chExt cx="0" cy="0"/>
        </a:xfrm>
      </p:grpSpPr>
      <p:sp>
        <p:nvSpPr>
          <p:cNvPr id="89" name="Subtítulo 4"/>
          <p:cNvSpPr txBox="1"/>
          <p:nvPr/>
        </p:nvSpPr>
        <p:spPr>
          <a:xfrm>
            <a:off x="1329415" y="178106"/>
            <a:ext cx="9143640" cy="846360"/>
          </a:xfrm>
          <a:prstGeom prst="rect">
            <a:avLst/>
          </a:prstGeom>
          <a:noFill/>
          <a:ln w="0">
            <a:noFill/>
          </a:ln>
        </p:spPr>
        <p:txBody>
          <a:bodyPr anchor="t">
            <a:normAutofit fontScale="96628" lnSpcReduction="10000"/>
          </a:bodyPr>
          <a:lstStyle/>
          <a:p>
            <a:pPr algn="ctr" defTabSz="914400">
              <a:lnSpc>
                <a:spcPct val="90000"/>
              </a:lnSpc>
              <a:spcBef>
                <a:spcPts val="1001"/>
              </a:spcBef>
              <a:tabLst>
                <a:tab pos="0" algn="l"/>
              </a:tabLst>
            </a:pPr>
            <a:r>
              <a:rPr lang="es-MX" sz="2500" b="0" strike="noStrike" spc="-1" dirty="0">
                <a:solidFill>
                  <a:schemeClr val="dk1"/>
                </a:solidFill>
                <a:latin typeface="Arial Black" panose="020B0A04020102020204" pitchFamily="34" charset="0"/>
              </a:rPr>
              <a:t>TÉRMINOS</a:t>
            </a:r>
            <a:endParaRPr lang="es-CO" sz="2500" b="0" strike="noStrike" spc="-1" dirty="0">
              <a:solidFill>
                <a:srgbClr val="000000"/>
              </a:solidFill>
              <a:latin typeface="Arial Black" panose="020B0A04020102020204" pitchFamily="34" charset="0"/>
            </a:endParaRPr>
          </a:p>
          <a:p>
            <a:pPr algn="ctr" defTabSz="914400">
              <a:lnSpc>
                <a:spcPct val="90000"/>
              </a:lnSpc>
              <a:spcBef>
                <a:spcPts val="1001"/>
              </a:spcBef>
              <a:tabLst>
                <a:tab pos="0" algn="l"/>
              </a:tabLst>
            </a:pPr>
            <a:r>
              <a:rPr lang="es-MX" sz="2400" b="0" strike="noStrike" spc="-1" dirty="0">
                <a:solidFill>
                  <a:schemeClr val="dk1"/>
                </a:solidFill>
                <a:latin typeface="Calibri"/>
              </a:rPr>
              <a:t> </a:t>
            </a:r>
            <a:endParaRPr lang="es-CO" sz="2400" b="0" strike="noStrike" spc="-1" dirty="0">
              <a:solidFill>
                <a:srgbClr val="000000"/>
              </a:solidFill>
              <a:latin typeface="Arial"/>
            </a:endParaRPr>
          </a:p>
          <a:p>
            <a:pPr algn="ctr" defTabSz="914400">
              <a:lnSpc>
                <a:spcPct val="90000"/>
              </a:lnSpc>
              <a:spcBef>
                <a:spcPts val="1001"/>
              </a:spcBef>
              <a:tabLst>
                <a:tab pos="0" algn="l"/>
              </a:tabLst>
            </a:pPr>
            <a:endParaRPr lang="es-CO" sz="2400" b="0" strike="noStrike" spc="-1" dirty="0">
              <a:solidFill>
                <a:srgbClr val="000000"/>
              </a:solidFill>
              <a:latin typeface="Arial"/>
            </a:endParaRPr>
          </a:p>
        </p:txBody>
      </p:sp>
      <p:grpSp>
        <p:nvGrpSpPr>
          <p:cNvPr id="5" name="Grupo 4"/>
          <p:cNvGrpSpPr/>
          <p:nvPr/>
        </p:nvGrpSpPr>
        <p:grpSpPr>
          <a:xfrm>
            <a:off x="630824" y="1601109"/>
            <a:ext cx="3672075" cy="2813094"/>
            <a:chOff x="600746" y="-254465"/>
            <a:chExt cx="7739055" cy="738000"/>
          </a:xfrm>
        </p:grpSpPr>
        <p:sp>
          <p:nvSpPr>
            <p:cNvPr id="6" name="Rectángulo redondeado 5"/>
            <p:cNvSpPr/>
            <p:nvPr/>
          </p:nvSpPr>
          <p:spPr>
            <a:xfrm>
              <a:off x="600747" y="-254465"/>
              <a:ext cx="7739054" cy="738000"/>
            </a:xfrm>
            <a:prstGeom prst="roundRect">
              <a:avLst/>
            </a:prstGeom>
            <a:solidFill>
              <a:schemeClr val="bg1"/>
            </a:solidFill>
            <a:ln>
              <a:solidFill>
                <a:srgbClr val="FF0000"/>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s-CO"/>
            </a:p>
          </p:txBody>
        </p:sp>
        <p:sp>
          <p:nvSpPr>
            <p:cNvPr id="7" name="CuadroTexto 6"/>
            <p:cNvSpPr txBox="1"/>
            <p:nvPr/>
          </p:nvSpPr>
          <p:spPr>
            <a:xfrm>
              <a:off x="600746" y="-218439"/>
              <a:ext cx="7703028" cy="66594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215053" tIns="0" rIns="215053" bIns="0" numCol="1" spcCol="1270" anchor="ctr" anchorCtr="0">
              <a:noAutofit/>
            </a:bodyPr>
            <a:lstStyle/>
            <a:p>
              <a:pPr lvl="0" algn="l" defTabSz="800100">
                <a:lnSpc>
                  <a:spcPct val="90000"/>
                </a:lnSpc>
                <a:spcBef>
                  <a:spcPct val="0"/>
                </a:spcBef>
                <a:spcAft>
                  <a:spcPct val="35000"/>
                </a:spcAft>
              </a:pPr>
              <a:endParaRPr lang="es-ES" sz="1800" kern="1200" dirty="0">
                <a:latin typeface="Arial" panose="020B0604020202020204" pitchFamily="34" charset="0"/>
                <a:cs typeface="Arial" panose="020B0604020202020204" pitchFamily="34" charset="0"/>
              </a:endParaRPr>
            </a:p>
          </p:txBody>
        </p:sp>
      </p:grpSp>
      <p:sp>
        <p:nvSpPr>
          <p:cNvPr id="2" name="Rectángulo 1"/>
          <p:cNvSpPr/>
          <p:nvPr/>
        </p:nvSpPr>
        <p:spPr>
          <a:xfrm>
            <a:off x="647918" y="1933674"/>
            <a:ext cx="3865418" cy="2343206"/>
          </a:xfrm>
          <a:prstGeom prst="rect">
            <a:avLst/>
          </a:prstGeom>
        </p:spPr>
        <p:txBody>
          <a:bodyPr wrap="square">
            <a:spAutoFit/>
          </a:bodyPr>
          <a:lstStyle/>
          <a:p>
            <a:pPr>
              <a:lnSpc>
                <a:spcPct val="90000"/>
              </a:lnSpc>
              <a:spcBef>
                <a:spcPts val="1001"/>
              </a:spcBef>
              <a:tabLst>
                <a:tab pos="0" algn="l"/>
              </a:tabLst>
            </a:pPr>
            <a:r>
              <a:rPr lang="es-MX" b="1" spc="-1" dirty="0">
                <a:solidFill>
                  <a:srgbClr val="FF0000"/>
                </a:solidFill>
                <a:latin typeface="Arial" panose="020B0604020202020204" pitchFamily="34" charset="0"/>
                <a:cs typeface="Arial" panose="020B0604020202020204" pitchFamily="34" charset="0"/>
              </a:rPr>
              <a:t>HEMORRAGIA POS PARTO SEVERA: </a:t>
            </a:r>
          </a:p>
          <a:p>
            <a:pPr>
              <a:lnSpc>
                <a:spcPct val="90000"/>
              </a:lnSpc>
              <a:spcBef>
                <a:spcPts val="1001"/>
              </a:spcBef>
              <a:tabLst>
                <a:tab pos="0" algn="l"/>
              </a:tabLst>
            </a:pPr>
            <a:r>
              <a:rPr lang="es-MX" spc="-1" dirty="0">
                <a:solidFill>
                  <a:schemeClr val="dk1"/>
                </a:solidFill>
              </a:rPr>
              <a:t>Pérdida de todo el volumen de sangre en un período de 24 horas.  </a:t>
            </a:r>
            <a:endParaRPr lang="es-CO" spc="-1" dirty="0">
              <a:solidFill>
                <a:srgbClr val="000000"/>
              </a:solidFill>
              <a:latin typeface="Arial"/>
            </a:endParaRPr>
          </a:p>
          <a:p>
            <a:pPr>
              <a:lnSpc>
                <a:spcPct val="90000"/>
              </a:lnSpc>
              <a:spcBef>
                <a:spcPts val="1001"/>
              </a:spcBef>
              <a:tabLst>
                <a:tab pos="0" algn="l"/>
              </a:tabLst>
            </a:pPr>
            <a:r>
              <a:rPr lang="es-MX" spc="-1" dirty="0">
                <a:solidFill>
                  <a:schemeClr val="dk1"/>
                </a:solidFill>
              </a:rPr>
              <a:t>- Sangrado que ocurre a una velocidad superior de 150ml/</a:t>
            </a:r>
            <a:r>
              <a:rPr lang="es-MX" spc="-1" dirty="0" err="1">
                <a:solidFill>
                  <a:schemeClr val="dk1"/>
                </a:solidFill>
              </a:rPr>
              <a:t>mín</a:t>
            </a:r>
            <a:r>
              <a:rPr lang="es-MX" spc="-1" dirty="0">
                <a:solidFill>
                  <a:schemeClr val="dk1"/>
                </a:solidFill>
              </a:rPr>
              <a:t>  , causando pérdida del 50% del volumen en 20 minutos.</a:t>
            </a:r>
            <a:endParaRPr lang="es-CO" spc="-1" dirty="0">
              <a:solidFill>
                <a:srgbClr val="000000"/>
              </a:solidFill>
              <a:latin typeface="Arial"/>
            </a:endParaRPr>
          </a:p>
        </p:txBody>
      </p:sp>
      <p:grpSp>
        <p:nvGrpSpPr>
          <p:cNvPr id="9" name="Grupo 8"/>
          <p:cNvGrpSpPr/>
          <p:nvPr/>
        </p:nvGrpSpPr>
        <p:grpSpPr>
          <a:xfrm>
            <a:off x="6800980" y="1601109"/>
            <a:ext cx="3672075" cy="2813094"/>
            <a:chOff x="600746" y="-254465"/>
            <a:chExt cx="7739055" cy="738000"/>
          </a:xfrm>
        </p:grpSpPr>
        <p:sp>
          <p:nvSpPr>
            <p:cNvPr id="10" name="Rectángulo redondeado 9"/>
            <p:cNvSpPr/>
            <p:nvPr/>
          </p:nvSpPr>
          <p:spPr>
            <a:xfrm>
              <a:off x="600747" y="-254465"/>
              <a:ext cx="7739054" cy="738000"/>
            </a:xfrm>
            <a:prstGeom prst="roundRect">
              <a:avLst/>
            </a:prstGeom>
            <a:solidFill>
              <a:schemeClr val="bg1"/>
            </a:solidFill>
            <a:ln>
              <a:solidFill>
                <a:srgbClr val="FF0000"/>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s-CO"/>
            </a:p>
          </p:txBody>
        </p:sp>
        <p:sp>
          <p:nvSpPr>
            <p:cNvPr id="11" name="CuadroTexto 10"/>
            <p:cNvSpPr txBox="1"/>
            <p:nvPr/>
          </p:nvSpPr>
          <p:spPr>
            <a:xfrm>
              <a:off x="600746" y="-218439"/>
              <a:ext cx="7703028" cy="66594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215053" tIns="0" rIns="215053" bIns="0" numCol="1" spcCol="1270" anchor="ctr" anchorCtr="0">
              <a:noAutofit/>
            </a:bodyPr>
            <a:lstStyle/>
            <a:p>
              <a:pPr lvl="0" algn="l" defTabSz="800100">
                <a:lnSpc>
                  <a:spcPct val="90000"/>
                </a:lnSpc>
                <a:spcBef>
                  <a:spcPct val="0"/>
                </a:spcBef>
                <a:spcAft>
                  <a:spcPct val="35000"/>
                </a:spcAft>
              </a:pPr>
              <a:endParaRPr lang="es-ES" sz="1800" kern="1200" dirty="0">
                <a:latin typeface="Arial" panose="020B0604020202020204" pitchFamily="34" charset="0"/>
                <a:cs typeface="Arial" panose="020B0604020202020204" pitchFamily="34" charset="0"/>
              </a:endParaRPr>
            </a:p>
          </p:txBody>
        </p:sp>
      </p:grpSp>
      <p:sp>
        <p:nvSpPr>
          <p:cNvPr id="4" name="CuadroTexto 3"/>
          <p:cNvSpPr txBox="1"/>
          <p:nvPr/>
        </p:nvSpPr>
        <p:spPr>
          <a:xfrm>
            <a:off x="7011417" y="1718698"/>
            <a:ext cx="3103418" cy="2592505"/>
          </a:xfrm>
          <a:prstGeom prst="rect">
            <a:avLst/>
          </a:prstGeom>
          <a:noFill/>
        </p:spPr>
        <p:txBody>
          <a:bodyPr wrap="square" rtlCol="0">
            <a:spAutoFit/>
          </a:bodyPr>
          <a:lstStyle/>
          <a:p>
            <a:pPr>
              <a:lnSpc>
                <a:spcPct val="90000"/>
              </a:lnSpc>
              <a:spcBef>
                <a:spcPts val="1001"/>
              </a:spcBef>
              <a:tabLst>
                <a:tab pos="0" algn="l"/>
              </a:tabLst>
            </a:pPr>
            <a:r>
              <a:rPr lang="es-MX" b="1" spc="-1" dirty="0">
                <a:solidFill>
                  <a:srgbClr val="FF0000"/>
                </a:solidFill>
              </a:rPr>
              <a:t>SHOCK HIPOVOLEMICO.</a:t>
            </a:r>
            <a:endParaRPr lang="es-CO" b="1" spc="-1" dirty="0">
              <a:solidFill>
                <a:srgbClr val="FF0000"/>
              </a:solidFill>
              <a:latin typeface="Arial"/>
            </a:endParaRPr>
          </a:p>
          <a:p>
            <a:pPr>
              <a:lnSpc>
                <a:spcPct val="90000"/>
              </a:lnSpc>
              <a:spcBef>
                <a:spcPts val="1001"/>
              </a:spcBef>
              <a:tabLst>
                <a:tab pos="0" algn="l"/>
              </a:tabLst>
            </a:pPr>
            <a:r>
              <a:rPr lang="es-MX" spc="-1" dirty="0">
                <a:solidFill>
                  <a:schemeClr val="dk1"/>
                </a:solidFill>
              </a:rPr>
              <a:t>es la expresión clínica de insuficiencia circulatoria que resulta en una utilización inadecuada del oxígeno a nivel celular. </a:t>
            </a:r>
            <a:endParaRPr lang="es-CO" spc="-1" dirty="0">
              <a:solidFill>
                <a:srgbClr val="000000"/>
              </a:solidFill>
              <a:latin typeface="Arial"/>
            </a:endParaRPr>
          </a:p>
          <a:p>
            <a:pPr>
              <a:lnSpc>
                <a:spcPct val="90000"/>
              </a:lnSpc>
              <a:spcBef>
                <a:spcPts val="1001"/>
              </a:spcBef>
              <a:tabLst>
                <a:tab pos="0" algn="l"/>
              </a:tabLst>
            </a:pPr>
            <a:r>
              <a:rPr lang="es-MX" spc="-1" dirty="0">
                <a:solidFill>
                  <a:schemeClr val="dk1"/>
                </a:solidFill>
              </a:rPr>
              <a:t>Criterios: Hipotensión arterial sistémica: PAS menor a 90 </a:t>
            </a:r>
            <a:r>
              <a:rPr lang="es-MX" spc="-1" dirty="0" err="1">
                <a:solidFill>
                  <a:schemeClr val="dk1"/>
                </a:solidFill>
              </a:rPr>
              <a:t>mmhg</a:t>
            </a:r>
            <a:r>
              <a:rPr lang="es-MX" spc="-1" dirty="0">
                <a:solidFill>
                  <a:schemeClr val="dk1"/>
                </a:solidFill>
              </a:rPr>
              <a:t>, PAM menor a 70 </a:t>
            </a:r>
            <a:r>
              <a:rPr lang="es-MX" spc="-1" dirty="0" err="1">
                <a:solidFill>
                  <a:schemeClr val="dk1"/>
                </a:solidFill>
              </a:rPr>
              <a:t>mmhg</a:t>
            </a:r>
            <a:r>
              <a:rPr lang="es-MX" spc="-1" dirty="0">
                <a:solidFill>
                  <a:schemeClr val="dk1"/>
                </a:solidFill>
              </a:rPr>
              <a:t> </a:t>
            </a:r>
            <a:endParaRPr lang="es-CO" spc="-1" dirty="0">
              <a:solidFill>
                <a:srgbClr val="000000"/>
              </a:solidFill>
              <a:latin typeface="Arial"/>
            </a:endParaRPr>
          </a:p>
        </p:txBody>
      </p:sp>
    </p:spTree>
    <p:extLst>
      <p:ext uri="{BB962C8B-B14F-4D97-AF65-F5344CB8AC3E}">
        <p14:creationId xmlns:p14="http://schemas.microsoft.com/office/powerpoint/2010/main" val="22259307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l="-999" r="-999"/>
          </a:stretch>
        </a:blipFill>
        <a:effectLst/>
      </p:bgPr>
    </p:bg>
    <p:spTree>
      <p:nvGrpSpPr>
        <p:cNvPr id="1" name=""/>
        <p:cNvGrpSpPr/>
        <p:nvPr/>
      </p:nvGrpSpPr>
      <p:grpSpPr>
        <a:xfrm>
          <a:off x="0" y="0"/>
          <a:ext cx="0" cy="0"/>
          <a:chOff x="0" y="0"/>
          <a:chExt cx="0" cy="0"/>
        </a:xfrm>
      </p:grpSpPr>
      <p:sp>
        <p:nvSpPr>
          <p:cNvPr id="90" name="Subtítulo 5"/>
          <p:cNvSpPr txBox="1"/>
          <p:nvPr/>
        </p:nvSpPr>
        <p:spPr>
          <a:xfrm>
            <a:off x="0" y="1464660"/>
            <a:ext cx="9143640" cy="846360"/>
          </a:xfrm>
          <a:prstGeom prst="rect">
            <a:avLst/>
          </a:prstGeom>
          <a:noFill/>
          <a:ln w="0">
            <a:noFill/>
          </a:ln>
        </p:spPr>
        <p:txBody>
          <a:bodyPr anchor="t">
            <a:normAutofit/>
          </a:bodyPr>
          <a:lstStyle/>
          <a:p>
            <a:pPr algn="ctr" defTabSz="914400">
              <a:lnSpc>
                <a:spcPct val="90000"/>
              </a:lnSpc>
              <a:spcBef>
                <a:spcPts val="1001"/>
              </a:spcBef>
              <a:tabLst>
                <a:tab pos="0" algn="l"/>
              </a:tabLst>
            </a:pPr>
            <a:endParaRPr lang="es-CO" sz="2400" b="0" strike="noStrike" spc="-1" dirty="0">
              <a:solidFill>
                <a:srgbClr val="000000"/>
              </a:solidFill>
              <a:latin typeface="Arial"/>
            </a:endParaRPr>
          </a:p>
        </p:txBody>
      </p:sp>
      <p:sp>
        <p:nvSpPr>
          <p:cNvPr id="91" name="CuadroTexto 90"/>
          <p:cNvSpPr txBox="1"/>
          <p:nvPr/>
        </p:nvSpPr>
        <p:spPr>
          <a:xfrm>
            <a:off x="942480" y="3001680"/>
            <a:ext cx="8712000" cy="3417840"/>
          </a:xfrm>
          <a:prstGeom prst="rect">
            <a:avLst/>
          </a:prstGeom>
          <a:noFill/>
          <a:ln w="0">
            <a:noFill/>
          </a:ln>
        </p:spPr>
        <p:txBody>
          <a:bodyPr lIns="90000" tIns="45000" rIns="90000" bIns="45000" anchor="t">
            <a:noAutofit/>
          </a:bodyPr>
          <a:lstStyle/>
          <a:p>
            <a:endParaRPr lang="es-CO" sz="1800" b="0" strike="noStrike" spc="-1" dirty="0">
              <a:solidFill>
                <a:srgbClr val="000000"/>
              </a:solidFill>
              <a:latin typeface="Arial"/>
            </a:endParaRPr>
          </a:p>
        </p:txBody>
      </p:sp>
      <p:sp>
        <p:nvSpPr>
          <p:cNvPr id="7" name="Pentágono 6"/>
          <p:cNvSpPr/>
          <p:nvPr/>
        </p:nvSpPr>
        <p:spPr>
          <a:xfrm>
            <a:off x="319026" y="2410691"/>
            <a:ext cx="4516211" cy="1967346"/>
          </a:xfrm>
          <a:prstGeom prst="homePlate">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p:cNvSpPr txBox="1"/>
          <p:nvPr/>
        </p:nvSpPr>
        <p:spPr>
          <a:xfrm>
            <a:off x="637310" y="2827980"/>
            <a:ext cx="3186545" cy="1200329"/>
          </a:xfrm>
          <a:prstGeom prst="rect">
            <a:avLst/>
          </a:prstGeom>
          <a:noFill/>
        </p:spPr>
        <p:txBody>
          <a:bodyPr wrap="square" rtlCol="0">
            <a:spAutoFit/>
          </a:bodyPr>
          <a:lstStyle/>
          <a:p>
            <a:pPr algn="ctr"/>
            <a:r>
              <a:rPr lang="es-MX" sz="3600" dirty="0">
                <a:latin typeface="Arial Black" panose="020B0A04020102020204" pitchFamily="34" charset="0"/>
              </a:rPr>
              <a:t>FACTORES DE RIESGO </a:t>
            </a:r>
            <a:endParaRPr lang="en-US" sz="3600" dirty="0">
              <a:latin typeface="Arial Black" panose="020B0A04020102020204" pitchFamily="34" charset="0"/>
            </a:endParaRPr>
          </a:p>
        </p:txBody>
      </p:sp>
      <p:sp>
        <p:nvSpPr>
          <p:cNvPr id="9" name="Rectángulo 8"/>
          <p:cNvSpPr/>
          <p:nvPr/>
        </p:nvSpPr>
        <p:spPr>
          <a:xfrm>
            <a:off x="5349808" y="1801651"/>
            <a:ext cx="5355664" cy="3252986"/>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CuadroTexto 10"/>
          <p:cNvSpPr txBox="1"/>
          <p:nvPr/>
        </p:nvSpPr>
        <p:spPr>
          <a:xfrm>
            <a:off x="5900967" y="1956320"/>
            <a:ext cx="4253346" cy="3139321"/>
          </a:xfrm>
          <a:prstGeom prst="rect">
            <a:avLst/>
          </a:prstGeom>
          <a:noFill/>
        </p:spPr>
        <p:txBody>
          <a:bodyPr wrap="square" rtlCol="0">
            <a:spAutoFit/>
          </a:bodyPr>
          <a:lstStyle/>
          <a:p>
            <a:pPr marL="285750" indent="-285750">
              <a:buFont typeface="Arial" panose="020B0604020202020204" pitchFamily="34" charset="0"/>
              <a:buChar char="•"/>
            </a:pPr>
            <a:r>
              <a:rPr lang="es-CO" spc="-1" dirty="0">
                <a:solidFill>
                  <a:srgbClr val="000000"/>
                </a:solidFill>
                <a:latin typeface="Arial"/>
              </a:rPr>
              <a:t>Edad mayor de 40 años  </a:t>
            </a:r>
          </a:p>
          <a:p>
            <a:pPr marL="285750" indent="-285750">
              <a:buFont typeface="Arial" panose="020B0604020202020204" pitchFamily="34" charset="0"/>
              <a:buChar char="•"/>
            </a:pPr>
            <a:r>
              <a:rPr lang="es-CO" spc="-1" dirty="0">
                <a:solidFill>
                  <a:srgbClr val="000000"/>
                </a:solidFill>
                <a:latin typeface="Arial"/>
              </a:rPr>
              <a:t>Placenta previa  </a:t>
            </a:r>
          </a:p>
          <a:p>
            <a:pPr marL="285750" indent="-285750">
              <a:buFont typeface="Arial" panose="020B0604020202020204" pitchFamily="34" charset="0"/>
              <a:buChar char="•"/>
            </a:pPr>
            <a:r>
              <a:rPr lang="es-CO" spc="-1" dirty="0">
                <a:solidFill>
                  <a:srgbClr val="000000"/>
                </a:solidFill>
                <a:latin typeface="Arial"/>
              </a:rPr>
              <a:t>Abrupto de placenta  </a:t>
            </a:r>
          </a:p>
          <a:p>
            <a:pPr marL="285750" indent="-285750">
              <a:buFont typeface="Arial" panose="020B0604020202020204" pitchFamily="34" charset="0"/>
              <a:buChar char="•"/>
            </a:pPr>
            <a:r>
              <a:rPr lang="es-CO" spc="-1" dirty="0">
                <a:solidFill>
                  <a:srgbClr val="000000"/>
                </a:solidFill>
                <a:latin typeface="Arial"/>
              </a:rPr>
              <a:t>Cesárea de emergencia  </a:t>
            </a:r>
          </a:p>
          <a:p>
            <a:pPr marL="285750" indent="-285750">
              <a:buFont typeface="Arial" panose="020B0604020202020204" pitchFamily="34" charset="0"/>
              <a:buChar char="•"/>
            </a:pPr>
            <a:r>
              <a:rPr lang="es-CO" spc="-1" dirty="0">
                <a:solidFill>
                  <a:srgbClr val="000000"/>
                </a:solidFill>
                <a:latin typeface="Arial"/>
              </a:rPr>
              <a:t>Corioamnionitis  </a:t>
            </a:r>
          </a:p>
          <a:p>
            <a:pPr marL="285750" indent="-285750">
              <a:buFont typeface="Arial" panose="020B0604020202020204" pitchFamily="34" charset="0"/>
              <a:buChar char="•"/>
            </a:pPr>
            <a:r>
              <a:rPr lang="es-CO" spc="-1" dirty="0">
                <a:solidFill>
                  <a:srgbClr val="000000"/>
                </a:solidFill>
                <a:latin typeface="Arial"/>
              </a:rPr>
              <a:t>Cesárea electiva  </a:t>
            </a:r>
          </a:p>
          <a:p>
            <a:pPr marL="285750" indent="-285750">
              <a:buFont typeface="Arial" panose="020B0604020202020204" pitchFamily="34" charset="0"/>
              <a:buChar char="•"/>
            </a:pPr>
            <a:r>
              <a:rPr lang="es-CO" spc="-1" dirty="0">
                <a:solidFill>
                  <a:srgbClr val="000000"/>
                </a:solidFill>
                <a:latin typeface="Arial"/>
              </a:rPr>
              <a:t>Embarazo gemelar  </a:t>
            </a:r>
          </a:p>
          <a:p>
            <a:pPr marL="285750" indent="-285750">
              <a:buFont typeface="Arial" panose="020B0604020202020204" pitchFamily="34" charset="0"/>
              <a:buChar char="•"/>
            </a:pPr>
            <a:r>
              <a:rPr lang="es-CO" spc="-1" dirty="0">
                <a:solidFill>
                  <a:srgbClr val="000000"/>
                </a:solidFill>
                <a:latin typeface="Arial"/>
              </a:rPr>
              <a:t>Peso fetal mayor de 4.500 gramos  </a:t>
            </a:r>
          </a:p>
          <a:p>
            <a:pPr marL="285750" indent="-285750">
              <a:buFont typeface="Arial" panose="020B0604020202020204" pitchFamily="34" charset="0"/>
              <a:buChar char="•"/>
            </a:pPr>
            <a:r>
              <a:rPr lang="es-CO" spc="-1" dirty="0">
                <a:solidFill>
                  <a:srgbClr val="000000"/>
                </a:solidFill>
                <a:latin typeface="Arial"/>
              </a:rPr>
              <a:t>Poli hidramnios  </a:t>
            </a:r>
          </a:p>
          <a:p>
            <a:pPr marL="285750" indent="-285750">
              <a:buFont typeface="Arial" panose="020B0604020202020204" pitchFamily="34" charset="0"/>
              <a:buChar char="•"/>
            </a:pPr>
            <a:r>
              <a:rPr lang="es-CO" spc="-1" dirty="0">
                <a:solidFill>
                  <a:srgbClr val="000000"/>
                </a:solidFill>
                <a:latin typeface="Arial"/>
              </a:rPr>
              <a:t>Multiparidad</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l="-999" r="-999"/>
          </a:stretch>
        </a:blipFill>
        <a:effectLst/>
      </p:bgPr>
    </p:bg>
    <p:spTree>
      <p:nvGrpSpPr>
        <p:cNvPr id="1" name=""/>
        <p:cNvGrpSpPr/>
        <p:nvPr/>
      </p:nvGrpSpPr>
      <p:grpSpPr>
        <a:xfrm>
          <a:off x="0" y="0"/>
          <a:ext cx="0" cy="0"/>
          <a:chOff x="0" y="0"/>
          <a:chExt cx="0" cy="0"/>
        </a:xfrm>
      </p:grpSpPr>
      <p:sp>
        <p:nvSpPr>
          <p:cNvPr id="5" name="Subtítulo 15"/>
          <p:cNvSpPr txBox="1"/>
          <p:nvPr/>
        </p:nvSpPr>
        <p:spPr>
          <a:xfrm>
            <a:off x="1001127" y="920236"/>
            <a:ext cx="9143640" cy="846360"/>
          </a:xfrm>
          <a:prstGeom prst="rect">
            <a:avLst/>
          </a:prstGeom>
          <a:noFill/>
          <a:ln w="0">
            <a:noFill/>
          </a:ln>
        </p:spPr>
        <p:txBody>
          <a:bodyPr anchor="t">
            <a:normAutofit fontScale="96628" lnSpcReduction="10000"/>
          </a:bodyPr>
          <a:lstStyle/>
          <a:p>
            <a:pPr algn="ctr" defTabSz="914400">
              <a:lnSpc>
                <a:spcPct val="90000"/>
              </a:lnSpc>
              <a:spcBef>
                <a:spcPts val="1001"/>
              </a:spcBef>
              <a:tabLst>
                <a:tab pos="0" algn="l"/>
              </a:tabLst>
            </a:pPr>
            <a:r>
              <a:rPr lang="es-MX" sz="2500" b="0" strike="noStrike" spc="-1" dirty="0">
                <a:solidFill>
                  <a:schemeClr val="dk1"/>
                </a:solidFill>
                <a:latin typeface="Arial Black" panose="020B0A04020102020204" pitchFamily="34" charset="0"/>
              </a:rPr>
              <a:t>MANEJO DE LA HEMORRAGIA OBSTETRICA</a:t>
            </a:r>
            <a:endParaRPr lang="es-CO" sz="2500" b="0" strike="noStrike" spc="-1" dirty="0">
              <a:solidFill>
                <a:srgbClr val="000000"/>
              </a:solidFill>
              <a:latin typeface="Arial Black" panose="020B0A04020102020204" pitchFamily="34" charset="0"/>
            </a:endParaRPr>
          </a:p>
          <a:p>
            <a:pPr algn="ctr" defTabSz="914400">
              <a:lnSpc>
                <a:spcPct val="90000"/>
              </a:lnSpc>
              <a:spcBef>
                <a:spcPts val="1001"/>
              </a:spcBef>
              <a:tabLst>
                <a:tab pos="0" algn="l"/>
              </a:tabLst>
            </a:pPr>
            <a:r>
              <a:rPr lang="es-MX" sz="2500" b="0" strike="noStrike" spc="-1" dirty="0">
                <a:solidFill>
                  <a:schemeClr val="dk1"/>
                </a:solidFill>
                <a:latin typeface="Arial Black" panose="020B0A04020102020204" pitchFamily="34" charset="0"/>
              </a:rPr>
              <a:t>Principios fundamentales </a:t>
            </a:r>
            <a:endParaRPr lang="es-CO" sz="2500" b="0" strike="noStrike" spc="-1" dirty="0">
              <a:solidFill>
                <a:srgbClr val="000000"/>
              </a:solidFill>
              <a:latin typeface="Arial Black" panose="020B0A04020102020204" pitchFamily="34" charset="0"/>
            </a:endParaRPr>
          </a:p>
          <a:p>
            <a:pPr algn="ctr" defTabSz="914400">
              <a:lnSpc>
                <a:spcPct val="90000"/>
              </a:lnSpc>
              <a:spcBef>
                <a:spcPts val="1001"/>
              </a:spcBef>
              <a:tabLst>
                <a:tab pos="0" algn="l"/>
              </a:tabLst>
            </a:pPr>
            <a:endParaRPr lang="es-CO" sz="2400" b="0" strike="noStrike" spc="-1" dirty="0">
              <a:solidFill>
                <a:srgbClr val="000000"/>
              </a:solidFill>
              <a:latin typeface="Arial"/>
            </a:endParaRPr>
          </a:p>
        </p:txBody>
      </p:sp>
      <p:sp>
        <p:nvSpPr>
          <p:cNvPr id="2" name="Rectángulo 1"/>
          <p:cNvSpPr/>
          <p:nvPr/>
        </p:nvSpPr>
        <p:spPr>
          <a:xfrm>
            <a:off x="1260764" y="2369127"/>
            <a:ext cx="9019309" cy="3754582"/>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n w="22225">
                <a:solidFill>
                  <a:schemeClr val="accent2"/>
                </a:solidFill>
                <a:prstDash val="solid"/>
              </a:ln>
              <a:solidFill>
                <a:schemeClr val="accent2">
                  <a:lumMod val="40000"/>
                  <a:lumOff val="60000"/>
                </a:schemeClr>
              </a:solidFill>
            </a:endParaRPr>
          </a:p>
        </p:txBody>
      </p:sp>
      <p:sp>
        <p:nvSpPr>
          <p:cNvPr id="4" name="CuadroTexto 3"/>
          <p:cNvSpPr txBox="1"/>
          <p:nvPr/>
        </p:nvSpPr>
        <p:spPr>
          <a:xfrm>
            <a:off x="1745673" y="2707389"/>
            <a:ext cx="8174182" cy="3416320"/>
          </a:xfrm>
          <a:prstGeom prst="rect">
            <a:avLst/>
          </a:prstGeom>
          <a:noFill/>
        </p:spPr>
        <p:txBody>
          <a:bodyPr wrap="square" rtlCol="0">
            <a:spAutoFit/>
          </a:bodyPr>
          <a:lstStyle/>
          <a:p>
            <a:pPr marL="285750" indent="-285750">
              <a:buFont typeface="Arial" panose="020B0604020202020204" pitchFamily="34" charset="0"/>
              <a:buChar char="•"/>
            </a:pPr>
            <a:r>
              <a:rPr lang="es-CO" spc="-1" dirty="0">
                <a:solidFill>
                  <a:srgbClr val="000000"/>
                </a:solidFill>
                <a:latin typeface="Arial"/>
              </a:rPr>
              <a:t>Priorizar siempre la condición materna sobre la fetal.  </a:t>
            </a:r>
          </a:p>
          <a:p>
            <a:pPr marL="285750" indent="-285750">
              <a:buFont typeface="Arial" panose="020B0604020202020204" pitchFamily="34" charset="0"/>
              <a:buChar char="•"/>
            </a:pPr>
            <a:r>
              <a:rPr lang="es-CO" spc="-1" dirty="0">
                <a:solidFill>
                  <a:srgbClr val="000000"/>
                </a:solidFill>
                <a:latin typeface="Arial"/>
              </a:rPr>
              <a:t>Intervención en equipo, con todos los miembros sensibilizados y capacitados en el tema.  </a:t>
            </a:r>
          </a:p>
          <a:p>
            <a:pPr marL="285750" indent="-285750">
              <a:buFont typeface="Arial" panose="020B0604020202020204" pitchFamily="34" charset="0"/>
              <a:buChar char="•"/>
            </a:pPr>
            <a:r>
              <a:rPr lang="es-CO" spc="-1" dirty="0">
                <a:solidFill>
                  <a:srgbClr val="000000"/>
                </a:solidFill>
                <a:latin typeface="Arial"/>
              </a:rPr>
              <a:t>Evaluar los signos y síntomas de choque para realizar una adecuada clasificación de la paciente y asignar el nivel de prioridad de acuerdo con los protocolos de atención definidos institucionalmente.  </a:t>
            </a:r>
          </a:p>
          <a:p>
            <a:pPr marL="285750" indent="-285750">
              <a:buFont typeface="Arial" panose="020B0604020202020204" pitchFamily="34" charset="0"/>
              <a:buChar char="•"/>
            </a:pPr>
            <a:r>
              <a:rPr lang="es-CO" spc="-1" dirty="0">
                <a:solidFill>
                  <a:srgbClr val="000000"/>
                </a:solidFill>
                <a:latin typeface="Arial"/>
              </a:rPr>
              <a:t>Realizar ABC a la paciente:  </a:t>
            </a:r>
          </a:p>
          <a:p>
            <a:pPr marL="285750" indent="-285750">
              <a:buFont typeface="Arial" panose="020B0604020202020204" pitchFamily="34" charset="0"/>
              <a:buChar char="•"/>
            </a:pPr>
            <a:r>
              <a:rPr lang="es-CO" spc="-1" dirty="0">
                <a:solidFill>
                  <a:srgbClr val="000000"/>
                </a:solidFill>
                <a:latin typeface="Arial"/>
              </a:rPr>
              <a:t>Garantizar vía aérea permeable  </a:t>
            </a:r>
          </a:p>
          <a:p>
            <a:pPr marL="285750" indent="-285750">
              <a:buFont typeface="Arial" panose="020B0604020202020204" pitchFamily="34" charset="0"/>
              <a:buChar char="•"/>
            </a:pPr>
            <a:r>
              <a:rPr lang="es-CO" spc="-1" dirty="0">
                <a:solidFill>
                  <a:srgbClr val="000000"/>
                </a:solidFill>
                <a:latin typeface="Arial"/>
              </a:rPr>
              <a:t> Asegurar ventilación adecuada  </a:t>
            </a:r>
          </a:p>
          <a:p>
            <a:pPr marL="285750" indent="-285750">
              <a:buFont typeface="Arial" panose="020B0604020202020204" pitchFamily="34" charset="0"/>
              <a:buChar char="•"/>
            </a:pPr>
            <a:r>
              <a:rPr lang="es-CO" spc="-1" dirty="0">
                <a:solidFill>
                  <a:srgbClr val="000000"/>
                </a:solidFill>
                <a:latin typeface="Arial"/>
              </a:rPr>
              <a:t> Mantener circulación efectiva  </a:t>
            </a:r>
          </a:p>
          <a:p>
            <a:pPr marL="285750" indent="-285750">
              <a:buFont typeface="Arial" panose="020B0604020202020204" pitchFamily="34" charset="0"/>
              <a:buChar char="•"/>
            </a:pPr>
            <a:r>
              <a:rPr lang="es-CO" spc="-1" dirty="0">
                <a:solidFill>
                  <a:srgbClr val="000000"/>
                </a:solidFill>
                <a:latin typeface="Arial"/>
              </a:rPr>
              <a:t> Mantener una adecuada oxigenación con saturación del 95%</a:t>
            </a: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l="-999" r="-999"/>
          </a:stretch>
        </a:blipFill>
        <a:effectLst/>
      </p:bgPr>
    </p:bg>
    <p:spTree>
      <p:nvGrpSpPr>
        <p:cNvPr id="1" name=""/>
        <p:cNvGrpSpPr/>
        <p:nvPr/>
      </p:nvGrpSpPr>
      <p:grpSpPr>
        <a:xfrm>
          <a:off x="0" y="0"/>
          <a:ext cx="0" cy="0"/>
          <a:chOff x="0" y="0"/>
          <a:chExt cx="0" cy="0"/>
        </a:xfrm>
      </p:grpSpPr>
      <p:pic>
        <p:nvPicPr>
          <p:cNvPr id="4" name="Imagen 3"/>
          <p:cNvPicPr/>
          <p:nvPr/>
        </p:nvPicPr>
        <p:blipFill>
          <a:blip r:embed="rId3"/>
          <a:stretch/>
        </p:blipFill>
        <p:spPr>
          <a:xfrm>
            <a:off x="2339531" y="318655"/>
            <a:ext cx="6790614" cy="6367505"/>
          </a:xfrm>
          <a:prstGeom prst="rect">
            <a:avLst/>
          </a:prstGeom>
          <a:ln w="0">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0">
          <a:blip r:embed="rId3"/>
          <a:stretch>
            <a:fillRect l="-999" r="-999"/>
          </a:stretch>
        </a:blipFill>
        <a:effectLst/>
      </p:bgPr>
    </p:bg>
    <p:spTree>
      <p:nvGrpSpPr>
        <p:cNvPr id="1" name=""/>
        <p:cNvGrpSpPr/>
        <p:nvPr/>
      </p:nvGrpSpPr>
      <p:grpSpPr>
        <a:xfrm>
          <a:off x="0" y="0"/>
          <a:ext cx="0" cy="0"/>
          <a:chOff x="0" y="0"/>
          <a:chExt cx="0" cy="0"/>
        </a:xfrm>
      </p:grpSpPr>
      <p:sp>
        <p:nvSpPr>
          <p:cNvPr id="2" name="Rectángulo 1"/>
          <p:cNvSpPr/>
          <p:nvPr/>
        </p:nvSpPr>
        <p:spPr>
          <a:xfrm>
            <a:off x="3477491" y="193964"/>
            <a:ext cx="4322618" cy="928254"/>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uadroTexto 2"/>
          <p:cNvSpPr txBox="1"/>
          <p:nvPr/>
        </p:nvSpPr>
        <p:spPr>
          <a:xfrm>
            <a:off x="2202873" y="290946"/>
            <a:ext cx="6684817" cy="646331"/>
          </a:xfrm>
          <a:prstGeom prst="rect">
            <a:avLst/>
          </a:prstGeom>
          <a:noFill/>
        </p:spPr>
        <p:txBody>
          <a:bodyPr wrap="square" rtlCol="0">
            <a:spAutoFit/>
          </a:bodyPr>
          <a:lstStyle/>
          <a:p>
            <a:pPr algn="ctr"/>
            <a:r>
              <a:rPr lang="es-MX" dirty="0"/>
              <a:t>Tiempo cero: </a:t>
            </a:r>
          </a:p>
          <a:p>
            <a:pPr algn="ctr"/>
            <a:r>
              <a:rPr lang="es-MX" dirty="0"/>
              <a:t>Activación del código rojo </a:t>
            </a:r>
            <a:endParaRPr lang="en-US" dirty="0"/>
          </a:p>
        </p:txBody>
      </p:sp>
      <p:sp>
        <p:nvSpPr>
          <p:cNvPr id="4" name="CuadroTexto 3"/>
          <p:cNvSpPr txBox="1"/>
          <p:nvPr/>
        </p:nvSpPr>
        <p:spPr>
          <a:xfrm>
            <a:off x="595746" y="1219200"/>
            <a:ext cx="8174181" cy="646331"/>
          </a:xfrm>
          <a:prstGeom prst="rect">
            <a:avLst/>
          </a:prstGeom>
          <a:noFill/>
        </p:spPr>
        <p:txBody>
          <a:bodyPr wrap="square" rtlCol="0">
            <a:spAutoFit/>
          </a:bodyPr>
          <a:lstStyle/>
          <a:p>
            <a:r>
              <a:rPr lang="es-MX" dirty="0"/>
              <a:t>Lo realiza la primera persona del equipo asistencial que establece contacto con la paciente y evalúa lo siguiente:</a:t>
            </a:r>
            <a:endParaRPr lang="en-US" dirty="0"/>
          </a:p>
        </p:txBody>
      </p:sp>
      <p:pic>
        <p:nvPicPr>
          <p:cNvPr id="6" name="Imagen 5"/>
          <p:cNvPicPr>
            <a:picLocks noChangeAspect="1"/>
          </p:cNvPicPr>
          <p:nvPr/>
        </p:nvPicPr>
        <p:blipFill>
          <a:blip r:embed="rId4"/>
          <a:stretch>
            <a:fillRect/>
          </a:stretch>
        </p:blipFill>
        <p:spPr>
          <a:xfrm>
            <a:off x="179310" y="1990222"/>
            <a:ext cx="7555877" cy="4816639"/>
          </a:xfrm>
          <a:prstGeom prst="rect">
            <a:avLst/>
          </a:prstGeom>
        </p:spPr>
      </p:pic>
      <p:sp>
        <p:nvSpPr>
          <p:cNvPr id="7" name="Elipse 6"/>
          <p:cNvSpPr/>
          <p:nvPr/>
        </p:nvSpPr>
        <p:spPr>
          <a:xfrm>
            <a:off x="9009805" y="315549"/>
            <a:ext cx="2708654" cy="2438860"/>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p:cNvSpPr txBox="1"/>
          <p:nvPr/>
        </p:nvSpPr>
        <p:spPr>
          <a:xfrm>
            <a:off x="8769927" y="3435927"/>
            <a:ext cx="1620982" cy="1662546"/>
          </a:xfrm>
          <a:prstGeom prst="rect">
            <a:avLst/>
          </a:prstGeom>
          <a:noFill/>
        </p:spPr>
        <p:txBody>
          <a:bodyPr wrap="square" rtlCol="0">
            <a:spAutoFit/>
          </a:bodyPr>
          <a:lstStyle/>
          <a:p>
            <a:endParaRPr lang="en-US" dirty="0"/>
          </a:p>
        </p:txBody>
      </p:sp>
      <p:sp>
        <p:nvSpPr>
          <p:cNvPr id="13" name="CuadroTexto 12"/>
          <p:cNvSpPr txBox="1"/>
          <p:nvPr/>
        </p:nvSpPr>
        <p:spPr>
          <a:xfrm>
            <a:off x="9228903" y="796315"/>
            <a:ext cx="2324011" cy="1477328"/>
          </a:xfrm>
          <a:prstGeom prst="rect">
            <a:avLst/>
          </a:prstGeom>
          <a:noFill/>
        </p:spPr>
        <p:txBody>
          <a:bodyPr wrap="square" rtlCol="0">
            <a:spAutoFit/>
          </a:bodyPr>
          <a:lstStyle/>
          <a:p>
            <a:r>
              <a:rPr lang="es-MX" dirty="0"/>
              <a:t>Ante signos de choque o un calculo de sangrado superior  a 1000ml se debe activar el código rojo</a:t>
            </a:r>
            <a:endParaRPr lang="en-US" dirty="0"/>
          </a:p>
        </p:txBody>
      </p:sp>
      <p:sp>
        <p:nvSpPr>
          <p:cNvPr id="11" name="CuadroTexto 10"/>
          <p:cNvSpPr txBox="1"/>
          <p:nvPr/>
        </p:nvSpPr>
        <p:spPr>
          <a:xfrm>
            <a:off x="8194097" y="3235175"/>
            <a:ext cx="2772641" cy="3416320"/>
          </a:xfrm>
          <a:prstGeom prst="rect">
            <a:avLst/>
          </a:prstGeom>
          <a:noFill/>
        </p:spPr>
        <p:txBody>
          <a:bodyPr wrap="square" rtlCol="0">
            <a:spAutoFit/>
          </a:bodyPr>
          <a:lstStyle/>
          <a:p>
            <a:pPr marL="285750" indent="-285750">
              <a:buFont typeface="Wingdings" panose="05000000000000000000" pitchFamily="2" charset="2"/>
              <a:buChar char="ü"/>
            </a:pPr>
            <a:r>
              <a:rPr lang="es-MX" dirty="0">
                <a:latin typeface="Arial" panose="020B0604020202020204" pitchFamily="34" charset="0"/>
                <a:cs typeface="Arial" panose="020B0604020202020204" pitchFamily="34" charset="0"/>
              </a:rPr>
              <a:t>Alerta al servicio de laboratorio y/o banco de sangre, si está disponible en la institución.</a:t>
            </a:r>
          </a:p>
          <a:p>
            <a:pPr marL="285750" indent="-285750">
              <a:buFont typeface="Wingdings" panose="05000000000000000000" pitchFamily="2" charset="2"/>
              <a:buChar char="ü"/>
            </a:pPr>
            <a:r>
              <a:rPr lang="es-MX" dirty="0">
                <a:latin typeface="Arial" panose="020B0604020202020204" pitchFamily="34" charset="0"/>
                <a:cs typeface="Arial" panose="020B0604020202020204" pitchFamily="34" charset="0"/>
              </a:rPr>
              <a:t>Alerta al servicio de transporte. </a:t>
            </a:r>
          </a:p>
          <a:p>
            <a:pPr marL="285750" indent="-285750">
              <a:buFont typeface="Wingdings" panose="05000000000000000000" pitchFamily="2" charset="2"/>
              <a:buChar char="ü"/>
            </a:pPr>
            <a:r>
              <a:rPr lang="es-MX" dirty="0">
                <a:latin typeface="Arial" panose="020B0604020202020204" pitchFamily="34" charset="0"/>
                <a:cs typeface="Arial" panose="020B0604020202020204" pitchFamily="34" charset="0"/>
              </a:rPr>
              <a:t>Empezar a calentar los líquidos a 39°C.    - Se colocan por dos minutos en el microondas</a:t>
            </a:r>
            <a:endParaRPr lang="en-US" dirty="0">
              <a:latin typeface="Arial" panose="020B0604020202020204" pitchFamily="34" charset="0"/>
              <a:cs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l="-999" r="-999"/>
          </a:stretch>
        </a:blipFill>
        <a:effectLst/>
      </p:bgPr>
    </p:bg>
    <p:spTree>
      <p:nvGrpSpPr>
        <p:cNvPr id="1" name=""/>
        <p:cNvGrpSpPr/>
        <p:nvPr/>
      </p:nvGrpSpPr>
      <p:grpSpPr>
        <a:xfrm>
          <a:off x="0" y="0"/>
          <a:ext cx="0" cy="0"/>
          <a:chOff x="0" y="0"/>
          <a:chExt cx="0" cy="0"/>
        </a:xfrm>
      </p:grpSpPr>
      <p:sp>
        <p:nvSpPr>
          <p:cNvPr id="93" name="Subtítulo 8"/>
          <p:cNvSpPr txBox="1"/>
          <p:nvPr/>
        </p:nvSpPr>
        <p:spPr>
          <a:xfrm>
            <a:off x="1097280" y="4119480"/>
            <a:ext cx="9143640" cy="846360"/>
          </a:xfrm>
          <a:prstGeom prst="rect">
            <a:avLst/>
          </a:prstGeom>
          <a:noFill/>
          <a:ln w="0">
            <a:noFill/>
          </a:ln>
        </p:spPr>
        <p:txBody>
          <a:bodyPr anchor="t">
            <a:normAutofit/>
          </a:bodyPr>
          <a:lstStyle/>
          <a:p>
            <a:pPr algn="ctr" defTabSz="914400">
              <a:lnSpc>
                <a:spcPct val="90000"/>
              </a:lnSpc>
              <a:spcBef>
                <a:spcPts val="1001"/>
              </a:spcBef>
              <a:tabLst>
                <a:tab pos="0" algn="l"/>
              </a:tabLst>
            </a:pPr>
            <a:endParaRPr lang="es-CO" sz="2400" b="0" strike="noStrike" spc="-1">
              <a:solidFill>
                <a:srgbClr val="000000"/>
              </a:solidFill>
              <a:latin typeface="Arial"/>
            </a:endParaRPr>
          </a:p>
          <a:p>
            <a:pPr algn="ctr" defTabSz="914400">
              <a:lnSpc>
                <a:spcPct val="90000"/>
              </a:lnSpc>
              <a:spcBef>
                <a:spcPts val="1001"/>
              </a:spcBef>
              <a:tabLst>
                <a:tab pos="0" algn="l"/>
              </a:tabLst>
            </a:pPr>
            <a:endParaRPr lang="es-CO" sz="2400" b="0" strike="noStrike" spc="-1">
              <a:solidFill>
                <a:srgbClr val="000000"/>
              </a:solidFill>
              <a:latin typeface="Arial"/>
            </a:endParaRPr>
          </a:p>
          <a:p>
            <a:pPr algn="ctr" defTabSz="914400">
              <a:lnSpc>
                <a:spcPct val="90000"/>
              </a:lnSpc>
              <a:spcBef>
                <a:spcPts val="1001"/>
              </a:spcBef>
              <a:tabLst>
                <a:tab pos="0" algn="l"/>
              </a:tabLst>
            </a:pPr>
            <a:endParaRPr lang="es-CO" sz="2400" b="0" strike="noStrike" spc="-1">
              <a:solidFill>
                <a:srgbClr val="000000"/>
              </a:solidFill>
              <a:latin typeface="Arial"/>
            </a:endParaRPr>
          </a:p>
        </p:txBody>
      </p:sp>
      <p:sp>
        <p:nvSpPr>
          <p:cNvPr id="97" name="Subtítulo 12"/>
          <p:cNvSpPr txBox="1"/>
          <p:nvPr/>
        </p:nvSpPr>
        <p:spPr>
          <a:xfrm>
            <a:off x="632880" y="3345480"/>
            <a:ext cx="9143640" cy="846360"/>
          </a:xfrm>
          <a:prstGeom prst="rect">
            <a:avLst/>
          </a:prstGeom>
          <a:noFill/>
          <a:ln w="0">
            <a:noFill/>
          </a:ln>
        </p:spPr>
        <p:txBody>
          <a:bodyPr anchor="t">
            <a:normAutofit fontScale="94980"/>
          </a:bodyPr>
          <a:lstStyle/>
          <a:p>
            <a:pPr algn="ctr" defTabSz="914400">
              <a:lnSpc>
                <a:spcPct val="90000"/>
              </a:lnSpc>
              <a:spcBef>
                <a:spcPts val="1001"/>
              </a:spcBef>
              <a:tabLst>
                <a:tab pos="0" algn="l"/>
              </a:tabLst>
            </a:pPr>
            <a:endParaRPr lang="es-CO" sz="3200" b="0" strike="noStrike" spc="-1" dirty="0">
              <a:solidFill>
                <a:srgbClr val="000000"/>
              </a:solidFill>
              <a:latin typeface="Arial"/>
            </a:endParaRPr>
          </a:p>
          <a:p>
            <a:pPr algn="ctr" defTabSz="914400">
              <a:lnSpc>
                <a:spcPct val="90000"/>
              </a:lnSpc>
              <a:spcBef>
                <a:spcPts val="1001"/>
              </a:spcBef>
              <a:tabLst>
                <a:tab pos="0" algn="l"/>
              </a:tabLst>
            </a:pPr>
            <a:endParaRPr lang="es-CO" sz="2400" b="0" strike="noStrike" spc="-1" dirty="0">
              <a:solidFill>
                <a:srgbClr val="000000"/>
              </a:solidFill>
              <a:latin typeface="Arial"/>
            </a:endParaRPr>
          </a:p>
        </p:txBody>
      </p:sp>
      <p:sp>
        <p:nvSpPr>
          <p:cNvPr id="8" name="CuadroTexto 7"/>
          <p:cNvSpPr txBox="1"/>
          <p:nvPr/>
        </p:nvSpPr>
        <p:spPr>
          <a:xfrm>
            <a:off x="609600" y="1343891"/>
            <a:ext cx="10487891" cy="646331"/>
          </a:xfrm>
          <a:prstGeom prst="rect">
            <a:avLst/>
          </a:prstGeom>
          <a:noFill/>
        </p:spPr>
        <p:txBody>
          <a:bodyPr wrap="square" rtlCol="0">
            <a:spAutoFit/>
          </a:bodyPr>
          <a:lstStyle/>
          <a:p>
            <a:r>
              <a:rPr lang="es-MX" dirty="0"/>
              <a:t>La resucitación inicial en el choque hemorrágico incluye la restauración del volumen circulante mediante la colocación de dos catéteres gruesos # 16 y la rápida infusión de soluciones cristaloides  </a:t>
            </a:r>
            <a:endParaRPr lang="en-US" dirty="0"/>
          </a:p>
        </p:txBody>
      </p:sp>
      <p:sp>
        <p:nvSpPr>
          <p:cNvPr id="9" name="Rectángulo 8"/>
          <p:cNvSpPr/>
          <p:nvPr/>
        </p:nvSpPr>
        <p:spPr>
          <a:xfrm>
            <a:off x="3477491" y="193964"/>
            <a:ext cx="4322618" cy="928254"/>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CuadroTexto 1"/>
          <p:cNvSpPr txBox="1"/>
          <p:nvPr/>
        </p:nvSpPr>
        <p:spPr>
          <a:xfrm>
            <a:off x="3671455" y="318655"/>
            <a:ext cx="3934690" cy="646331"/>
          </a:xfrm>
          <a:prstGeom prst="rect">
            <a:avLst/>
          </a:prstGeom>
          <a:noFill/>
        </p:spPr>
        <p:txBody>
          <a:bodyPr wrap="square" rtlCol="0">
            <a:spAutoFit/>
          </a:bodyPr>
          <a:lstStyle/>
          <a:p>
            <a:pPr algn="ctr"/>
            <a:r>
              <a:rPr lang="es-MX" dirty="0"/>
              <a:t>Tiempo 1 a 20 minutos: </a:t>
            </a:r>
          </a:p>
          <a:p>
            <a:pPr algn="ctr"/>
            <a:r>
              <a:rPr lang="es-MX" dirty="0"/>
              <a:t>Reanimación y diagnostico </a:t>
            </a:r>
            <a:endParaRPr lang="en-US" dirty="0"/>
          </a:p>
        </p:txBody>
      </p:sp>
      <p:sp>
        <p:nvSpPr>
          <p:cNvPr id="3" name="Rectángulo 2"/>
          <p:cNvSpPr/>
          <p:nvPr/>
        </p:nvSpPr>
        <p:spPr>
          <a:xfrm>
            <a:off x="632880" y="2286000"/>
            <a:ext cx="9841156" cy="4350327"/>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uadroTexto 3"/>
          <p:cNvSpPr txBox="1"/>
          <p:nvPr/>
        </p:nvSpPr>
        <p:spPr>
          <a:xfrm>
            <a:off x="1097280" y="2696000"/>
            <a:ext cx="8575964" cy="3693319"/>
          </a:xfrm>
          <a:prstGeom prst="rect">
            <a:avLst/>
          </a:prstGeom>
          <a:noFill/>
        </p:spPr>
        <p:txBody>
          <a:bodyPr wrap="square" rtlCol="0">
            <a:spAutoFit/>
          </a:bodyPr>
          <a:lstStyle/>
          <a:p>
            <a:pPr marL="285750" indent="-285750">
              <a:buFont typeface="Wingdings" panose="05000000000000000000" pitchFamily="2" charset="2"/>
              <a:buChar char="ü"/>
            </a:pPr>
            <a:r>
              <a:rPr lang="es-MX" dirty="0"/>
              <a:t>Suministre oxígeno, garantizando la </a:t>
            </a:r>
            <a:r>
              <a:rPr lang="es-MX" dirty="0" err="1"/>
              <a:t>FiO</a:t>
            </a:r>
            <a:r>
              <a:rPr lang="es-MX" dirty="0"/>
              <a:t>₂ máxima, ya sea con:  - Máscara con reservorio    - Venturi al 35–50%    - Cánula nasal a 4 litros por minuto</a:t>
            </a:r>
          </a:p>
          <a:p>
            <a:pPr marL="285750" indent="-285750">
              <a:buFont typeface="Wingdings" panose="05000000000000000000" pitchFamily="2" charset="2"/>
              <a:buChar char="ü"/>
            </a:pPr>
            <a:r>
              <a:rPr lang="es-MX" dirty="0"/>
              <a:t>Canalice dos venas con catéteres calibre 14 o 16 </a:t>
            </a:r>
          </a:p>
          <a:p>
            <a:pPr marL="285750" indent="-285750">
              <a:buFont typeface="Wingdings" panose="05000000000000000000" pitchFamily="2" charset="2"/>
              <a:buChar char="ü"/>
            </a:pPr>
            <a:r>
              <a:rPr lang="es-MX" dirty="0"/>
              <a:t>Tome muestras en 3 tubos: tapa roja, morada y azul </a:t>
            </a:r>
          </a:p>
          <a:p>
            <a:pPr marL="285750" indent="-285750">
              <a:buFont typeface="Wingdings" panose="05000000000000000000" pitchFamily="2" charset="2"/>
              <a:buChar char="ü"/>
            </a:pPr>
            <a:r>
              <a:rPr lang="es-MX" dirty="0"/>
              <a:t>Inicie la administración de bolo de 2000ml de SSN normal o Hartman</a:t>
            </a:r>
          </a:p>
          <a:p>
            <a:pPr marL="285750" indent="-285750">
              <a:buFont typeface="Wingdings" panose="05000000000000000000" pitchFamily="2" charset="2"/>
              <a:buChar char="ü"/>
            </a:pPr>
            <a:r>
              <a:rPr lang="es-MX" dirty="0"/>
              <a:t>Identificación de causas de sangrado y diagnóstico diferencial</a:t>
            </a:r>
          </a:p>
          <a:p>
            <a:endParaRPr lang="es-MX" dirty="0"/>
          </a:p>
          <a:p>
            <a:pPr marL="285750" indent="-285750">
              <a:buFont typeface="Arial" panose="020B0604020202020204" pitchFamily="34" charset="0"/>
              <a:buChar char="•"/>
            </a:pPr>
            <a:r>
              <a:rPr lang="es-MX" dirty="0"/>
              <a:t> Primer trimestre:    Descartar las siguientes causas:  - Aborto y sus complicaciones    - Gestación ectópica    - Mola hidatiforme</a:t>
            </a:r>
          </a:p>
          <a:p>
            <a:pPr marL="285750" indent="-285750">
              <a:buFont typeface="Arial" panose="020B0604020202020204" pitchFamily="34" charset="0"/>
              <a:buChar char="•"/>
            </a:pPr>
            <a:r>
              <a:rPr lang="es-MX" dirty="0"/>
              <a:t>Segundo y tercer trimestre:    Identificar causas placentarias, tales como:  - Placenta previa    - Abrupto de placenta (desprendimiento prematuro)    - Posibilidad de ruptura uterina</a:t>
            </a:r>
          </a:p>
          <a:p>
            <a:pPr marL="285750" indent="-285750">
              <a:buFont typeface="Arial" panose="020B0604020202020204" pitchFamily="34" charset="0"/>
              <a:buChar char="•"/>
            </a:pPr>
            <a:r>
              <a:rPr lang="es-MX" dirty="0"/>
              <a:t>Posparto:    Utilizar la nemotecnia de las 4 "T" para orientar el diagnóstico</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l="-999" r="-999"/>
          </a:stretch>
        </a:blipFill>
        <a:effectLst/>
      </p:bgPr>
    </p:bg>
    <p:spTree>
      <p:nvGrpSpPr>
        <p:cNvPr id="1" name=""/>
        <p:cNvGrpSpPr/>
        <p:nvPr/>
      </p:nvGrpSpPr>
      <p:grpSpPr>
        <a:xfrm>
          <a:off x="0" y="0"/>
          <a:ext cx="0" cy="0"/>
          <a:chOff x="0" y="0"/>
          <a:chExt cx="0" cy="0"/>
        </a:xfrm>
      </p:grpSpPr>
      <p:pic>
        <p:nvPicPr>
          <p:cNvPr id="2050" name="Picture 2" descr="CAUSAS HEMORRAGIAS POSTPARTO | Medicipedia | uDocz"/>
          <p:cNvPicPr>
            <a:picLocks noChangeAspect="1" noChangeArrowheads="1"/>
          </p:cNvPicPr>
          <p:nvPr/>
        </p:nvPicPr>
        <p:blipFill rotWithShape="1">
          <a:blip r:embed="rId3">
            <a:extLst>
              <a:ext uri="{28A0092B-C50C-407E-A947-70E740481C1C}">
                <a14:useLocalDpi xmlns:a14="http://schemas.microsoft.com/office/drawing/2010/main" val="0"/>
              </a:ext>
            </a:extLst>
          </a:blip>
          <a:srcRect t="17312" b="-1"/>
          <a:stretch/>
        </p:blipFill>
        <p:spPr bwMode="auto">
          <a:xfrm>
            <a:off x="1665721" y="1579418"/>
            <a:ext cx="8124825" cy="504060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l="-999" r="-999"/>
          </a:stretch>
        </a:blipFill>
        <a:effectLst/>
      </p:bgPr>
    </p:bg>
    <p:spTree>
      <p:nvGrpSpPr>
        <p:cNvPr id="1" name=""/>
        <p:cNvGrpSpPr/>
        <p:nvPr/>
      </p:nvGrpSpPr>
      <p:grpSpPr>
        <a:xfrm>
          <a:off x="0" y="0"/>
          <a:ext cx="0" cy="0"/>
          <a:chOff x="0" y="0"/>
          <a:chExt cx="0" cy="0"/>
        </a:xfrm>
      </p:grpSpPr>
      <p:sp>
        <p:nvSpPr>
          <p:cNvPr id="93" name="Subtítulo 8"/>
          <p:cNvSpPr txBox="1"/>
          <p:nvPr/>
        </p:nvSpPr>
        <p:spPr>
          <a:xfrm>
            <a:off x="1097280" y="4119480"/>
            <a:ext cx="9143640" cy="846360"/>
          </a:xfrm>
          <a:prstGeom prst="rect">
            <a:avLst/>
          </a:prstGeom>
          <a:noFill/>
          <a:ln w="0">
            <a:noFill/>
          </a:ln>
        </p:spPr>
        <p:txBody>
          <a:bodyPr anchor="t">
            <a:normAutofit/>
          </a:bodyPr>
          <a:lstStyle/>
          <a:p>
            <a:pPr algn="ctr" defTabSz="914400">
              <a:lnSpc>
                <a:spcPct val="90000"/>
              </a:lnSpc>
              <a:spcBef>
                <a:spcPts val="1001"/>
              </a:spcBef>
              <a:tabLst>
                <a:tab pos="0" algn="l"/>
              </a:tabLst>
            </a:pPr>
            <a:endParaRPr lang="es-CO" sz="2400" b="0" strike="noStrike" spc="-1">
              <a:solidFill>
                <a:srgbClr val="000000"/>
              </a:solidFill>
              <a:latin typeface="Arial"/>
            </a:endParaRPr>
          </a:p>
          <a:p>
            <a:pPr algn="ctr" defTabSz="914400">
              <a:lnSpc>
                <a:spcPct val="90000"/>
              </a:lnSpc>
              <a:spcBef>
                <a:spcPts val="1001"/>
              </a:spcBef>
              <a:tabLst>
                <a:tab pos="0" algn="l"/>
              </a:tabLst>
            </a:pPr>
            <a:endParaRPr lang="es-CO" sz="2400" b="0" strike="noStrike" spc="-1">
              <a:solidFill>
                <a:srgbClr val="000000"/>
              </a:solidFill>
              <a:latin typeface="Arial"/>
            </a:endParaRPr>
          </a:p>
          <a:p>
            <a:pPr algn="ctr" defTabSz="914400">
              <a:lnSpc>
                <a:spcPct val="90000"/>
              </a:lnSpc>
              <a:spcBef>
                <a:spcPts val="1001"/>
              </a:spcBef>
              <a:tabLst>
                <a:tab pos="0" algn="l"/>
              </a:tabLst>
            </a:pPr>
            <a:endParaRPr lang="es-CO" sz="2400" b="0" strike="noStrike" spc="-1">
              <a:solidFill>
                <a:srgbClr val="000000"/>
              </a:solidFill>
              <a:latin typeface="Arial"/>
            </a:endParaRPr>
          </a:p>
        </p:txBody>
      </p:sp>
      <p:sp>
        <p:nvSpPr>
          <p:cNvPr id="97" name="Subtítulo 12"/>
          <p:cNvSpPr txBox="1"/>
          <p:nvPr/>
        </p:nvSpPr>
        <p:spPr>
          <a:xfrm>
            <a:off x="632880" y="3345480"/>
            <a:ext cx="9143640" cy="846360"/>
          </a:xfrm>
          <a:prstGeom prst="rect">
            <a:avLst/>
          </a:prstGeom>
          <a:noFill/>
          <a:ln w="0">
            <a:noFill/>
          </a:ln>
        </p:spPr>
        <p:txBody>
          <a:bodyPr anchor="t">
            <a:normAutofit fontScale="94980"/>
          </a:bodyPr>
          <a:lstStyle/>
          <a:p>
            <a:pPr algn="ctr" defTabSz="914400">
              <a:lnSpc>
                <a:spcPct val="90000"/>
              </a:lnSpc>
              <a:spcBef>
                <a:spcPts val="1001"/>
              </a:spcBef>
              <a:tabLst>
                <a:tab pos="0" algn="l"/>
              </a:tabLst>
            </a:pPr>
            <a:endParaRPr lang="es-CO" sz="3200" b="0" strike="noStrike" spc="-1" dirty="0">
              <a:solidFill>
                <a:srgbClr val="000000"/>
              </a:solidFill>
              <a:latin typeface="Arial"/>
            </a:endParaRPr>
          </a:p>
          <a:p>
            <a:pPr algn="ctr" defTabSz="914400">
              <a:lnSpc>
                <a:spcPct val="90000"/>
              </a:lnSpc>
              <a:spcBef>
                <a:spcPts val="1001"/>
              </a:spcBef>
              <a:tabLst>
                <a:tab pos="0" algn="l"/>
              </a:tabLst>
            </a:pPr>
            <a:endParaRPr lang="es-CO" sz="2400" b="0" strike="noStrike" spc="-1" dirty="0">
              <a:solidFill>
                <a:srgbClr val="000000"/>
              </a:solidFill>
              <a:latin typeface="Arial"/>
            </a:endParaRPr>
          </a:p>
        </p:txBody>
      </p:sp>
      <p:sp>
        <p:nvSpPr>
          <p:cNvPr id="8" name="CuadroTexto 7"/>
          <p:cNvSpPr txBox="1"/>
          <p:nvPr/>
        </p:nvSpPr>
        <p:spPr>
          <a:xfrm>
            <a:off x="360218" y="1236030"/>
            <a:ext cx="11319164" cy="1477328"/>
          </a:xfrm>
          <a:prstGeom prst="rect">
            <a:avLst/>
          </a:prstGeom>
          <a:noFill/>
        </p:spPr>
        <p:txBody>
          <a:bodyPr wrap="square" rtlCol="0">
            <a:spAutoFit/>
          </a:bodyPr>
          <a:lstStyle/>
          <a:p>
            <a:r>
              <a:rPr lang="es-MX" dirty="0"/>
              <a:t>En choque grave, conserve el volumen útil circulante.  Si el estado de choque persiste, se debe mantener el reemplazo de líquidos necesarios para mejorar la perfusión y la recuperación hemodinámica.  Una vez cese la hemorragia y se controle el choque, se debe mantener un sostenimiento de 300 ml/hora de cristaloides.  Es prudente vigilar con auscultación el pulmón, buscando signos de edema agudo por volumen, que se debe tratar con las medidas clásicas para el mismo.</a:t>
            </a:r>
            <a:endParaRPr lang="en-US" dirty="0"/>
          </a:p>
        </p:txBody>
      </p:sp>
      <p:sp>
        <p:nvSpPr>
          <p:cNvPr id="9" name="Rectángulo 8"/>
          <p:cNvSpPr/>
          <p:nvPr/>
        </p:nvSpPr>
        <p:spPr>
          <a:xfrm>
            <a:off x="3477491" y="193964"/>
            <a:ext cx="4322618" cy="928254"/>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CuadroTexto 1"/>
          <p:cNvSpPr txBox="1"/>
          <p:nvPr/>
        </p:nvSpPr>
        <p:spPr>
          <a:xfrm>
            <a:off x="3671455" y="318655"/>
            <a:ext cx="3934690" cy="646331"/>
          </a:xfrm>
          <a:prstGeom prst="rect">
            <a:avLst/>
          </a:prstGeom>
          <a:noFill/>
        </p:spPr>
        <p:txBody>
          <a:bodyPr wrap="square" rtlCol="0">
            <a:spAutoFit/>
          </a:bodyPr>
          <a:lstStyle/>
          <a:p>
            <a:pPr algn="ctr"/>
            <a:r>
              <a:rPr lang="es-MX" dirty="0"/>
              <a:t>Tiempo 20 a 60 minutos: </a:t>
            </a:r>
          </a:p>
          <a:p>
            <a:pPr algn="ctr"/>
            <a:r>
              <a:rPr lang="es-MX" dirty="0"/>
              <a:t>Estabilización y toma de decisiones </a:t>
            </a:r>
            <a:endParaRPr lang="en-US" dirty="0"/>
          </a:p>
        </p:txBody>
      </p:sp>
      <p:pic>
        <p:nvPicPr>
          <p:cNvPr id="6" name="Imagen 5"/>
          <p:cNvPicPr>
            <a:picLocks noChangeAspect="1"/>
          </p:cNvPicPr>
          <p:nvPr/>
        </p:nvPicPr>
        <p:blipFill rotWithShape="1">
          <a:blip r:embed="rId3"/>
          <a:srcRect l="18162" t="20170" r="19120" b="11648"/>
          <a:stretch/>
        </p:blipFill>
        <p:spPr>
          <a:xfrm>
            <a:off x="2105891" y="2440844"/>
            <a:ext cx="7370619" cy="4237047"/>
          </a:xfrm>
          <a:prstGeom prst="rect">
            <a:avLst/>
          </a:prstGeom>
        </p:spPr>
      </p:pic>
    </p:spTree>
    <p:extLst>
      <p:ext uri="{BB962C8B-B14F-4D97-AF65-F5344CB8AC3E}">
        <p14:creationId xmlns:p14="http://schemas.microsoft.com/office/powerpoint/2010/main" val="5734028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l="-999" r="-999"/>
          </a:stretch>
        </a:blipFill>
        <a:effectLst/>
      </p:bgPr>
    </p:bg>
    <p:spTree>
      <p:nvGrpSpPr>
        <p:cNvPr id="1" name=""/>
        <p:cNvGrpSpPr/>
        <p:nvPr/>
      </p:nvGrpSpPr>
      <p:grpSpPr>
        <a:xfrm>
          <a:off x="0" y="0"/>
          <a:ext cx="0" cy="0"/>
          <a:chOff x="0" y="0"/>
          <a:chExt cx="0" cy="0"/>
        </a:xfrm>
      </p:grpSpPr>
      <p:sp>
        <p:nvSpPr>
          <p:cNvPr id="93" name="Subtítulo 8"/>
          <p:cNvSpPr txBox="1"/>
          <p:nvPr/>
        </p:nvSpPr>
        <p:spPr>
          <a:xfrm>
            <a:off x="1097280" y="4119480"/>
            <a:ext cx="9143640" cy="846360"/>
          </a:xfrm>
          <a:prstGeom prst="rect">
            <a:avLst/>
          </a:prstGeom>
          <a:noFill/>
          <a:ln w="0">
            <a:noFill/>
          </a:ln>
        </p:spPr>
        <p:txBody>
          <a:bodyPr anchor="t">
            <a:normAutofit/>
          </a:bodyPr>
          <a:lstStyle/>
          <a:p>
            <a:pPr algn="ctr" defTabSz="914400">
              <a:lnSpc>
                <a:spcPct val="90000"/>
              </a:lnSpc>
              <a:spcBef>
                <a:spcPts val="1001"/>
              </a:spcBef>
              <a:tabLst>
                <a:tab pos="0" algn="l"/>
              </a:tabLst>
            </a:pPr>
            <a:endParaRPr lang="es-CO" sz="2400" b="0" strike="noStrike" spc="-1">
              <a:solidFill>
                <a:srgbClr val="000000"/>
              </a:solidFill>
              <a:latin typeface="Arial"/>
            </a:endParaRPr>
          </a:p>
          <a:p>
            <a:pPr algn="ctr" defTabSz="914400">
              <a:lnSpc>
                <a:spcPct val="90000"/>
              </a:lnSpc>
              <a:spcBef>
                <a:spcPts val="1001"/>
              </a:spcBef>
              <a:tabLst>
                <a:tab pos="0" algn="l"/>
              </a:tabLst>
            </a:pPr>
            <a:endParaRPr lang="es-CO" sz="2400" b="0" strike="noStrike" spc="-1">
              <a:solidFill>
                <a:srgbClr val="000000"/>
              </a:solidFill>
              <a:latin typeface="Arial"/>
            </a:endParaRPr>
          </a:p>
          <a:p>
            <a:pPr algn="ctr" defTabSz="914400">
              <a:lnSpc>
                <a:spcPct val="90000"/>
              </a:lnSpc>
              <a:spcBef>
                <a:spcPts val="1001"/>
              </a:spcBef>
              <a:tabLst>
                <a:tab pos="0" algn="l"/>
              </a:tabLst>
            </a:pPr>
            <a:endParaRPr lang="es-CO" sz="2400" b="0" strike="noStrike" spc="-1">
              <a:solidFill>
                <a:srgbClr val="000000"/>
              </a:solidFill>
              <a:latin typeface="Arial"/>
            </a:endParaRPr>
          </a:p>
        </p:txBody>
      </p:sp>
      <p:sp>
        <p:nvSpPr>
          <p:cNvPr id="97" name="Subtítulo 12"/>
          <p:cNvSpPr txBox="1"/>
          <p:nvPr/>
        </p:nvSpPr>
        <p:spPr>
          <a:xfrm>
            <a:off x="632880" y="3345480"/>
            <a:ext cx="9143640" cy="846360"/>
          </a:xfrm>
          <a:prstGeom prst="rect">
            <a:avLst/>
          </a:prstGeom>
          <a:noFill/>
          <a:ln w="0">
            <a:noFill/>
          </a:ln>
        </p:spPr>
        <p:txBody>
          <a:bodyPr anchor="t">
            <a:normAutofit fontScale="94980"/>
          </a:bodyPr>
          <a:lstStyle/>
          <a:p>
            <a:pPr algn="ctr" defTabSz="914400">
              <a:lnSpc>
                <a:spcPct val="90000"/>
              </a:lnSpc>
              <a:spcBef>
                <a:spcPts val="1001"/>
              </a:spcBef>
              <a:tabLst>
                <a:tab pos="0" algn="l"/>
              </a:tabLst>
            </a:pPr>
            <a:endParaRPr lang="es-CO" sz="3200" b="0" strike="noStrike" spc="-1" dirty="0">
              <a:solidFill>
                <a:srgbClr val="000000"/>
              </a:solidFill>
              <a:latin typeface="Arial"/>
            </a:endParaRPr>
          </a:p>
          <a:p>
            <a:pPr algn="ctr" defTabSz="914400">
              <a:lnSpc>
                <a:spcPct val="90000"/>
              </a:lnSpc>
              <a:spcBef>
                <a:spcPts val="1001"/>
              </a:spcBef>
              <a:tabLst>
                <a:tab pos="0" algn="l"/>
              </a:tabLst>
            </a:pPr>
            <a:endParaRPr lang="es-CO" sz="2400" b="0" strike="noStrike" spc="-1" dirty="0">
              <a:solidFill>
                <a:srgbClr val="000000"/>
              </a:solidFill>
              <a:latin typeface="Arial"/>
            </a:endParaRPr>
          </a:p>
        </p:txBody>
      </p:sp>
      <p:sp>
        <p:nvSpPr>
          <p:cNvPr id="9" name="Rectángulo 8"/>
          <p:cNvSpPr/>
          <p:nvPr/>
        </p:nvSpPr>
        <p:spPr>
          <a:xfrm>
            <a:off x="3477491" y="193964"/>
            <a:ext cx="4322618" cy="928254"/>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CuadroTexto 1"/>
          <p:cNvSpPr txBox="1"/>
          <p:nvPr/>
        </p:nvSpPr>
        <p:spPr>
          <a:xfrm>
            <a:off x="3671455" y="318655"/>
            <a:ext cx="3934690" cy="646331"/>
          </a:xfrm>
          <a:prstGeom prst="rect">
            <a:avLst/>
          </a:prstGeom>
          <a:noFill/>
        </p:spPr>
        <p:txBody>
          <a:bodyPr wrap="square" rtlCol="0">
            <a:spAutoFit/>
          </a:bodyPr>
          <a:lstStyle/>
          <a:p>
            <a:pPr algn="ctr"/>
            <a:r>
              <a:rPr lang="es-MX" dirty="0"/>
              <a:t>Tiempo 60 minutos: </a:t>
            </a:r>
          </a:p>
          <a:p>
            <a:pPr algn="ctr"/>
            <a:r>
              <a:rPr lang="es-MX" dirty="0"/>
              <a:t>Manejo avanzado </a:t>
            </a:r>
            <a:endParaRPr lang="en-US" dirty="0"/>
          </a:p>
        </p:txBody>
      </p:sp>
      <p:pic>
        <p:nvPicPr>
          <p:cNvPr id="3" name="Imagen 2"/>
          <p:cNvPicPr>
            <a:picLocks noChangeAspect="1"/>
          </p:cNvPicPr>
          <p:nvPr/>
        </p:nvPicPr>
        <p:blipFill rotWithShape="1">
          <a:blip r:embed="rId3"/>
          <a:srcRect l="7087" t="30776" r="13903" b="8997"/>
          <a:stretch/>
        </p:blipFill>
        <p:spPr>
          <a:xfrm>
            <a:off x="498763" y="1246909"/>
            <a:ext cx="10280074" cy="4405745"/>
          </a:xfrm>
          <a:prstGeom prst="rect">
            <a:avLst/>
          </a:prstGeom>
        </p:spPr>
      </p:pic>
      <p:pic>
        <p:nvPicPr>
          <p:cNvPr id="4" name="Imagen 3"/>
          <p:cNvPicPr>
            <a:picLocks noChangeAspect="1"/>
          </p:cNvPicPr>
          <p:nvPr/>
        </p:nvPicPr>
        <p:blipFill rotWithShape="1">
          <a:blip r:embed="rId4"/>
          <a:srcRect l="19865" t="48958" r="19439" b="36459"/>
          <a:stretch/>
        </p:blipFill>
        <p:spPr>
          <a:xfrm>
            <a:off x="1720554" y="5652654"/>
            <a:ext cx="7897092" cy="1066800"/>
          </a:xfrm>
          <a:prstGeom prst="rect">
            <a:avLst/>
          </a:prstGeom>
        </p:spPr>
      </p:pic>
    </p:spTree>
    <p:extLst>
      <p:ext uri="{BB962C8B-B14F-4D97-AF65-F5344CB8AC3E}">
        <p14:creationId xmlns:p14="http://schemas.microsoft.com/office/powerpoint/2010/main" val="28844753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l="-999" r="-999"/>
          </a:stretch>
        </a:blipFill>
        <a:effectLst/>
      </p:bgPr>
    </p:bg>
    <p:spTree>
      <p:nvGrpSpPr>
        <p:cNvPr id="1" name=""/>
        <p:cNvGrpSpPr/>
        <p:nvPr/>
      </p:nvGrpSpPr>
      <p:grpSpPr>
        <a:xfrm>
          <a:off x="0" y="0"/>
          <a:ext cx="0" cy="0"/>
          <a:chOff x="0" y="0"/>
          <a:chExt cx="0" cy="0"/>
        </a:xfrm>
      </p:grpSpPr>
      <p:pic>
        <p:nvPicPr>
          <p:cNvPr id="2" name="Imagen 1"/>
          <p:cNvPicPr>
            <a:picLocks noChangeAspect="1"/>
          </p:cNvPicPr>
          <p:nvPr/>
        </p:nvPicPr>
        <p:blipFill rotWithShape="1">
          <a:blip r:embed="rId3"/>
          <a:srcRect l="9111" t="13163" r="10176" b="7481"/>
          <a:stretch/>
        </p:blipFill>
        <p:spPr>
          <a:xfrm>
            <a:off x="136795" y="638494"/>
            <a:ext cx="11404042" cy="6219505"/>
          </a:xfrm>
          <a:prstGeom prst="rect">
            <a:avLst/>
          </a:prstGeom>
        </p:spPr>
      </p:pic>
      <p:sp>
        <p:nvSpPr>
          <p:cNvPr id="3" name="Rectángulo 2"/>
          <p:cNvSpPr/>
          <p:nvPr/>
        </p:nvSpPr>
        <p:spPr>
          <a:xfrm>
            <a:off x="4138171" y="16224"/>
            <a:ext cx="3717357" cy="537957"/>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uadroTexto 3"/>
          <p:cNvSpPr txBox="1"/>
          <p:nvPr/>
        </p:nvSpPr>
        <p:spPr>
          <a:xfrm>
            <a:off x="4433455" y="100537"/>
            <a:ext cx="3422073" cy="369332"/>
          </a:xfrm>
          <a:prstGeom prst="rect">
            <a:avLst/>
          </a:prstGeom>
          <a:noFill/>
        </p:spPr>
        <p:txBody>
          <a:bodyPr wrap="square" rtlCol="0">
            <a:spAutoFit/>
          </a:bodyPr>
          <a:lstStyle/>
          <a:p>
            <a:r>
              <a:rPr lang="es-MX" dirty="0"/>
              <a:t>Algoritmo manejo de código rojo </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l="-999" r="-999"/>
          </a:stretch>
        </a:blipFill>
        <a:effectLst/>
      </p:bgPr>
    </p:bg>
    <p:spTree>
      <p:nvGrpSpPr>
        <p:cNvPr id="1" name=""/>
        <p:cNvGrpSpPr/>
        <p:nvPr/>
      </p:nvGrpSpPr>
      <p:grpSpPr>
        <a:xfrm>
          <a:off x="0" y="0"/>
          <a:ext cx="0" cy="0"/>
          <a:chOff x="0" y="0"/>
          <a:chExt cx="0" cy="0"/>
        </a:xfrm>
      </p:grpSpPr>
      <p:pic>
        <p:nvPicPr>
          <p:cNvPr id="3" name="Imagen 2"/>
          <p:cNvPicPr>
            <a:picLocks noChangeAspect="1"/>
          </p:cNvPicPr>
          <p:nvPr/>
        </p:nvPicPr>
        <p:blipFill rotWithShape="1">
          <a:blip r:embed="rId3"/>
          <a:srcRect l="15713" t="14679" r="13902" b="9185"/>
          <a:stretch/>
        </p:blipFill>
        <p:spPr>
          <a:xfrm>
            <a:off x="748146" y="373675"/>
            <a:ext cx="10377054" cy="6484325"/>
          </a:xfrm>
          <a:prstGeom prst="rect">
            <a:avLst/>
          </a:prstGeom>
        </p:spPr>
      </p:pic>
    </p:spTree>
    <p:extLst>
      <p:ext uri="{BB962C8B-B14F-4D97-AF65-F5344CB8AC3E}">
        <p14:creationId xmlns:p14="http://schemas.microsoft.com/office/powerpoint/2010/main" val="42330435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l="-999" r="-999"/>
          </a:stretch>
        </a:blipFill>
        <a:effectLst/>
      </p:bgPr>
    </p:bg>
    <p:spTree>
      <p:nvGrpSpPr>
        <p:cNvPr id="1" name=""/>
        <p:cNvGrpSpPr/>
        <p:nvPr/>
      </p:nvGrpSpPr>
      <p:grpSpPr>
        <a:xfrm>
          <a:off x="0" y="0"/>
          <a:ext cx="0" cy="0"/>
          <a:chOff x="0" y="0"/>
          <a:chExt cx="0" cy="0"/>
        </a:xfrm>
      </p:grpSpPr>
      <p:pic>
        <p:nvPicPr>
          <p:cNvPr id="2" name="Imagen 1"/>
          <p:cNvPicPr>
            <a:picLocks noChangeAspect="1"/>
          </p:cNvPicPr>
          <p:nvPr/>
        </p:nvPicPr>
        <p:blipFill rotWithShape="1">
          <a:blip r:embed="rId3"/>
          <a:srcRect l="14116" t="14110" r="15180" b="7671"/>
          <a:stretch/>
        </p:blipFill>
        <p:spPr>
          <a:xfrm>
            <a:off x="1052947" y="416119"/>
            <a:ext cx="9933708" cy="6178646"/>
          </a:xfrm>
          <a:prstGeom prst="rect">
            <a:avLst/>
          </a:prstGeom>
        </p:spPr>
      </p:pic>
    </p:spTree>
    <p:extLst>
      <p:ext uri="{BB962C8B-B14F-4D97-AF65-F5344CB8AC3E}">
        <p14:creationId xmlns:p14="http://schemas.microsoft.com/office/powerpoint/2010/main" val="40771699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l="-999" r="-999"/>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866</TotalTime>
  <Words>823</Words>
  <Application>Microsoft Macintosh PowerPoint</Application>
  <PresentationFormat>Panorámica</PresentationFormat>
  <Paragraphs>89</Paragraphs>
  <Slides>16</Slides>
  <Notes>1</Notes>
  <HiddenSlides>0</HiddenSlides>
  <MMClips>0</MMClips>
  <ScaleCrop>false</ScaleCrop>
  <HeadingPairs>
    <vt:vector size="6" baseType="variant">
      <vt:variant>
        <vt:lpstr>Fuentes usadas</vt:lpstr>
      </vt:variant>
      <vt:variant>
        <vt:i4>7</vt:i4>
      </vt:variant>
      <vt:variant>
        <vt:lpstr>Tema</vt:lpstr>
      </vt:variant>
      <vt:variant>
        <vt:i4>2</vt:i4>
      </vt:variant>
      <vt:variant>
        <vt:lpstr>Títulos de diapositiva</vt:lpstr>
      </vt:variant>
      <vt:variant>
        <vt:i4>16</vt:i4>
      </vt:variant>
    </vt:vector>
  </HeadingPairs>
  <TitlesOfParts>
    <vt:vector size="25" baseType="lpstr">
      <vt:lpstr>Arial</vt:lpstr>
      <vt:lpstr>Arial Black</vt:lpstr>
      <vt:lpstr>Calibri</vt:lpstr>
      <vt:lpstr>Calibri Light</vt:lpstr>
      <vt:lpstr>Symbol</vt:lpstr>
      <vt:lpstr>Times New Roman</vt:lpstr>
      <vt:lpstr>Wingdings</vt:lpstr>
      <vt:lpstr>Tema de Office</vt:lpstr>
      <vt:lpstr>Tema de Office</vt:lpstr>
      <vt:lpstr>PROTOCOLO ATENCIÓN DE CÓDIGO ROJO </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TITULO PRESENTACIÓN</dc:title>
  <dc:subject/>
  <dc:creator>user</dc:creator>
  <dc:description/>
  <cp:lastModifiedBy>Sharon Katherine Acuña</cp:lastModifiedBy>
  <cp:revision>31</cp:revision>
  <dcterms:created xsi:type="dcterms:W3CDTF">2024-08-26T14:52:25Z</dcterms:created>
  <dcterms:modified xsi:type="dcterms:W3CDTF">2025-09-25T03:26:31Z</dcterms:modified>
  <dc:language>es-CO</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Panorámica</vt:lpwstr>
  </property>
  <property fmtid="{D5CDD505-2E9C-101B-9397-08002B2CF9AE}" pid="3" name="Slides">
    <vt:i4>4</vt:i4>
  </property>
</Properties>
</file>