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5" r:id="rId6"/>
    <p:sldId id="261" r:id="rId7"/>
    <p:sldId id="262" r:id="rId8"/>
    <p:sldId id="263" r:id="rId9"/>
    <p:sldId id="264" r:id="rId10"/>
    <p:sldId id="266" r:id="rId11"/>
    <p:sldId id="267" r:id="rId12"/>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746"/>
    <p:restoredTop sz="94756"/>
  </p:normalViewPr>
  <p:slideViewPr>
    <p:cSldViewPr snapToGrid="0">
      <p:cViewPr varScale="1">
        <p:scale>
          <a:sx n="61" d="100"/>
          <a:sy n="61" d="100"/>
        </p:scale>
        <p:origin x="216" y="8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DFA498-B274-45D7-8060-739687018B41}" type="doc">
      <dgm:prSet loTypeId="urn:microsoft.com/office/officeart/2008/layout/LinedList" loCatId="list" qsTypeId="urn:microsoft.com/office/officeart/2005/8/quickstyle/simple4" qsCatId="simple" csTypeId="urn:microsoft.com/office/officeart/2005/8/colors/colorful2" csCatId="colorful"/>
      <dgm:spPr/>
      <dgm:t>
        <a:bodyPr/>
        <a:lstStyle/>
        <a:p>
          <a:endParaRPr lang="en-US"/>
        </a:p>
      </dgm:t>
    </dgm:pt>
    <dgm:pt modelId="{E9FCF552-1078-4424-9716-C45D151A666A}">
      <dgm:prSet/>
      <dgm:spPr/>
      <dgm:t>
        <a:bodyPr/>
        <a:lstStyle/>
        <a:p>
          <a:r>
            <a:rPr lang="es-CO"/>
            <a:t>INSERCION IMPLANTE POS PARTO 07 /07/2023  DR MORENO DRA RAMIREZ </a:t>
          </a:r>
          <a:endParaRPr lang="en-US"/>
        </a:p>
      </dgm:t>
    </dgm:pt>
    <dgm:pt modelId="{8B627AB7-D03B-4B4A-A603-A3444340C6C9}" type="parTrans" cxnId="{C33634E6-00DC-464F-8119-ADC61D23CD8F}">
      <dgm:prSet/>
      <dgm:spPr/>
      <dgm:t>
        <a:bodyPr/>
        <a:lstStyle/>
        <a:p>
          <a:endParaRPr lang="en-US"/>
        </a:p>
      </dgm:t>
    </dgm:pt>
    <dgm:pt modelId="{84F4FF79-44A2-42D3-8B34-DBBD1A5AA768}" type="sibTrans" cxnId="{C33634E6-00DC-464F-8119-ADC61D23CD8F}">
      <dgm:prSet/>
      <dgm:spPr/>
      <dgm:t>
        <a:bodyPr/>
        <a:lstStyle/>
        <a:p>
          <a:endParaRPr lang="en-US"/>
        </a:p>
      </dgm:t>
    </dgm:pt>
    <dgm:pt modelId="{79E170B6-F4C4-41B6-B84F-44C7E915D15D}">
      <dgm:prSet/>
      <dgm:spPr/>
      <dgm:t>
        <a:bodyPr/>
        <a:lstStyle/>
        <a:p>
          <a:r>
            <a:rPr lang="es-CO"/>
            <a:t>C EXTERNA 15/07/2023  ( 8 DIAS ) control posparto </a:t>
          </a:r>
          <a:endParaRPr lang="en-US"/>
        </a:p>
      </dgm:t>
    </dgm:pt>
    <dgm:pt modelId="{08399D4D-7281-4089-ADEF-28932562AE9D}" type="parTrans" cxnId="{075E3CA4-3041-4A46-B182-1F0D148E54C0}">
      <dgm:prSet/>
      <dgm:spPr/>
      <dgm:t>
        <a:bodyPr/>
        <a:lstStyle/>
        <a:p>
          <a:endParaRPr lang="en-US"/>
        </a:p>
      </dgm:t>
    </dgm:pt>
    <dgm:pt modelId="{C93864A9-D9A4-4FF9-A3BC-A04E6372348E}" type="sibTrans" cxnId="{075E3CA4-3041-4A46-B182-1F0D148E54C0}">
      <dgm:prSet/>
      <dgm:spPr/>
      <dgm:t>
        <a:bodyPr/>
        <a:lstStyle/>
        <a:p>
          <a:endParaRPr lang="en-US"/>
        </a:p>
      </dgm:t>
    </dgm:pt>
    <dgm:pt modelId="{B768462A-96F7-4E89-BB8B-A6E5229ED058}">
      <dgm:prSet/>
      <dgm:spPr/>
      <dgm:t>
        <a:bodyPr/>
        <a:lstStyle/>
        <a:p>
          <a:r>
            <a:rPr lang="es-CO"/>
            <a:t>07/09/2023  C EXTERNA  dolor en sitio de inserción del implante  evidencian implante  superficial con flexión del brazo  sin signos de infección </a:t>
          </a:r>
          <a:endParaRPr lang="en-US"/>
        </a:p>
      </dgm:t>
    </dgm:pt>
    <dgm:pt modelId="{91B7370D-0A1F-4F5D-9BFE-516947E8FDE7}" type="parTrans" cxnId="{59E60D4E-9577-4CDD-8106-F7643FA40EC5}">
      <dgm:prSet/>
      <dgm:spPr/>
      <dgm:t>
        <a:bodyPr/>
        <a:lstStyle/>
        <a:p>
          <a:endParaRPr lang="en-US"/>
        </a:p>
      </dgm:t>
    </dgm:pt>
    <dgm:pt modelId="{0EC40500-06DF-433A-B3C7-A59D4BD0D147}" type="sibTrans" cxnId="{59E60D4E-9577-4CDD-8106-F7643FA40EC5}">
      <dgm:prSet/>
      <dgm:spPr/>
      <dgm:t>
        <a:bodyPr/>
        <a:lstStyle/>
        <a:p>
          <a:endParaRPr lang="en-US"/>
        </a:p>
      </dgm:t>
    </dgm:pt>
    <dgm:pt modelId="{D760A07B-63A6-4595-B573-04C7F07F1CDB}">
      <dgm:prSet/>
      <dgm:spPr/>
      <dgm:t>
        <a:bodyPr/>
        <a:lstStyle/>
        <a:p>
          <a:r>
            <a:rPr lang="es-CO"/>
            <a:t>Ss eco tejidos blandos 30/10/2023 :  imagen de implante subdérmico a 3.6 mm de la piel </a:t>
          </a:r>
          <a:endParaRPr lang="en-US"/>
        </a:p>
      </dgm:t>
    </dgm:pt>
    <dgm:pt modelId="{C1D3584F-0959-4190-AB19-F4A44D9F34D9}" type="parTrans" cxnId="{B14A964A-AF5B-47FF-A65E-6F649647C46C}">
      <dgm:prSet/>
      <dgm:spPr/>
      <dgm:t>
        <a:bodyPr/>
        <a:lstStyle/>
        <a:p>
          <a:endParaRPr lang="en-US"/>
        </a:p>
      </dgm:t>
    </dgm:pt>
    <dgm:pt modelId="{36C3D606-1990-4BC9-B1BA-1E97D9BB0148}" type="sibTrans" cxnId="{B14A964A-AF5B-47FF-A65E-6F649647C46C}">
      <dgm:prSet/>
      <dgm:spPr/>
      <dgm:t>
        <a:bodyPr/>
        <a:lstStyle/>
        <a:p>
          <a:endParaRPr lang="en-US"/>
        </a:p>
      </dgm:t>
    </dgm:pt>
    <dgm:pt modelId="{9B4B0BAE-7B74-4FE2-8E42-383DB4FC1646}">
      <dgm:prSet/>
      <dgm:spPr/>
      <dgm:t>
        <a:bodyPr/>
        <a:lstStyle/>
        <a:p>
          <a:r>
            <a:rPr lang="es-CO"/>
            <a:t>PROXIMA CONSULTA ( dr Gutiérrez )  : 29/02/2024 ( 4 MESES DESPUES ) MC x urg * se me encarno el jadelle * EF : Barra del implante protruida calor y eritema </a:t>
          </a:r>
          <a:endParaRPr lang="en-US"/>
        </a:p>
      </dgm:t>
    </dgm:pt>
    <dgm:pt modelId="{1F2C3642-C9E1-4521-A546-C29EFD4DA61E}" type="parTrans" cxnId="{B6EC565F-8313-465A-992A-5CB52F3E898A}">
      <dgm:prSet/>
      <dgm:spPr/>
      <dgm:t>
        <a:bodyPr/>
        <a:lstStyle/>
        <a:p>
          <a:endParaRPr lang="en-US"/>
        </a:p>
      </dgm:t>
    </dgm:pt>
    <dgm:pt modelId="{C22EBD4C-05DB-4EF2-B475-D3805ACB5849}" type="sibTrans" cxnId="{B6EC565F-8313-465A-992A-5CB52F3E898A}">
      <dgm:prSet/>
      <dgm:spPr/>
      <dgm:t>
        <a:bodyPr/>
        <a:lstStyle/>
        <a:p>
          <a:endParaRPr lang="en-US"/>
        </a:p>
      </dgm:t>
    </dgm:pt>
    <dgm:pt modelId="{BE168B15-1393-44A4-8545-5CCEAEA76CB0}">
      <dgm:prSet/>
      <dgm:spPr/>
      <dgm:t>
        <a:bodyPr/>
        <a:lstStyle/>
        <a:p>
          <a:r>
            <a:rPr lang="es-CO"/>
            <a:t>Manejo con dicloxacilina diclofenac  : orden de retiro del implante </a:t>
          </a:r>
          <a:endParaRPr lang="en-US"/>
        </a:p>
      </dgm:t>
    </dgm:pt>
    <dgm:pt modelId="{953DB826-67AA-44D6-9AD3-1E4455818367}" type="parTrans" cxnId="{7E653044-82AE-47D9-AB97-6FF6C2E1A190}">
      <dgm:prSet/>
      <dgm:spPr/>
      <dgm:t>
        <a:bodyPr/>
        <a:lstStyle/>
        <a:p>
          <a:endParaRPr lang="en-US"/>
        </a:p>
      </dgm:t>
    </dgm:pt>
    <dgm:pt modelId="{A2967F09-D0E2-43E8-8F4E-8C4F98013858}" type="sibTrans" cxnId="{7E653044-82AE-47D9-AB97-6FF6C2E1A190}">
      <dgm:prSet/>
      <dgm:spPr/>
      <dgm:t>
        <a:bodyPr/>
        <a:lstStyle/>
        <a:p>
          <a:endParaRPr lang="en-US"/>
        </a:p>
      </dgm:t>
    </dgm:pt>
    <dgm:pt modelId="{CD9FFCAD-5F9F-3145-A2BD-896E34EB831A}" type="pres">
      <dgm:prSet presAssocID="{E4DFA498-B274-45D7-8060-739687018B41}" presName="vert0" presStyleCnt="0">
        <dgm:presLayoutVars>
          <dgm:dir/>
          <dgm:animOne val="branch"/>
          <dgm:animLvl val="lvl"/>
        </dgm:presLayoutVars>
      </dgm:prSet>
      <dgm:spPr/>
    </dgm:pt>
    <dgm:pt modelId="{234AE0E4-CFEE-2741-8771-C68A80EB8332}" type="pres">
      <dgm:prSet presAssocID="{E9FCF552-1078-4424-9716-C45D151A666A}" presName="thickLine" presStyleLbl="alignNode1" presStyleIdx="0" presStyleCnt="6"/>
      <dgm:spPr/>
    </dgm:pt>
    <dgm:pt modelId="{ADBCB0B3-385C-5146-A4D5-AAAC0D6F99D3}" type="pres">
      <dgm:prSet presAssocID="{E9FCF552-1078-4424-9716-C45D151A666A}" presName="horz1" presStyleCnt="0"/>
      <dgm:spPr/>
    </dgm:pt>
    <dgm:pt modelId="{92C75D56-BA92-9348-859F-69AC065D8582}" type="pres">
      <dgm:prSet presAssocID="{E9FCF552-1078-4424-9716-C45D151A666A}" presName="tx1" presStyleLbl="revTx" presStyleIdx="0" presStyleCnt="6"/>
      <dgm:spPr/>
    </dgm:pt>
    <dgm:pt modelId="{8AE2FC5E-E5DA-9F47-AEDE-EA920940775F}" type="pres">
      <dgm:prSet presAssocID="{E9FCF552-1078-4424-9716-C45D151A666A}" presName="vert1" presStyleCnt="0"/>
      <dgm:spPr/>
    </dgm:pt>
    <dgm:pt modelId="{68B487F1-B95D-9543-B044-CA7CFE7298A8}" type="pres">
      <dgm:prSet presAssocID="{79E170B6-F4C4-41B6-B84F-44C7E915D15D}" presName="thickLine" presStyleLbl="alignNode1" presStyleIdx="1" presStyleCnt="6"/>
      <dgm:spPr/>
    </dgm:pt>
    <dgm:pt modelId="{53545DFE-DC21-9F43-A7B2-A6BC91D09810}" type="pres">
      <dgm:prSet presAssocID="{79E170B6-F4C4-41B6-B84F-44C7E915D15D}" presName="horz1" presStyleCnt="0"/>
      <dgm:spPr/>
    </dgm:pt>
    <dgm:pt modelId="{76D09BD2-6338-E64F-A073-A76367E5F520}" type="pres">
      <dgm:prSet presAssocID="{79E170B6-F4C4-41B6-B84F-44C7E915D15D}" presName="tx1" presStyleLbl="revTx" presStyleIdx="1" presStyleCnt="6"/>
      <dgm:spPr/>
    </dgm:pt>
    <dgm:pt modelId="{3F14BC81-2CC6-B343-9ABD-4E27B3310BA6}" type="pres">
      <dgm:prSet presAssocID="{79E170B6-F4C4-41B6-B84F-44C7E915D15D}" presName="vert1" presStyleCnt="0"/>
      <dgm:spPr/>
    </dgm:pt>
    <dgm:pt modelId="{59305B3C-54E1-E946-A1FD-03F082A505C9}" type="pres">
      <dgm:prSet presAssocID="{B768462A-96F7-4E89-BB8B-A6E5229ED058}" presName="thickLine" presStyleLbl="alignNode1" presStyleIdx="2" presStyleCnt="6"/>
      <dgm:spPr/>
    </dgm:pt>
    <dgm:pt modelId="{A6965FFD-5E71-894C-A209-DD1B76F338DE}" type="pres">
      <dgm:prSet presAssocID="{B768462A-96F7-4E89-BB8B-A6E5229ED058}" presName="horz1" presStyleCnt="0"/>
      <dgm:spPr/>
    </dgm:pt>
    <dgm:pt modelId="{2DD9BB70-55BD-2E4E-8CDB-2BB7AC9FB472}" type="pres">
      <dgm:prSet presAssocID="{B768462A-96F7-4E89-BB8B-A6E5229ED058}" presName="tx1" presStyleLbl="revTx" presStyleIdx="2" presStyleCnt="6"/>
      <dgm:spPr/>
    </dgm:pt>
    <dgm:pt modelId="{113F0A8F-4B4E-7A4D-B047-113E205F675C}" type="pres">
      <dgm:prSet presAssocID="{B768462A-96F7-4E89-BB8B-A6E5229ED058}" presName="vert1" presStyleCnt="0"/>
      <dgm:spPr/>
    </dgm:pt>
    <dgm:pt modelId="{C3C82D25-D005-E341-A9D8-4B3A24E040A1}" type="pres">
      <dgm:prSet presAssocID="{D760A07B-63A6-4595-B573-04C7F07F1CDB}" presName="thickLine" presStyleLbl="alignNode1" presStyleIdx="3" presStyleCnt="6"/>
      <dgm:spPr/>
    </dgm:pt>
    <dgm:pt modelId="{200790EB-211B-1D49-8142-B7D811F5FF02}" type="pres">
      <dgm:prSet presAssocID="{D760A07B-63A6-4595-B573-04C7F07F1CDB}" presName="horz1" presStyleCnt="0"/>
      <dgm:spPr/>
    </dgm:pt>
    <dgm:pt modelId="{8084BE87-58E4-4B43-B6E9-48A7E50F0D12}" type="pres">
      <dgm:prSet presAssocID="{D760A07B-63A6-4595-B573-04C7F07F1CDB}" presName="tx1" presStyleLbl="revTx" presStyleIdx="3" presStyleCnt="6"/>
      <dgm:spPr/>
    </dgm:pt>
    <dgm:pt modelId="{5FE1AF43-0ED7-7840-B1C2-959016639CFC}" type="pres">
      <dgm:prSet presAssocID="{D760A07B-63A6-4595-B573-04C7F07F1CDB}" presName="vert1" presStyleCnt="0"/>
      <dgm:spPr/>
    </dgm:pt>
    <dgm:pt modelId="{7C2E1128-2CC1-9C40-9FB4-58B1040298CE}" type="pres">
      <dgm:prSet presAssocID="{9B4B0BAE-7B74-4FE2-8E42-383DB4FC1646}" presName="thickLine" presStyleLbl="alignNode1" presStyleIdx="4" presStyleCnt="6"/>
      <dgm:spPr/>
    </dgm:pt>
    <dgm:pt modelId="{D12C5C3E-628C-4A4E-BF4F-884AA32C08AB}" type="pres">
      <dgm:prSet presAssocID="{9B4B0BAE-7B74-4FE2-8E42-383DB4FC1646}" presName="horz1" presStyleCnt="0"/>
      <dgm:spPr/>
    </dgm:pt>
    <dgm:pt modelId="{89949DF2-B9A8-9B41-B390-A15D46758032}" type="pres">
      <dgm:prSet presAssocID="{9B4B0BAE-7B74-4FE2-8E42-383DB4FC1646}" presName="tx1" presStyleLbl="revTx" presStyleIdx="4" presStyleCnt="6"/>
      <dgm:spPr/>
    </dgm:pt>
    <dgm:pt modelId="{742ECCF7-50DD-3F44-B215-FC7E5953ED06}" type="pres">
      <dgm:prSet presAssocID="{9B4B0BAE-7B74-4FE2-8E42-383DB4FC1646}" presName="vert1" presStyleCnt="0"/>
      <dgm:spPr/>
    </dgm:pt>
    <dgm:pt modelId="{FD7EC8A9-2C6E-DA4B-B9D7-D869713C9791}" type="pres">
      <dgm:prSet presAssocID="{BE168B15-1393-44A4-8545-5CCEAEA76CB0}" presName="thickLine" presStyleLbl="alignNode1" presStyleIdx="5" presStyleCnt="6"/>
      <dgm:spPr/>
    </dgm:pt>
    <dgm:pt modelId="{83479DD8-64D0-7B4A-947D-CE552BA4D99B}" type="pres">
      <dgm:prSet presAssocID="{BE168B15-1393-44A4-8545-5CCEAEA76CB0}" presName="horz1" presStyleCnt="0"/>
      <dgm:spPr/>
    </dgm:pt>
    <dgm:pt modelId="{9E303737-13EA-654D-B9DD-73B2565C0CFE}" type="pres">
      <dgm:prSet presAssocID="{BE168B15-1393-44A4-8545-5CCEAEA76CB0}" presName="tx1" presStyleLbl="revTx" presStyleIdx="5" presStyleCnt="6"/>
      <dgm:spPr/>
    </dgm:pt>
    <dgm:pt modelId="{B0A8A766-0B19-3943-9E58-64E00C071329}" type="pres">
      <dgm:prSet presAssocID="{BE168B15-1393-44A4-8545-5CCEAEA76CB0}" presName="vert1" presStyleCnt="0"/>
      <dgm:spPr/>
    </dgm:pt>
  </dgm:ptLst>
  <dgm:cxnLst>
    <dgm:cxn modelId="{940CE83B-3641-2B4B-B806-A5512B2C37D5}" type="presOf" srcId="{E9FCF552-1078-4424-9716-C45D151A666A}" destId="{92C75D56-BA92-9348-859F-69AC065D8582}" srcOrd="0" destOrd="0" presId="urn:microsoft.com/office/officeart/2008/layout/LinedList"/>
    <dgm:cxn modelId="{27A40841-F985-1748-9734-C0663759D061}" type="presOf" srcId="{D760A07B-63A6-4595-B573-04C7F07F1CDB}" destId="{8084BE87-58E4-4B43-B6E9-48A7E50F0D12}" srcOrd="0" destOrd="0" presId="urn:microsoft.com/office/officeart/2008/layout/LinedList"/>
    <dgm:cxn modelId="{7E653044-82AE-47D9-AB97-6FF6C2E1A190}" srcId="{E4DFA498-B274-45D7-8060-739687018B41}" destId="{BE168B15-1393-44A4-8545-5CCEAEA76CB0}" srcOrd="5" destOrd="0" parTransId="{953DB826-67AA-44D6-9AD3-1E4455818367}" sibTransId="{A2967F09-D0E2-43E8-8F4E-8C4F98013858}"/>
    <dgm:cxn modelId="{B14A964A-AF5B-47FF-A65E-6F649647C46C}" srcId="{E4DFA498-B274-45D7-8060-739687018B41}" destId="{D760A07B-63A6-4595-B573-04C7F07F1CDB}" srcOrd="3" destOrd="0" parTransId="{C1D3584F-0959-4190-AB19-F4A44D9F34D9}" sibTransId="{36C3D606-1990-4BC9-B1BA-1E97D9BB0148}"/>
    <dgm:cxn modelId="{59E60D4E-9577-4CDD-8106-F7643FA40EC5}" srcId="{E4DFA498-B274-45D7-8060-739687018B41}" destId="{B768462A-96F7-4E89-BB8B-A6E5229ED058}" srcOrd="2" destOrd="0" parTransId="{91B7370D-0A1F-4F5D-9BFE-516947E8FDE7}" sibTransId="{0EC40500-06DF-433A-B3C7-A59D4BD0D147}"/>
    <dgm:cxn modelId="{B6EC565F-8313-465A-992A-5CB52F3E898A}" srcId="{E4DFA498-B274-45D7-8060-739687018B41}" destId="{9B4B0BAE-7B74-4FE2-8E42-383DB4FC1646}" srcOrd="4" destOrd="0" parTransId="{1F2C3642-C9E1-4521-A546-C29EFD4DA61E}" sibTransId="{C22EBD4C-05DB-4EF2-B475-D3805ACB5849}"/>
    <dgm:cxn modelId="{DE74EE66-A4B5-F145-8193-2EA9C5FCAC26}" type="presOf" srcId="{B768462A-96F7-4E89-BB8B-A6E5229ED058}" destId="{2DD9BB70-55BD-2E4E-8CDB-2BB7AC9FB472}" srcOrd="0" destOrd="0" presId="urn:microsoft.com/office/officeart/2008/layout/LinedList"/>
    <dgm:cxn modelId="{075E3CA4-3041-4A46-B182-1F0D148E54C0}" srcId="{E4DFA498-B274-45D7-8060-739687018B41}" destId="{79E170B6-F4C4-41B6-B84F-44C7E915D15D}" srcOrd="1" destOrd="0" parTransId="{08399D4D-7281-4089-ADEF-28932562AE9D}" sibTransId="{C93864A9-D9A4-4FF9-A3BC-A04E6372348E}"/>
    <dgm:cxn modelId="{334EFEA4-0212-054F-A0E9-160FF1EAD113}" type="presOf" srcId="{9B4B0BAE-7B74-4FE2-8E42-383DB4FC1646}" destId="{89949DF2-B9A8-9B41-B390-A15D46758032}" srcOrd="0" destOrd="0" presId="urn:microsoft.com/office/officeart/2008/layout/LinedList"/>
    <dgm:cxn modelId="{F45E23AC-64FE-EC45-BA2C-78EA3779F20C}" type="presOf" srcId="{BE168B15-1393-44A4-8545-5CCEAEA76CB0}" destId="{9E303737-13EA-654D-B9DD-73B2565C0CFE}" srcOrd="0" destOrd="0" presId="urn:microsoft.com/office/officeart/2008/layout/LinedList"/>
    <dgm:cxn modelId="{E598CFD9-D0A6-3941-9D1F-8C2F5BAF5A19}" type="presOf" srcId="{E4DFA498-B274-45D7-8060-739687018B41}" destId="{CD9FFCAD-5F9F-3145-A2BD-896E34EB831A}" srcOrd="0" destOrd="0" presId="urn:microsoft.com/office/officeart/2008/layout/LinedList"/>
    <dgm:cxn modelId="{C33634E6-00DC-464F-8119-ADC61D23CD8F}" srcId="{E4DFA498-B274-45D7-8060-739687018B41}" destId="{E9FCF552-1078-4424-9716-C45D151A666A}" srcOrd="0" destOrd="0" parTransId="{8B627AB7-D03B-4B4A-A603-A3444340C6C9}" sibTransId="{84F4FF79-44A2-42D3-8B34-DBBD1A5AA768}"/>
    <dgm:cxn modelId="{2F4C80EF-8358-D34A-852D-37F657F9C846}" type="presOf" srcId="{79E170B6-F4C4-41B6-B84F-44C7E915D15D}" destId="{76D09BD2-6338-E64F-A073-A76367E5F520}" srcOrd="0" destOrd="0" presId="urn:microsoft.com/office/officeart/2008/layout/LinedList"/>
    <dgm:cxn modelId="{D894B8C3-9AB2-6F41-9B26-1FFEF5A23930}" type="presParOf" srcId="{CD9FFCAD-5F9F-3145-A2BD-896E34EB831A}" destId="{234AE0E4-CFEE-2741-8771-C68A80EB8332}" srcOrd="0" destOrd="0" presId="urn:microsoft.com/office/officeart/2008/layout/LinedList"/>
    <dgm:cxn modelId="{6B57E155-F5B0-AB43-985E-11BBFFAFEEF2}" type="presParOf" srcId="{CD9FFCAD-5F9F-3145-A2BD-896E34EB831A}" destId="{ADBCB0B3-385C-5146-A4D5-AAAC0D6F99D3}" srcOrd="1" destOrd="0" presId="urn:microsoft.com/office/officeart/2008/layout/LinedList"/>
    <dgm:cxn modelId="{F2A4EC72-2FE2-6440-8BA0-AE535BAC1CDE}" type="presParOf" srcId="{ADBCB0B3-385C-5146-A4D5-AAAC0D6F99D3}" destId="{92C75D56-BA92-9348-859F-69AC065D8582}" srcOrd="0" destOrd="0" presId="urn:microsoft.com/office/officeart/2008/layout/LinedList"/>
    <dgm:cxn modelId="{12B2652B-7090-CB4E-BE71-5D22319DF266}" type="presParOf" srcId="{ADBCB0B3-385C-5146-A4D5-AAAC0D6F99D3}" destId="{8AE2FC5E-E5DA-9F47-AEDE-EA920940775F}" srcOrd="1" destOrd="0" presId="urn:microsoft.com/office/officeart/2008/layout/LinedList"/>
    <dgm:cxn modelId="{E2134B22-42BF-DA45-90F8-EE339D607425}" type="presParOf" srcId="{CD9FFCAD-5F9F-3145-A2BD-896E34EB831A}" destId="{68B487F1-B95D-9543-B044-CA7CFE7298A8}" srcOrd="2" destOrd="0" presId="urn:microsoft.com/office/officeart/2008/layout/LinedList"/>
    <dgm:cxn modelId="{D13C7020-9642-5046-BAF5-22A23E7632F2}" type="presParOf" srcId="{CD9FFCAD-5F9F-3145-A2BD-896E34EB831A}" destId="{53545DFE-DC21-9F43-A7B2-A6BC91D09810}" srcOrd="3" destOrd="0" presId="urn:microsoft.com/office/officeart/2008/layout/LinedList"/>
    <dgm:cxn modelId="{3E5B25B0-325B-794E-83DA-E7C8AB542D9E}" type="presParOf" srcId="{53545DFE-DC21-9F43-A7B2-A6BC91D09810}" destId="{76D09BD2-6338-E64F-A073-A76367E5F520}" srcOrd="0" destOrd="0" presId="urn:microsoft.com/office/officeart/2008/layout/LinedList"/>
    <dgm:cxn modelId="{B0C7AB27-8797-C04F-9C71-FD875A3104AC}" type="presParOf" srcId="{53545DFE-DC21-9F43-A7B2-A6BC91D09810}" destId="{3F14BC81-2CC6-B343-9ABD-4E27B3310BA6}" srcOrd="1" destOrd="0" presId="urn:microsoft.com/office/officeart/2008/layout/LinedList"/>
    <dgm:cxn modelId="{97762F8A-A47A-2E4E-9F35-9F586BC29CEC}" type="presParOf" srcId="{CD9FFCAD-5F9F-3145-A2BD-896E34EB831A}" destId="{59305B3C-54E1-E946-A1FD-03F082A505C9}" srcOrd="4" destOrd="0" presId="urn:microsoft.com/office/officeart/2008/layout/LinedList"/>
    <dgm:cxn modelId="{91A73EF2-030D-EC45-ACA7-09A7B80F3B17}" type="presParOf" srcId="{CD9FFCAD-5F9F-3145-A2BD-896E34EB831A}" destId="{A6965FFD-5E71-894C-A209-DD1B76F338DE}" srcOrd="5" destOrd="0" presId="urn:microsoft.com/office/officeart/2008/layout/LinedList"/>
    <dgm:cxn modelId="{9FE7949C-3BF2-BD43-80B4-7C8A08ECA65C}" type="presParOf" srcId="{A6965FFD-5E71-894C-A209-DD1B76F338DE}" destId="{2DD9BB70-55BD-2E4E-8CDB-2BB7AC9FB472}" srcOrd="0" destOrd="0" presId="urn:microsoft.com/office/officeart/2008/layout/LinedList"/>
    <dgm:cxn modelId="{8C2FAED9-AA2C-7344-9F20-5568F7F81155}" type="presParOf" srcId="{A6965FFD-5E71-894C-A209-DD1B76F338DE}" destId="{113F0A8F-4B4E-7A4D-B047-113E205F675C}" srcOrd="1" destOrd="0" presId="urn:microsoft.com/office/officeart/2008/layout/LinedList"/>
    <dgm:cxn modelId="{8886DE18-9583-9A46-BEB7-DF4413C1A2D4}" type="presParOf" srcId="{CD9FFCAD-5F9F-3145-A2BD-896E34EB831A}" destId="{C3C82D25-D005-E341-A9D8-4B3A24E040A1}" srcOrd="6" destOrd="0" presId="urn:microsoft.com/office/officeart/2008/layout/LinedList"/>
    <dgm:cxn modelId="{B231058C-FE62-3D4E-9A48-59C02553FA2C}" type="presParOf" srcId="{CD9FFCAD-5F9F-3145-A2BD-896E34EB831A}" destId="{200790EB-211B-1D49-8142-B7D811F5FF02}" srcOrd="7" destOrd="0" presId="urn:microsoft.com/office/officeart/2008/layout/LinedList"/>
    <dgm:cxn modelId="{CB9CA52F-750B-5A42-96E0-7CA6FFDF2401}" type="presParOf" srcId="{200790EB-211B-1D49-8142-B7D811F5FF02}" destId="{8084BE87-58E4-4B43-B6E9-48A7E50F0D12}" srcOrd="0" destOrd="0" presId="urn:microsoft.com/office/officeart/2008/layout/LinedList"/>
    <dgm:cxn modelId="{757BA418-BB50-FC4E-896B-C2A3D87B6E13}" type="presParOf" srcId="{200790EB-211B-1D49-8142-B7D811F5FF02}" destId="{5FE1AF43-0ED7-7840-B1C2-959016639CFC}" srcOrd="1" destOrd="0" presId="urn:microsoft.com/office/officeart/2008/layout/LinedList"/>
    <dgm:cxn modelId="{964CB340-D759-D345-BB9F-71AAF60410B7}" type="presParOf" srcId="{CD9FFCAD-5F9F-3145-A2BD-896E34EB831A}" destId="{7C2E1128-2CC1-9C40-9FB4-58B1040298CE}" srcOrd="8" destOrd="0" presId="urn:microsoft.com/office/officeart/2008/layout/LinedList"/>
    <dgm:cxn modelId="{13D9F1CB-A255-A842-90DC-B86D4181F32F}" type="presParOf" srcId="{CD9FFCAD-5F9F-3145-A2BD-896E34EB831A}" destId="{D12C5C3E-628C-4A4E-BF4F-884AA32C08AB}" srcOrd="9" destOrd="0" presId="urn:microsoft.com/office/officeart/2008/layout/LinedList"/>
    <dgm:cxn modelId="{B377D33E-A86A-8C48-9F60-768EF42302C4}" type="presParOf" srcId="{D12C5C3E-628C-4A4E-BF4F-884AA32C08AB}" destId="{89949DF2-B9A8-9B41-B390-A15D46758032}" srcOrd="0" destOrd="0" presId="urn:microsoft.com/office/officeart/2008/layout/LinedList"/>
    <dgm:cxn modelId="{1C4B96F4-BA4B-E84E-B85C-1B772C9B6E22}" type="presParOf" srcId="{D12C5C3E-628C-4A4E-BF4F-884AA32C08AB}" destId="{742ECCF7-50DD-3F44-B215-FC7E5953ED06}" srcOrd="1" destOrd="0" presId="urn:microsoft.com/office/officeart/2008/layout/LinedList"/>
    <dgm:cxn modelId="{5DEED4CA-10B1-674B-92C3-C5EA42FB938A}" type="presParOf" srcId="{CD9FFCAD-5F9F-3145-A2BD-896E34EB831A}" destId="{FD7EC8A9-2C6E-DA4B-B9D7-D869713C9791}" srcOrd="10" destOrd="0" presId="urn:microsoft.com/office/officeart/2008/layout/LinedList"/>
    <dgm:cxn modelId="{CE851B0F-CD56-EC46-A18B-55B7208CB66F}" type="presParOf" srcId="{CD9FFCAD-5F9F-3145-A2BD-896E34EB831A}" destId="{83479DD8-64D0-7B4A-947D-CE552BA4D99B}" srcOrd="11" destOrd="0" presId="urn:microsoft.com/office/officeart/2008/layout/LinedList"/>
    <dgm:cxn modelId="{3ECFFD5F-887F-B547-B229-2954C6D59BA3}" type="presParOf" srcId="{83479DD8-64D0-7B4A-947D-CE552BA4D99B}" destId="{9E303737-13EA-654D-B9DD-73B2565C0CFE}" srcOrd="0" destOrd="0" presId="urn:microsoft.com/office/officeart/2008/layout/LinedList"/>
    <dgm:cxn modelId="{CF6E0C98-BFBF-8E47-A121-7548491571C0}" type="presParOf" srcId="{83479DD8-64D0-7B4A-947D-CE552BA4D99B}" destId="{B0A8A766-0B19-3943-9E58-64E00C07132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3DCC82F-8F27-4431-B5D7-41307FC9897C}"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DE9C6F67-C196-4102-81F0-EFA478EC1D35}">
      <dgm:prSet/>
      <dgm:spPr/>
      <dgm:t>
        <a:bodyPr/>
        <a:lstStyle/>
        <a:p>
          <a:r>
            <a:rPr lang="es-CO"/>
            <a:t>31/05/2024 ( 3 meses  ) refiere salida de la barra del implante  desea retiro del implante e inserción del nuevo implante </a:t>
          </a:r>
          <a:endParaRPr lang="en-US"/>
        </a:p>
      </dgm:t>
    </dgm:pt>
    <dgm:pt modelId="{B3B8D145-DB15-4787-BFCB-9E1B0C7A4F0E}" type="parTrans" cxnId="{CFA3884F-39CF-4D4F-AFC9-DD576C14D99F}">
      <dgm:prSet/>
      <dgm:spPr/>
      <dgm:t>
        <a:bodyPr/>
        <a:lstStyle/>
        <a:p>
          <a:endParaRPr lang="en-US"/>
        </a:p>
      </dgm:t>
    </dgm:pt>
    <dgm:pt modelId="{0C3699A8-1D23-4A58-92C6-68DA3D3C5E92}" type="sibTrans" cxnId="{CFA3884F-39CF-4D4F-AFC9-DD576C14D99F}">
      <dgm:prSet/>
      <dgm:spPr/>
      <dgm:t>
        <a:bodyPr/>
        <a:lstStyle/>
        <a:p>
          <a:endParaRPr lang="en-US"/>
        </a:p>
      </dgm:t>
    </dgm:pt>
    <dgm:pt modelId="{732D62A0-1A1B-44AB-8963-7025A1E46376}">
      <dgm:prSet/>
      <dgm:spPr/>
      <dgm:t>
        <a:bodyPr/>
        <a:lstStyle/>
        <a:p>
          <a:r>
            <a:rPr lang="es-CO"/>
            <a:t>Se genera orden ( Dr Camacho ) para  retiro y colocación de nuevo implante </a:t>
          </a:r>
          <a:endParaRPr lang="en-US"/>
        </a:p>
      </dgm:t>
    </dgm:pt>
    <dgm:pt modelId="{845A1836-B378-49E1-B184-3CA7952D30A5}" type="parTrans" cxnId="{4A03781F-ABBF-4DFB-B764-90CEFA993977}">
      <dgm:prSet/>
      <dgm:spPr/>
      <dgm:t>
        <a:bodyPr/>
        <a:lstStyle/>
        <a:p>
          <a:endParaRPr lang="en-US"/>
        </a:p>
      </dgm:t>
    </dgm:pt>
    <dgm:pt modelId="{31C60DBB-2209-4439-B1F5-C41DEE1EC0F8}" type="sibTrans" cxnId="{4A03781F-ABBF-4DFB-B764-90CEFA993977}">
      <dgm:prSet/>
      <dgm:spPr/>
      <dgm:t>
        <a:bodyPr/>
        <a:lstStyle/>
        <a:p>
          <a:endParaRPr lang="en-US"/>
        </a:p>
      </dgm:t>
    </dgm:pt>
    <dgm:pt modelId="{8EB47C69-8360-4D0F-9A35-540CA0B7E40B}">
      <dgm:prSet/>
      <dgm:spPr/>
      <dgm:t>
        <a:bodyPr/>
        <a:lstStyle/>
        <a:p>
          <a:r>
            <a:rPr lang="es-CO"/>
            <a:t>** DURANTE ESTE TIEMPO NO SE REGISTRAN ATENCIONES ** </a:t>
          </a:r>
          <a:endParaRPr lang="en-US"/>
        </a:p>
      </dgm:t>
    </dgm:pt>
    <dgm:pt modelId="{BE3D7ED1-3157-48C7-8316-242DB4FAECE3}" type="parTrans" cxnId="{3E977A7C-2943-4F3F-A1DE-431DFF86640B}">
      <dgm:prSet/>
      <dgm:spPr/>
      <dgm:t>
        <a:bodyPr/>
        <a:lstStyle/>
        <a:p>
          <a:endParaRPr lang="en-US"/>
        </a:p>
      </dgm:t>
    </dgm:pt>
    <dgm:pt modelId="{1059CDBE-F5D0-4871-A0D1-7F000917CEC9}" type="sibTrans" cxnId="{3E977A7C-2943-4F3F-A1DE-431DFF86640B}">
      <dgm:prSet/>
      <dgm:spPr/>
      <dgm:t>
        <a:bodyPr/>
        <a:lstStyle/>
        <a:p>
          <a:endParaRPr lang="en-US"/>
        </a:p>
      </dgm:t>
    </dgm:pt>
    <dgm:pt modelId="{C57B89F1-55B8-4ED6-B440-711517DC690A}">
      <dgm:prSet/>
      <dgm:spPr/>
      <dgm:t>
        <a:bodyPr/>
        <a:lstStyle/>
        <a:p>
          <a:r>
            <a:rPr lang="es-CO"/>
            <a:t>02/08/2024  migraña : No se registran hasta ahora antecedentes  patológicos DR CASTILLO </a:t>
          </a:r>
          <a:endParaRPr lang="en-US"/>
        </a:p>
      </dgm:t>
    </dgm:pt>
    <dgm:pt modelId="{CFF7B76F-0456-441F-B594-3C058583678B}" type="parTrans" cxnId="{11FCB403-5E95-43DB-A36C-742B65D87B3A}">
      <dgm:prSet/>
      <dgm:spPr/>
      <dgm:t>
        <a:bodyPr/>
        <a:lstStyle/>
        <a:p>
          <a:endParaRPr lang="en-US"/>
        </a:p>
      </dgm:t>
    </dgm:pt>
    <dgm:pt modelId="{07FE5AD8-1E47-4246-86EB-429F1A021835}" type="sibTrans" cxnId="{11FCB403-5E95-43DB-A36C-742B65D87B3A}">
      <dgm:prSet/>
      <dgm:spPr/>
      <dgm:t>
        <a:bodyPr/>
        <a:lstStyle/>
        <a:p>
          <a:endParaRPr lang="en-US"/>
        </a:p>
      </dgm:t>
    </dgm:pt>
    <dgm:pt modelId="{DDA37405-E9C0-421E-BCFA-4C57061F1897}">
      <dgm:prSet/>
      <dgm:spPr/>
      <dgm:t>
        <a:bodyPr/>
        <a:lstStyle/>
        <a:p>
          <a:r>
            <a:rPr lang="es-CO"/>
            <a:t>19/03/2025 DR CASTILLO  disnea , tos severa  cianozante </a:t>
          </a:r>
          <a:endParaRPr lang="en-US"/>
        </a:p>
      </dgm:t>
    </dgm:pt>
    <dgm:pt modelId="{E7D5A154-861A-4D6A-8B07-893325D304B0}" type="parTrans" cxnId="{49D32A44-4B80-4BA0-BE26-9089FE6506FB}">
      <dgm:prSet/>
      <dgm:spPr/>
      <dgm:t>
        <a:bodyPr/>
        <a:lstStyle/>
        <a:p>
          <a:endParaRPr lang="en-US"/>
        </a:p>
      </dgm:t>
    </dgm:pt>
    <dgm:pt modelId="{AB01F8BC-2CDE-4C85-9DCD-B9C143EF5B75}" type="sibTrans" cxnId="{49D32A44-4B80-4BA0-BE26-9089FE6506FB}">
      <dgm:prSet/>
      <dgm:spPr/>
      <dgm:t>
        <a:bodyPr/>
        <a:lstStyle/>
        <a:p>
          <a:endParaRPr lang="en-US"/>
        </a:p>
      </dgm:t>
    </dgm:pt>
    <dgm:pt modelId="{AA6CA381-CFAC-4711-BD52-6F56B36930FD}">
      <dgm:prSet/>
      <dgm:spPr/>
      <dgm:t>
        <a:bodyPr/>
        <a:lstStyle/>
        <a:p>
          <a:r>
            <a:rPr lang="es-CO"/>
            <a:t>¨registro antecedentes  galpones 100 mts  de la casa , va tres veces al dia  con tapabocas. </a:t>
          </a:r>
          <a:endParaRPr lang="en-US"/>
        </a:p>
      </dgm:t>
    </dgm:pt>
    <dgm:pt modelId="{6026DCFF-B87E-42A5-9CCA-C8471558B215}" type="parTrans" cxnId="{98490BFA-83D1-49EB-B353-F805474B6050}">
      <dgm:prSet/>
      <dgm:spPr/>
      <dgm:t>
        <a:bodyPr/>
        <a:lstStyle/>
        <a:p>
          <a:endParaRPr lang="en-US"/>
        </a:p>
      </dgm:t>
    </dgm:pt>
    <dgm:pt modelId="{A0F52DDD-7528-4AE3-A2E9-94DE7D47C95A}" type="sibTrans" cxnId="{98490BFA-83D1-49EB-B353-F805474B6050}">
      <dgm:prSet/>
      <dgm:spPr/>
      <dgm:t>
        <a:bodyPr/>
        <a:lstStyle/>
        <a:p>
          <a:endParaRPr lang="en-US"/>
        </a:p>
      </dgm:t>
    </dgm:pt>
    <dgm:pt modelId="{D4267241-5173-4197-9107-070A1C061429}">
      <dgm:prSet/>
      <dgm:spPr/>
      <dgm:t>
        <a:bodyPr/>
        <a:lstStyle/>
        <a:p>
          <a:r>
            <a:rPr lang="es-CO"/>
            <a:t>Manejo con budesónida / formoterol  ss Rx tórax , espirometría </a:t>
          </a:r>
          <a:endParaRPr lang="en-US"/>
        </a:p>
      </dgm:t>
    </dgm:pt>
    <dgm:pt modelId="{C62BA011-C3AE-402B-8732-3C9BC9634C1C}" type="parTrans" cxnId="{A6727086-036F-4755-B376-5033E177438D}">
      <dgm:prSet/>
      <dgm:spPr/>
      <dgm:t>
        <a:bodyPr/>
        <a:lstStyle/>
        <a:p>
          <a:endParaRPr lang="en-US"/>
        </a:p>
      </dgm:t>
    </dgm:pt>
    <dgm:pt modelId="{0615DCC2-1977-4B9D-9A99-A30AE52D7891}" type="sibTrans" cxnId="{A6727086-036F-4755-B376-5033E177438D}">
      <dgm:prSet/>
      <dgm:spPr/>
      <dgm:t>
        <a:bodyPr/>
        <a:lstStyle/>
        <a:p>
          <a:endParaRPr lang="en-US"/>
        </a:p>
      </dgm:t>
    </dgm:pt>
    <dgm:pt modelId="{4B0951BD-D338-084E-9B95-E8A2621A0C80}" type="pres">
      <dgm:prSet presAssocID="{93DCC82F-8F27-4431-B5D7-41307FC9897C}" presName="diagram" presStyleCnt="0">
        <dgm:presLayoutVars>
          <dgm:dir/>
          <dgm:resizeHandles val="exact"/>
        </dgm:presLayoutVars>
      </dgm:prSet>
      <dgm:spPr/>
    </dgm:pt>
    <dgm:pt modelId="{238FA7CC-49C5-4F4A-A3AA-036EA1D63805}" type="pres">
      <dgm:prSet presAssocID="{DE9C6F67-C196-4102-81F0-EFA478EC1D35}" presName="node" presStyleLbl="node1" presStyleIdx="0" presStyleCnt="7">
        <dgm:presLayoutVars>
          <dgm:bulletEnabled val="1"/>
        </dgm:presLayoutVars>
      </dgm:prSet>
      <dgm:spPr/>
    </dgm:pt>
    <dgm:pt modelId="{E090218D-1D9C-164B-93A3-9113632A96ED}" type="pres">
      <dgm:prSet presAssocID="{0C3699A8-1D23-4A58-92C6-68DA3D3C5E92}" presName="sibTrans" presStyleCnt="0"/>
      <dgm:spPr/>
    </dgm:pt>
    <dgm:pt modelId="{53219BD4-2A75-9D42-ACEE-1802A6A18753}" type="pres">
      <dgm:prSet presAssocID="{732D62A0-1A1B-44AB-8963-7025A1E46376}" presName="node" presStyleLbl="node1" presStyleIdx="1" presStyleCnt="7">
        <dgm:presLayoutVars>
          <dgm:bulletEnabled val="1"/>
        </dgm:presLayoutVars>
      </dgm:prSet>
      <dgm:spPr/>
    </dgm:pt>
    <dgm:pt modelId="{AF006161-E701-9940-923A-B4DE578A45E6}" type="pres">
      <dgm:prSet presAssocID="{31C60DBB-2209-4439-B1F5-C41DEE1EC0F8}" presName="sibTrans" presStyleCnt="0"/>
      <dgm:spPr/>
    </dgm:pt>
    <dgm:pt modelId="{219E6782-9359-1F49-9843-E075DED2D893}" type="pres">
      <dgm:prSet presAssocID="{8EB47C69-8360-4D0F-9A35-540CA0B7E40B}" presName="node" presStyleLbl="node1" presStyleIdx="2" presStyleCnt="7">
        <dgm:presLayoutVars>
          <dgm:bulletEnabled val="1"/>
        </dgm:presLayoutVars>
      </dgm:prSet>
      <dgm:spPr/>
    </dgm:pt>
    <dgm:pt modelId="{EECFEBAB-FC9B-2D4B-AA4E-45179AB776E8}" type="pres">
      <dgm:prSet presAssocID="{1059CDBE-F5D0-4871-A0D1-7F000917CEC9}" presName="sibTrans" presStyleCnt="0"/>
      <dgm:spPr/>
    </dgm:pt>
    <dgm:pt modelId="{B50190C9-CBF6-5041-A4BB-586D221167C1}" type="pres">
      <dgm:prSet presAssocID="{C57B89F1-55B8-4ED6-B440-711517DC690A}" presName="node" presStyleLbl="node1" presStyleIdx="3" presStyleCnt="7">
        <dgm:presLayoutVars>
          <dgm:bulletEnabled val="1"/>
        </dgm:presLayoutVars>
      </dgm:prSet>
      <dgm:spPr/>
    </dgm:pt>
    <dgm:pt modelId="{0F08C2A7-DC1F-804B-99B2-93156A14958D}" type="pres">
      <dgm:prSet presAssocID="{07FE5AD8-1E47-4246-86EB-429F1A021835}" presName="sibTrans" presStyleCnt="0"/>
      <dgm:spPr/>
    </dgm:pt>
    <dgm:pt modelId="{11A7DB62-50FD-114E-A835-CF061BAF2D5A}" type="pres">
      <dgm:prSet presAssocID="{DDA37405-E9C0-421E-BCFA-4C57061F1897}" presName="node" presStyleLbl="node1" presStyleIdx="4" presStyleCnt="7">
        <dgm:presLayoutVars>
          <dgm:bulletEnabled val="1"/>
        </dgm:presLayoutVars>
      </dgm:prSet>
      <dgm:spPr/>
    </dgm:pt>
    <dgm:pt modelId="{58F1336F-413C-6D45-B359-541EED9726F2}" type="pres">
      <dgm:prSet presAssocID="{AB01F8BC-2CDE-4C85-9DCD-B9C143EF5B75}" presName="sibTrans" presStyleCnt="0"/>
      <dgm:spPr/>
    </dgm:pt>
    <dgm:pt modelId="{AB4D0925-109D-8142-BDC3-C5FBC7FC1D07}" type="pres">
      <dgm:prSet presAssocID="{AA6CA381-CFAC-4711-BD52-6F56B36930FD}" presName="node" presStyleLbl="node1" presStyleIdx="5" presStyleCnt="7">
        <dgm:presLayoutVars>
          <dgm:bulletEnabled val="1"/>
        </dgm:presLayoutVars>
      </dgm:prSet>
      <dgm:spPr/>
    </dgm:pt>
    <dgm:pt modelId="{191996DB-1362-5843-80AC-E8DC025545E3}" type="pres">
      <dgm:prSet presAssocID="{A0F52DDD-7528-4AE3-A2E9-94DE7D47C95A}" presName="sibTrans" presStyleCnt="0"/>
      <dgm:spPr/>
    </dgm:pt>
    <dgm:pt modelId="{087562D5-6021-4343-9B96-D9C1DC026FEB}" type="pres">
      <dgm:prSet presAssocID="{D4267241-5173-4197-9107-070A1C061429}" presName="node" presStyleLbl="node1" presStyleIdx="6" presStyleCnt="7">
        <dgm:presLayoutVars>
          <dgm:bulletEnabled val="1"/>
        </dgm:presLayoutVars>
      </dgm:prSet>
      <dgm:spPr/>
    </dgm:pt>
  </dgm:ptLst>
  <dgm:cxnLst>
    <dgm:cxn modelId="{11FCB403-5E95-43DB-A36C-742B65D87B3A}" srcId="{93DCC82F-8F27-4431-B5D7-41307FC9897C}" destId="{C57B89F1-55B8-4ED6-B440-711517DC690A}" srcOrd="3" destOrd="0" parTransId="{CFF7B76F-0456-441F-B594-3C058583678B}" sibTransId="{07FE5AD8-1E47-4246-86EB-429F1A021835}"/>
    <dgm:cxn modelId="{C7291018-EECE-014A-810A-1CABBEBB61A2}" type="presOf" srcId="{DDA37405-E9C0-421E-BCFA-4C57061F1897}" destId="{11A7DB62-50FD-114E-A835-CF061BAF2D5A}" srcOrd="0" destOrd="0" presId="urn:microsoft.com/office/officeart/2005/8/layout/default"/>
    <dgm:cxn modelId="{23EB2A19-3056-AC45-9266-D961A5821D0F}" type="presOf" srcId="{AA6CA381-CFAC-4711-BD52-6F56B36930FD}" destId="{AB4D0925-109D-8142-BDC3-C5FBC7FC1D07}" srcOrd="0" destOrd="0" presId="urn:microsoft.com/office/officeart/2005/8/layout/default"/>
    <dgm:cxn modelId="{4A03781F-ABBF-4DFB-B764-90CEFA993977}" srcId="{93DCC82F-8F27-4431-B5D7-41307FC9897C}" destId="{732D62A0-1A1B-44AB-8963-7025A1E46376}" srcOrd="1" destOrd="0" parTransId="{845A1836-B378-49E1-B184-3CA7952D30A5}" sibTransId="{31C60DBB-2209-4439-B1F5-C41DEE1EC0F8}"/>
    <dgm:cxn modelId="{00E78C40-DEDC-1549-87D8-7916419F3F46}" type="presOf" srcId="{732D62A0-1A1B-44AB-8963-7025A1E46376}" destId="{53219BD4-2A75-9D42-ACEE-1802A6A18753}" srcOrd="0" destOrd="0" presId="urn:microsoft.com/office/officeart/2005/8/layout/default"/>
    <dgm:cxn modelId="{49D32A44-4B80-4BA0-BE26-9089FE6506FB}" srcId="{93DCC82F-8F27-4431-B5D7-41307FC9897C}" destId="{DDA37405-E9C0-421E-BCFA-4C57061F1897}" srcOrd="4" destOrd="0" parTransId="{E7D5A154-861A-4D6A-8B07-893325D304B0}" sibTransId="{AB01F8BC-2CDE-4C85-9DCD-B9C143EF5B75}"/>
    <dgm:cxn modelId="{067E2D4E-E2BF-D148-BB85-E78778E9EEB7}" type="presOf" srcId="{D4267241-5173-4197-9107-070A1C061429}" destId="{087562D5-6021-4343-9B96-D9C1DC026FEB}" srcOrd="0" destOrd="0" presId="urn:microsoft.com/office/officeart/2005/8/layout/default"/>
    <dgm:cxn modelId="{CFA3884F-39CF-4D4F-AFC9-DD576C14D99F}" srcId="{93DCC82F-8F27-4431-B5D7-41307FC9897C}" destId="{DE9C6F67-C196-4102-81F0-EFA478EC1D35}" srcOrd="0" destOrd="0" parTransId="{B3B8D145-DB15-4787-BFCB-9E1B0C7A4F0E}" sibTransId="{0C3699A8-1D23-4A58-92C6-68DA3D3C5E92}"/>
    <dgm:cxn modelId="{3C30A54F-599A-EA48-952D-6020025309A6}" type="presOf" srcId="{DE9C6F67-C196-4102-81F0-EFA478EC1D35}" destId="{238FA7CC-49C5-4F4A-A3AA-036EA1D63805}" srcOrd="0" destOrd="0" presId="urn:microsoft.com/office/officeart/2005/8/layout/default"/>
    <dgm:cxn modelId="{8A984170-51C1-454C-A038-8B8DF0604A90}" type="presOf" srcId="{93DCC82F-8F27-4431-B5D7-41307FC9897C}" destId="{4B0951BD-D338-084E-9B95-E8A2621A0C80}" srcOrd="0" destOrd="0" presId="urn:microsoft.com/office/officeart/2005/8/layout/default"/>
    <dgm:cxn modelId="{3E977A7C-2943-4F3F-A1DE-431DFF86640B}" srcId="{93DCC82F-8F27-4431-B5D7-41307FC9897C}" destId="{8EB47C69-8360-4D0F-9A35-540CA0B7E40B}" srcOrd="2" destOrd="0" parTransId="{BE3D7ED1-3157-48C7-8316-242DB4FAECE3}" sibTransId="{1059CDBE-F5D0-4871-A0D1-7F000917CEC9}"/>
    <dgm:cxn modelId="{A6727086-036F-4755-B376-5033E177438D}" srcId="{93DCC82F-8F27-4431-B5D7-41307FC9897C}" destId="{D4267241-5173-4197-9107-070A1C061429}" srcOrd="6" destOrd="0" parTransId="{C62BA011-C3AE-402B-8732-3C9BC9634C1C}" sibTransId="{0615DCC2-1977-4B9D-9A99-A30AE52D7891}"/>
    <dgm:cxn modelId="{F72D10BB-A30F-5D40-A24E-A4845594706E}" type="presOf" srcId="{8EB47C69-8360-4D0F-9A35-540CA0B7E40B}" destId="{219E6782-9359-1F49-9843-E075DED2D893}" srcOrd="0" destOrd="0" presId="urn:microsoft.com/office/officeart/2005/8/layout/default"/>
    <dgm:cxn modelId="{ED6B48E5-71DE-1E4F-B2C1-A4CFCF55AF93}" type="presOf" srcId="{C57B89F1-55B8-4ED6-B440-711517DC690A}" destId="{B50190C9-CBF6-5041-A4BB-586D221167C1}" srcOrd="0" destOrd="0" presId="urn:microsoft.com/office/officeart/2005/8/layout/default"/>
    <dgm:cxn modelId="{98490BFA-83D1-49EB-B353-F805474B6050}" srcId="{93DCC82F-8F27-4431-B5D7-41307FC9897C}" destId="{AA6CA381-CFAC-4711-BD52-6F56B36930FD}" srcOrd="5" destOrd="0" parTransId="{6026DCFF-B87E-42A5-9CCA-C8471558B215}" sibTransId="{A0F52DDD-7528-4AE3-A2E9-94DE7D47C95A}"/>
    <dgm:cxn modelId="{361F7D0E-E4A5-3E46-B355-B2BD53AB8E3E}" type="presParOf" srcId="{4B0951BD-D338-084E-9B95-E8A2621A0C80}" destId="{238FA7CC-49C5-4F4A-A3AA-036EA1D63805}" srcOrd="0" destOrd="0" presId="urn:microsoft.com/office/officeart/2005/8/layout/default"/>
    <dgm:cxn modelId="{85FF00D4-04C6-8A45-99E2-04CAF9F859E0}" type="presParOf" srcId="{4B0951BD-D338-084E-9B95-E8A2621A0C80}" destId="{E090218D-1D9C-164B-93A3-9113632A96ED}" srcOrd="1" destOrd="0" presId="urn:microsoft.com/office/officeart/2005/8/layout/default"/>
    <dgm:cxn modelId="{7797E66B-B433-914A-9890-E165B8042072}" type="presParOf" srcId="{4B0951BD-D338-084E-9B95-E8A2621A0C80}" destId="{53219BD4-2A75-9D42-ACEE-1802A6A18753}" srcOrd="2" destOrd="0" presId="urn:microsoft.com/office/officeart/2005/8/layout/default"/>
    <dgm:cxn modelId="{D7FED8EF-59FC-BD41-9EBA-75C0AB634D9C}" type="presParOf" srcId="{4B0951BD-D338-084E-9B95-E8A2621A0C80}" destId="{AF006161-E701-9940-923A-B4DE578A45E6}" srcOrd="3" destOrd="0" presId="urn:microsoft.com/office/officeart/2005/8/layout/default"/>
    <dgm:cxn modelId="{992B4821-CBCF-7544-B70F-B329C59DFAA7}" type="presParOf" srcId="{4B0951BD-D338-084E-9B95-E8A2621A0C80}" destId="{219E6782-9359-1F49-9843-E075DED2D893}" srcOrd="4" destOrd="0" presId="urn:microsoft.com/office/officeart/2005/8/layout/default"/>
    <dgm:cxn modelId="{51EFD910-644B-A047-AC46-1732F0500196}" type="presParOf" srcId="{4B0951BD-D338-084E-9B95-E8A2621A0C80}" destId="{EECFEBAB-FC9B-2D4B-AA4E-45179AB776E8}" srcOrd="5" destOrd="0" presId="urn:microsoft.com/office/officeart/2005/8/layout/default"/>
    <dgm:cxn modelId="{BDCD9714-F3DD-014E-9176-75BA07DA42F3}" type="presParOf" srcId="{4B0951BD-D338-084E-9B95-E8A2621A0C80}" destId="{B50190C9-CBF6-5041-A4BB-586D221167C1}" srcOrd="6" destOrd="0" presId="urn:microsoft.com/office/officeart/2005/8/layout/default"/>
    <dgm:cxn modelId="{BA6DA728-5388-7B46-AEAE-D34499C0D9C2}" type="presParOf" srcId="{4B0951BD-D338-084E-9B95-E8A2621A0C80}" destId="{0F08C2A7-DC1F-804B-99B2-93156A14958D}" srcOrd="7" destOrd="0" presId="urn:microsoft.com/office/officeart/2005/8/layout/default"/>
    <dgm:cxn modelId="{6A11C12E-DF5B-E842-B24C-83ABBC987D48}" type="presParOf" srcId="{4B0951BD-D338-084E-9B95-E8A2621A0C80}" destId="{11A7DB62-50FD-114E-A835-CF061BAF2D5A}" srcOrd="8" destOrd="0" presId="urn:microsoft.com/office/officeart/2005/8/layout/default"/>
    <dgm:cxn modelId="{F176EBD2-6AB1-E34A-951A-A865ADE0FE60}" type="presParOf" srcId="{4B0951BD-D338-084E-9B95-E8A2621A0C80}" destId="{58F1336F-413C-6D45-B359-541EED9726F2}" srcOrd="9" destOrd="0" presId="urn:microsoft.com/office/officeart/2005/8/layout/default"/>
    <dgm:cxn modelId="{CE3DCD9E-A742-3D43-9917-F6029EFFD8F3}" type="presParOf" srcId="{4B0951BD-D338-084E-9B95-E8A2621A0C80}" destId="{AB4D0925-109D-8142-BDC3-C5FBC7FC1D07}" srcOrd="10" destOrd="0" presId="urn:microsoft.com/office/officeart/2005/8/layout/default"/>
    <dgm:cxn modelId="{A8AF3335-81EB-C640-BBAA-884C055DAAB6}" type="presParOf" srcId="{4B0951BD-D338-084E-9B95-E8A2621A0C80}" destId="{191996DB-1362-5843-80AC-E8DC025545E3}" srcOrd="11" destOrd="0" presId="urn:microsoft.com/office/officeart/2005/8/layout/default"/>
    <dgm:cxn modelId="{C87033EA-D6D4-B244-9D34-B4C134A3D533}" type="presParOf" srcId="{4B0951BD-D338-084E-9B95-E8A2621A0C80}" destId="{087562D5-6021-4343-9B96-D9C1DC026FEB}"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36D1C3C-3FE3-4410-836F-7D654584367E}"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AB586492-7282-46B9-A00B-B6CEA3AD77EE}">
      <dgm:prSet/>
      <dgm:spPr/>
      <dgm:t>
        <a:bodyPr/>
        <a:lstStyle/>
        <a:p>
          <a:r>
            <a:rPr lang="es-CO"/>
            <a:t>09/04/2025 Dr Camacho :  Fur 28/01/2025 prueba embarazo positiva  + 3 meses sibilancias disnea  dolor torácico </a:t>
          </a:r>
          <a:endParaRPr lang="en-US"/>
        </a:p>
      </dgm:t>
    </dgm:pt>
    <dgm:pt modelId="{859CE967-F77A-4DE2-ADF1-FE9248E450C1}" type="parTrans" cxnId="{B68296B6-E296-42D5-82C3-C47E8000A620}">
      <dgm:prSet/>
      <dgm:spPr/>
      <dgm:t>
        <a:bodyPr/>
        <a:lstStyle/>
        <a:p>
          <a:endParaRPr lang="en-US"/>
        </a:p>
      </dgm:t>
    </dgm:pt>
    <dgm:pt modelId="{3210FC2E-5ACF-4B9D-B8EC-7578DC903C59}" type="sibTrans" cxnId="{B68296B6-E296-42D5-82C3-C47E8000A620}">
      <dgm:prSet/>
      <dgm:spPr/>
      <dgm:t>
        <a:bodyPr/>
        <a:lstStyle/>
        <a:p>
          <a:endParaRPr lang="en-US"/>
        </a:p>
      </dgm:t>
    </dgm:pt>
    <dgm:pt modelId="{92ED4858-18A5-46EC-935F-11D27BFE8874}">
      <dgm:prSet/>
      <dgm:spPr/>
      <dgm:t>
        <a:bodyPr/>
        <a:lstStyle/>
        <a:p>
          <a:r>
            <a:rPr lang="es-CO"/>
            <a:t>Manejo budesónida / formoterol 1 mes  con mala respuesta</a:t>
          </a:r>
          <a:endParaRPr lang="en-US"/>
        </a:p>
      </dgm:t>
    </dgm:pt>
    <dgm:pt modelId="{F47C4472-4468-4E19-9D2F-3CF82A756DED}" type="parTrans" cxnId="{F49AC22B-F394-422F-8FC4-FFEECB50E10F}">
      <dgm:prSet/>
      <dgm:spPr/>
      <dgm:t>
        <a:bodyPr/>
        <a:lstStyle/>
        <a:p>
          <a:endParaRPr lang="en-US"/>
        </a:p>
      </dgm:t>
    </dgm:pt>
    <dgm:pt modelId="{743298A9-0966-43D8-8EB5-E4C9E5F437EB}" type="sibTrans" cxnId="{F49AC22B-F394-422F-8FC4-FFEECB50E10F}">
      <dgm:prSet/>
      <dgm:spPr/>
      <dgm:t>
        <a:bodyPr/>
        <a:lstStyle/>
        <a:p>
          <a:endParaRPr lang="en-US"/>
        </a:p>
      </dgm:t>
    </dgm:pt>
    <dgm:pt modelId="{49170F7C-691D-4756-8FB4-C187612419E2}">
      <dgm:prSet/>
      <dgm:spPr/>
      <dgm:t>
        <a:bodyPr/>
        <a:lstStyle/>
        <a:p>
          <a:r>
            <a:rPr lang="es-CO"/>
            <a:t>Se envia a URG  por crisis asmática :  no se evidencia registro </a:t>
          </a:r>
          <a:endParaRPr lang="en-US"/>
        </a:p>
      </dgm:t>
    </dgm:pt>
    <dgm:pt modelId="{BD576D25-6173-4173-A674-35360C9D2B6E}" type="parTrans" cxnId="{51DE1CC5-D47C-4F5B-AF14-A8B90FAB751E}">
      <dgm:prSet/>
      <dgm:spPr/>
      <dgm:t>
        <a:bodyPr/>
        <a:lstStyle/>
        <a:p>
          <a:endParaRPr lang="en-US"/>
        </a:p>
      </dgm:t>
    </dgm:pt>
    <dgm:pt modelId="{DBD94A27-5377-4999-93D3-5CEA86FFED6A}" type="sibTrans" cxnId="{51DE1CC5-D47C-4F5B-AF14-A8B90FAB751E}">
      <dgm:prSet/>
      <dgm:spPr/>
      <dgm:t>
        <a:bodyPr/>
        <a:lstStyle/>
        <a:p>
          <a:endParaRPr lang="en-US"/>
        </a:p>
      </dgm:t>
    </dgm:pt>
    <dgm:pt modelId="{EE640B02-7768-0B4B-85F0-94029DFC6F0C}" type="pres">
      <dgm:prSet presAssocID="{A36D1C3C-3FE3-4410-836F-7D654584367E}" presName="linear" presStyleCnt="0">
        <dgm:presLayoutVars>
          <dgm:animLvl val="lvl"/>
          <dgm:resizeHandles val="exact"/>
        </dgm:presLayoutVars>
      </dgm:prSet>
      <dgm:spPr/>
    </dgm:pt>
    <dgm:pt modelId="{56C15CE1-5C00-3446-8171-376C6D093E8F}" type="pres">
      <dgm:prSet presAssocID="{AB586492-7282-46B9-A00B-B6CEA3AD77EE}" presName="parentText" presStyleLbl="node1" presStyleIdx="0" presStyleCnt="3">
        <dgm:presLayoutVars>
          <dgm:chMax val="0"/>
          <dgm:bulletEnabled val="1"/>
        </dgm:presLayoutVars>
      </dgm:prSet>
      <dgm:spPr/>
    </dgm:pt>
    <dgm:pt modelId="{1D3D7FF3-EB1C-D149-9DFA-7AB430590784}" type="pres">
      <dgm:prSet presAssocID="{3210FC2E-5ACF-4B9D-B8EC-7578DC903C59}" presName="spacer" presStyleCnt="0"/>
      <dgm:spPr/>
    </dgm:pt>
    <dgm:pt modelId="{20978656-2397-764D-BA0E-ED21AC057FE6}" type="pres">
      <dgm:prSet presAssocID="{92ED4858-18A5-46EC-935F-11D27BFE8874}" presName="parentText" presStyleLbl="node1" presStyleIdx="1" presStyleCnt="3">
        <dgm:presLayoutVars>
          <dgm:chMax val="0"/>
          <dgm:bulletEnabled val="1"/>
        </dgm:presLayoutVars>
      </dgm:prSet>
      <dgm:spPr/>
    </dgm:pt>
    <dgm:pt modelId="{212F8152-D3C8-6D40-AECA-7F96B2B257B7}" type="pres">
      <dgm:prSet presAssocID="{743298A9-0966-43D8-8EB5-E4C9E5F437EB}" presName="spacer" presStyleCnt="0"/>
      <dgm:spPr/>
    </dgm:pt>
    <dgm:pt modelId="{DEBDD093-BECC-6742-8F67-B7FD15724F4B}" type="pres">
      <dgm:prSet presAssocID="{49170F7C-691D-4756-8FB4-C187612419E2}" presName="parentText" presStyleLbl="node1" presStyleIdx="2" presStyleCnt="3">
        <dgm:presLayoutVars>
          <dgm:chMax val="0"/>
          <dgm:bulletEnabled val="1"/>
        </dgm:presLayoutVars>
      </dgm:prSet>
      <dgm:spPr/>
    </dgm:pt>
  </dgm:ptLst>
  <dgm:cxnLst>
    <dgm:cxn modelId="{F49AC22B-F394-422F-8FC4-FFEECB50E10F}" srcId="{A36D1C3C-3FE3-4410-836F-7D654584367E}" destId="{92ED4858-18A5-46EC-935F-11D27BFE8874}" srcOrd="1" destOrd="0" parTransId="{F47C4472-4468-4E19-9D2F-3CF82A756DED}" sibTransId="{743298A9-0966-43D8-8EB5-E4C9E5F437EB}"/>
    <dgm:cxn modelId="{90E31830-7E53-B549-B5DE-8FDC08C97B02}" type="presOf" srcId="{92ED4858-18A5-46EC-935F-11D27BFE8874}" destId="{20978656-2397-764D-BA0E-ED21AC057FE6}" srcOrd="0" destOrd="0" presId="urn:microsoft.com/office/officeart/2005/8/layout/vList2"/>
    <dgm:cxn modelId="{6292343D-17F8-EB49-A4C3-138B3D8F6FB2}" type="presOf" srcId="{49170F7C-691D-4756-8FB4-C187612419E2}" destId="{DEBDD093-BECC-6742-8F67-B7FD15724F4B}" srcOrd="0" destOrd="0" presId="urn:microsoft.com/office/officeart/2005/8/layout/vList2"/>
    <dgm:cxn modelId="{AF145FA5-A061-244D-A02D-9A24EF5D137D}" type="presOf" srcId="{AB586492-7282-46B9-A00B-B6CEA3AD77EE}" destId="{56C15CE1-5C00-3446-8171-376C6D093E8F}" srcOrd="0" destOrd="0" presId="urn:microsoft.com/office/officeart/2005/8/layout/vList2"/>
    <dgm:cxn modelId="{50587CAB-5DE0-E24D-BB10-D93DEFA8374A}" type="presOf" srcId="{A36D1C3C-3FE3-4410-836F-7D654584367E}" destId="{EE640B02-7768-0B4B-85F0-94029DFC6F0C}" srcOrd="0" destOrd="0" presId="urn:microsoft.com/office/officeart/2005/8/layout/vList2"/>
    <dgm:cxn modelId="{B68296B6-E296-42D5-82C3-C47E8000A620}" srcId="{A36D1C3C-3FE3-4410-836F-7D654584367E}" destId="{AB586492-7282-46B9-A00B-B6CEA3AD77EE}" srcOrd="0" destOrd="0" parTransId="{859CE967-F77A-4DE2-ADF1-FE9248E450C1}" sibTransId="{3210FC2E-5ACF-4B9D-B8EC-7578DC903C59}"/>
    <dgm:cxn modelId="{51DE1CC5-D47C-4F5B-AF14-A8B90FAB751E}" srcId="{A36D1C3C-3FE3-4410-836F-7D654584367E}" destId="{49170F7C-691D-4756-8FB4-C187612419E2}" srcOrd="2" destOrd="0" parTransId="{BD576D25-6173-4173-A674-35360C9D2B6E}" sibTransId="{DBD94A27-5377-4999-93D3-5CEA86FFED6A}"/>
    <dgm:cxn modelId="{D62128D0-2F34-7641-8C17-D39815CB14B8}" type="presParOf" srcId="{EE640B02-7768-0B4B-85F0-94029DFC6F0C}" destId="{56C15CE1-5C00-3446-8171-376C6D093E8F}" srcOrd="0" destOrd="0" presId="urn:microsoft.com/office/officeart/2005/8/layout/vList2"/>
    <dgm:cxn modelId="{9CFCEA7B-FB56-7845-BFC9-DD2B8621A992}" type="presParOf" srcId="{EE640B02-7768-0B4B-85F0-94029DFC6F0C}" destId="{1D3D7FF3-EB1C-D149-9DFA-7AB430590784}" srcOrd="1" destOrd="0" presId="urn:microsoft.com/office/officeart/2005/8/layout/vList2"/>
    <dgm:cxn modelId="{79DAF854-B379-2549-9196-5B68622F7215}" type="presParOf" srcId="{EE640B02-7768-0B4B-85F0-94029DFC6F0C}" destId="{20978656-2397-764D-BA0E-ED21AC057FE6}" srcOrd="2" destOrd="0" presId="urn:microsoft.com/office/officeart/2005/8/layout/vList2"/>
    <dgm:cxn modelId="{483A23BA-9F4D-7E48-B603-2CF0DC41B93A}" type="presParOf" srcId="{EE640B02-7768-0B4B-85F0-94029DFC6F0C}" destId="{212F8152-D3C8-6D40-AECA-7F96B2B257B7}" srcOrd="3" destOrd="0" presId="urn:microsoft.com/office/officeart/2005/8/layout/vList2"/>
    <dgm:cxn modelId="{D6965DBF-6121-1C46-84EB-5627916FAF7C}" type="presParOf" srcId="{EE640B02-7768-0B4B-85F0-94029DFC6F0C}" destId="{DEBDD093-BECC-6742-8F67-B7FD15724F4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43536FD-0827-46C8-869E-307BD6727E2F}" type="doc">
      <dgm:prSet loTypeId="urn:microsoft.com/office/officeart/2016/7/layout/RepeatingBendingProcessNew" loCatId="process" qsTypeId="urn:microsoft.com/office/officeart/2005/8/quickstyle/simple1" qsCatId="simple" csTypeId="urn:microsoft.com/office/officeart/2005/8/colors/colorful5" csCatId="colorful"/>
      <dgm:spPr/>
      <dgm:t>
        <a:bodyPr/>
        <a:lstStyle/>
        <a:p>
          <a:endParaRPr lang="en-US"/>
        </a:p>
      </dgm:t>
    </dgm:pt>
    <dgm:pt modelId="{7AFD710F-D2F4-4BDD-AA7E-603711562D4A}">
      <dgm:prSet/>
      <dgm:spPr/>
      <dgm:t>
        <a:bodyPr/>
        <a:lstStyle/>
        <a:p>
          <a:r>
            <a:rPr lang="es-CO"/>
            <a:t>11/4/2025  DRA RAMIREZ 10.4 sem x fur </a:t>
          </a:r>
          <a:endParaRPr lang="en-US"/>
        </a:p>
      </dgm:t>
    </dgm:pt>
    <dgm:pt modelId="{CAE61EC5-0D7C-495E-9C97-D2D8E97C5FE3}" type="parTrans" cxnId="{FEA6C12F-6D90-46DD-9E89-F046BF81D11B}">
      <dgm:prSet/>
      <dgm:spPr/>
      <dgm:t>
        <a:bodyPr/>
        <a:lstStyle/>
        <a:p>
          <a:endParaRPr lang="en-US"/>
        </a:p>
      </dgm:t>
    </dgm:pt>
    <dgm:pt modelId="{98A6D0A4-B413-4E80-B117-55F02C1AEC7F}" type="sibTrans" cxnId="{FEA6C12F-6D90-46DD-9E89-F046BF81D11B}">
      <dgm:prSet/>
      <dgm:spPr/>
      <dgm:t>
        <a:bodyPr/>
        <a:lstStyle/>
        <a:p>
          <a:endParaRPr lang="en-US"/>
        </a:p>
      </dgm:t>
    </dgm:pt>
    <dgm:pt modelId="{0B473F27-086D-4B46-88E4-92C558424B6C}">
      <dgm:prSet/>
      <dgm:spPr/>
      <dgm:t>
        <a:bodyPr/>
        <a:lstStyle/>
        <a:p>
          <a:r>
            <a:rPr lang="es-CO"/>
            <a:t>No se pone el dx de ASMA en patológicos </a:t>
          </a:r>
          <a:endParaRPr lang="en-US"/>
        </a:p>
      </dgm:t>
    </dgm:pt>
    <dgm:pt modelId="{23CEB10E-A175-43EA-85F9-8320989D7C84}" type="parTrans" cxnId="{B3AF794E-C1BD-4E1C-BEC1-A587BF8B7FA6}">
      <dgm:prSet/>
      <dgm:spPr/>
      <dgm:t>
        <a:bodyPr/>
        <a:lstStyle/>
        <a:p>
          <a:endParaRPr lang="en-US"/>
        </a:p>
      </dgm:t>
    </dgm:pt>
    <dgm:pt modelId="{CA71DFB5-38A4-4D63-8F9E-8D8A6BD2C089}" type="sibTrans" cxnId="{B3AF794E-C1BD-4E1C-BEC1-A587BF8B7FA6}">
      <dgm:prSet/>
      <dgm:spPr/>
      <dgm:t>
        <a:bodyPr/>
        <a:lstStyle/>
        <a:p>
          <a:endParaRPr lang="en-US"/>
        </a:p>
      </dgm:t>
    </dgm:pt>
    <dgm:pt modelId="{DA3547BC-CA1E-426E-BAEE-E87324794721}">
      <dgm:prSet/>
      <dgm:spPr/>
      <dgm:t>
        <a:bodyPr/>
        <a:lstStyle/>
        <a:p>
          <a:r>
            <a:rPr lang="es-CO"/>
            <a:t>Se registra :  pueblo viejo Moniquirá  trabaja con galpones  y tiene 2 gatos </a:t>
          </a:r>
          <a:endParaRPr lang="en-US"/>
        </a:p>
      </dgm:t>
    </dgm:pt>
    <dgm:pt modelId="{1EE779F8-6D7C-4549-8355-D5B408A75D59}" type="parTrans" cxnId="{16EA4B99-773A-4FCB-8FC9-3DD6B1BF168B}">
      <dgm:prSet/>
      <dgm:spPr/>
      <dgm:t>
        <a:bodyPr/>
        <a:lstStyle/>
        <a:p>
          <a:endParaRPr lang="en-US"/>
        </a:p>
      </dgm:t>
    </dgm:pt>
    <dgm:pt modelId="{BFB3B936-1A3D-471F-833B-9C50024DFDEC}" type="sibTrans" cxnId="{16EA4B99-773A-4FCB-8FC9-3DD6B1BF168B}">
      <dgm:prSet/>
      <dgm:spPr/>
      <dgm:t>
        <a:bodyPr/>
        <a:lstStyle/>
        <a:p>
          <a:endParaRPr lang="en-US"/>
        </a:p>
      </dgm:t>
    </dgm:pt>
    <dgm:pt modelId="{EBF0E5A2-83C9-4544-AC45-B5CEA28E95E9}">
      <dgm:prSet/>
      <dgm:spPr/>
      <dgm:t>
        <a:bodyPr/>
        <a:lstStyle/>
        <a:p>
          <a:r>
            <a:rPr lang="es-CO"/>
            <a:t>Se socializa IVE </a:t>
          </a:r>
          <a:endParaRPr lang="en-US"/>
        </a:p>
      </dgm:t>
    </dgm:pt>
    <dgm:pt modelId="{D76655D5-F3D5-4278-B4E6-01E00DBA1FC4}" type="parTrans" cxnId="{962789B7-011F-4467-82FE-E58E8DB7F923}">
      <dgm:prSet/>
      <dgm:spPr/>
      <dgm:t>
        <a:bodyPr/>
        <a:lstStyle/>
        <a:p>
          <a:endParaRPr lang="en-US"/>
        </a:p>
      </dgm:t>
    </dgm:pt>
    <dgm:pt modelId="{087DBB99-B054-439F-8079-9F0FA275FDB8}" type="sibTrans" cxnId="{962789B7-011F-4467-82FE-E58E8DB7F923}">
      <dgm:prSet/>
      <dgm:spPr/>
      <dgm:t>
        <a:bodyPr/>
        <a:lstStyle/>
        <a:p>
          <a:endParaRPr lang="en-US"/>
        </a:p>
      </dgm:t>
    </dgm:pt>
    <dgm:pt modelId="{84293B2C-5BB6-468A-9D45-4D461A024CD5}">
      <dgm:prSet/>
      <dgm:spPr/>
      <dgm:t>
        <a:bodyPr/>
        <a:lstStyle/>
        <a:p>
          <a:r>
            <a:rPr lang="es-CO"/>
            <a:t>Ss val por  psicología / odontología / nutrición  y planificación </a:t>
          </a:r>
          <a:endParaRPr lang="en-US"/>
        </a:p>
      </dgm:t>
    </dgm:pt>
    <dgm:pt modelId="{1F8270F0-FC2C-4A96-9856-9C9BAD5CF228}" type="parTrans" cxnId="{3DB971F0-E649-413D-9D2E-7724543B4326}">
      <dgm:prSet/>
      <dgm:spPr/>
      <dgm:t>
        <a:bodyPr/>
        <a:lstStyle/>
        <a:p>
          <a:endParaRPr lang="en-US"/>
        </a:p>
      </dgm:t>
    </dgm:pt>
    <dgm:pt modelId="{01519C4B-C551-4221-8B7D-B5F2A4E1FE2C}" type="sibTrans" cxnId="{3DB971F0-E649-413D-9D2E-7724543B4326}">
      <dgm:prSet/>
      <dgm:spPr/>
      <dgm:t>
        <a:bodyPr/>
        <a:lstStyle/>
        <a:p>
          <a:endParaRPr lang="en-US"/>
        </a:p>
      </dgm:t>
    </dgm:pt>
    <dgm:pt modelId="{581B048F-5454-4E48-97C1-EEDB859D716E}">
      <dgm:prSet/>
      <dgm:spPr/>
      <dgm:t>
        <a:bodyPr/>
        <a:lstStyle/>
        <a:p>
          <a:r>
            <a:rPr lang="es-CO"/>
            <a:t>Ss espirometría y se optimizan  inhaladores </a:t>
          </a:r>
          <a:endParaRPr lang="en-US"/>
        </a:p>
      </dgm:t>
    </dgm:pt>
    <dgm:pt modelId="{E205DDC1-01C2-413D-A6A0-1039E92DA608}" type="parTrans" cxnId="{2CDE2F72-E217-4B79-A28C-EF734412270E}">
      <dgm:prSet/>
      <dgm:spPr/>
      <dgm:t>
        <a:bodyPr/>
        <a:lstStyle/>
        <a:p>
          <a:endParaRPr lang="en-US"/>
        </a:p>
      </dgm:t>
    </dgm:pt>
    <dgm:pt modelId="{AAC8420C-E1F2-436B-8F12-EC27699E5D01}" type="sibTrans" cxnId="{2CDE2F72-E217-4B79-A28C-EF734412270E}">
      <dgm:prSet/>
      <dgm:spPr/>
      <dgm:t>
        <a:bodyPr/>
        <a:lstStyle/>
        <a:p>
          <a:endParaRPr lang="en-US"/>
        </a:p>
      </dgm:t>
    </dgm:pt>
    <dgm:pt modelId="{63961AD7-528A-3945-93C7-FF90A463007D}" type="pres">
      <dgm:prSet presAssocID="{343536FD-0827-46C8-869E-307BD6727E2F}" presName="Name0" presStyleCnt="0">
        <dgm:presLayoutVars>
          <dgm:dir/>
          <dgm:resizeHandles val="exact"/>
        </dgm:presLayoutVars>
      </dgm:prSet>
      <dgm:spPr/>
    </dgm:pt>
    <dgm:pt modelId="{2B75D78C-646C-F24B-9AED-A53866F4B309}" type="pres">
      <dgm:prSet presAssocID="{7AFD710F-D2F4-4BDD-AA7E-603711562D4A}" presName="node" presStyleLbl="node1" presStyleIdx="0" presStyleCnt="6">
        <dgm:presLayoutVars>
          <dgm:bulletEnabled val="1"/>
        </dgm:presLayoutVars>
      </dgm:prSet>
      <dgm:spPr/>
    </dgm:pt>
    <dgm:pt modelId="{11CFAF97-3267-6748-B083-834E2799B1F6}" type="pres">
      <dgm:prSet presAssocID="{98A6D0A4-B413-4E80-B117-55F02C1AEC7F}" presName="sibTrans" presStyleLbl="sibTrans1D1" presStyleIdx="0" presStyleCnt="5"/>
      <dgm:spPr/>
    </dgm:pt>
    <dgm:pt modelId="{42630FD1-9F18-444C-BB4C-950C66A1AE58}" type="pres">
      <dgm:prSet presAssocID="{98A6D0A4-B413-4E80-B117-55F02C1AEC7F}" presName="connectorText" presStyleLbl="sibTrans1D1" presStyleIdx="0" presStyleCnt="5"/>
      <dgm:spPr/>
    </dgm:pt>
    <dgm:pt modelId="{02F326DC-B33E-1640-8C27-2D47FD1DE008}" type="pres">
      <dgm:prSet presAssocID="{0B473F27-086D-4B46-88E4-92C558424B6C}" presName="node" presStyleLbl="node1" presStyleIdx="1" presStyleCnt="6">
        <dgm:presLayoutVars>
          <dgm:bulletEnabled val="1"/>
        </dgm:presLayoutVars>
      </dgm:prSet>
      <dgm:spPr/>
    </dgm:pt>
    <dgm:pt modelId="{BA6639CE-C769-0544-BB86-C07E9B98741B}" type="pres">
      <dgm:prSet presAssocID="{CA71DFB5-38A4-4D63-8F9E-8D8A6BD2C089}" presName="sibTrans" presStyleLbl="sibTrans1D1" presStyleIdx="1" presStyleCnt="5"/>
      <dgm:spPr/>
    </dgm:pt>
    <dgm:pt modelId="{436F4F87-B25B-5A4B-A2EE-536A7A8A29ED}" type="pres">
      <dgm:prSet presAssocID="{CA71DFB5-38A4-4D63-8F9E-8D8A6BD2C089}" presName="connectorText" presStyleLbl="sibTrans1D1" presStyleIdx="1" presStyleCnt="5"/>
      <dgm:spPr/>
    </dgm:pt>
    <dgm:pt modelId="{E8C0057E-CCED-0C43-B802-3A941F74F68E}" type="pres">
      <dgm:prSet presAssocID="{DA3547BC-CA1E-426E-BAEE-E87324794721}" presName="node" presStyleLbl="node1" presStyleIdx="2" presStyleCnt="6">
        <dgm:presLayoutVars>
          <dgm:bulletEnabled val="1"/>
        </dgm:presLayoutVars>
      </dgm:prSet>
      <dgm:spPr/>
    </dgm:pt>
    <dgm:pt modelId="{41552BDE-73C4-5844-865B-22679A912004}" type="pres">
      <dgm:prSet presAssocID="{BFB3B936-1A3D-471F-833B-9C50024DFDEC}" presName="sibTrans" presStyleLbl="sibTrans1D1" presStyleIdx="2" presStyleCnt="5"/>
      <dgm:spPr/>
    </dgm:pt>
    <dgm:pt modelId="{0D026734-2979-9C4D-BC46-C8F8DDA3A2B6}" type="pres">
      <dgm:prSet presAssocID="{BFB3B936-1A3D-471F-833B-9C50024DFDEC}" presName="connectorText" presStyleLbl="sibTrans1D1" presStyleIdx="2" presStyleCnt="5"/>
      <dgm:spPr/>
    </dgm:pt>
    <dgm:pt modelId="{709AE3C2-7E3F-1F4F-9C9F-F9E94643E0A8}" type="pres">
      <dgm:prSet presAssocID="{EBF0E5A2-83C9-4544-AC45-B5CEA28E95E9}" presName="node" presStyleLbl="node1" presStyleIdx="3" presStyleCnt="6">
        <dgm:presLayoutVars>
          <dgm:bulletEnabled val="1"/>
        </dgm:presLayoutVars>
      </dgm:prSet>
      <dgm:spPr/>
    </dgm:pt>
    <dgm:pt modelId="{84219496-48E3-5E49-AFEE-2526F9E74E85}" type="pres">
      <dgm:prSet presAssocID="{087DBB99-B054-439F-8079-9F0FA275FDB8}" presName="sibTrans" presStyleLbl="sibTrans1D1" presStyleIdx="3" presStyleCnt="5"/>
      <dgm:spPr/>
    </dgm:pt>
    <dgm:pt modelId="{7C040FA8-9ABF-3A42-BC68-EBC9EBFAB038}" type="pres">
      <dgm:prSet presAssocID="{087DBB99-B054-439F-8079-9F0FA275FDB8}" presName="connectorText" presStyleLbl="sibTrans1D1" presStyleIdx="3" presStyleCnt="5"/>
      <dgm:spPr/>
    </dgm:pt>
    <dgm:pt modelId="{A0917718-1EDE-7F48-B316-F9D226E427BF}" type="pres">
      <dgm:prSet presAssocID="{84293B2C-5BB6-468A-9D45-4D461A024CD5}" presName="node" presStyleLbl="node1" presStyleIdx="4" presStyleCnt="6">
        <dgm:presLayoutVars>
          <dgm:bulletEnabled val="1"/>
        </dgm:presLayoutVars>
      </dgm:prSet>
      <dgm:spPr/>
    </dgm:pt>
    <dgm:pt modelId="{2C90CC79-27CC-6445-897C-2490661D7ADD}" type="pres">
      <dgm:prSet presAssocID="{01519C4B-C551-4221-8B7D-B5F2A4E1FE2C}" presName="sibTrans" presStyleLbl="sibTrans1D1" presStyleIdx="4" presStyleCnt="5"/>
      <dgm:spPr/>
    </dgm:pt>
    <dgm:pt modelId="{45FA821A-79B6-FF47-81F8-EA179112B47F}" type="pres">
      <dgm:prSet presAssocID="{01519C4B-C551-4221-8B7D-B5F2A4E1FE2C}" presName="connectorText" presStyleLbl="sibTrans1D1" presStyleIdx="4" presStyleCnt="5"/>
      <dgm:spPr/>
    </dgm:pt>
    <dgm:pt modelId="{1830BBED-588F-4744-9743-BD7691FC66DD}" type="pres">
      <dgm:prSet presAssocID="{581B048F-5454-4E48-97C1-EEDB859D716E}" presName="node" presStyleLbl="node1" presStyleIdx="5" presStyleCnt="6">
        <dgm:presLayoutVars>
          <dgm:bulletEnabled val="1"/>
        </dgm:presLayoutVars>
      </dgm:prSet>
      <dgm:spPr/>
    </dgm:pt>
  </dgm:ptLst>
  <dgm:cxnLst>
    <dgm:cxn modelId="{E61DA802-6E62-194D-B754-6485EFB3CDA6}" type="presOf" srcId="{7AFD710F-D2F4-4BDD-AA7E-603711562D4A}" destId="{2B75D78C-646C-F24B-9AED-A53866F4B309}" srcOrd="0" destOrd="0" presId="urn:microsoft.com/office/officeart/2016/7/layout/RepeatingBendingProcessNew"/>
    <dgm:cxn modelId="{EBEB7305-6262-ED42-B2D4-F66D996AF085}" type="presOf" srcId="{01519C4B-C551-4221-8B7D-B5F2A4E1FE2C}" destId="{45FA821A-79B6-FF47-81F8-EA179112B47F}" srcOrd="1" destOrd="0" presId="urn:microsoft.com/office/officeart/2016/7/layout/RepeatingBendingProcessNew"/>
    <dgm:cxn modelId="{A7F9F805-C7B1-5044-A7E3-A1C0B980AE7D}" type="presOf" srcId="{343536FD-0827-46C8-869E-307BD6727E2F}" destId="{63961AD7-528A-3945-93C7-FF90A463007D}" srcOrd="0" destOrd="0" presId="urn:microsoft.com/office/officeart/2016/7/layout/RepeatingBendingProcessNew"/>
    <dgm:cxn modelId="{5F07A00F-DE1C-DA49-B458-49B9C5C3E0B8}" type="presOf" srcId="{98A6D0A4-B413-4E80-B117-55F02C1AEC7F}" destId="{42630FD1-9F18-444C-BB4C-950C66A1AE58}" srcOrd="1" destOrd="0" presId="urn:microsoft.com/office/officeart/2016/7/layout/RepeatingBendingProcessNew"/>
    <dgm:cxn modelId="{E3981926-BD6F-054D-B5DE-41E724CDC2AE}" type="presOf" srcId="{581B048F-5454-4E48-97C1-EEDB859D716E}" destId="{1830BBED-588F-4744-9743-BD7691FC66DD}" srcOrd="0" destOrd="0" presId="urn:microsoft.com/office/officeart/2016/7/layout/RepeatingBendingProcessNew"/>
    <dgm:cxn modelId="{FEA6C12F-6D90-46DD-9E89-F046BF81D11B}" srcId="{343536FD-0827-46C8-869E-307BD6727E2F}" destId="{7AFD710F-D2F4-4BDD-AA7E-603711562D4A}" srcOrd="0" destOrd="0" parTransId="{CAE61EC5-0D7C-495E-9C97-D2D8E97C5FE3}" sibTransId="{98A6D0A4-B413-4E80-B117-55F02C1AEC7F}"/>
    <dgm:cxn modelId="{D99E363A-BA4C-9C4B-A0D4-609DD265649A}" type="presOf" srcId="{BFB3B936-1A3D-471F-833B-9C50024DFDEC}" destId="{41552BDE-73C4-5844-865B-22679A912004}" srcOrd="0" destOrd="0" presId="urn:microsoft.com/office/officeart/2016/7/layout/RepeatingBendingProcessNew"/>
    <dgm:cxn modelId="{B3AF794E-C1BD-4E1C-BEC1-A587BF8B7FA6}" srcId="{343536FD-0827-46C8-869E-307BD6727E2F}" destId="{0B473F27-086D-4B46-88E4-92C558424B6C}" srcOrd="1" destOrd="0" parTransId="{23CEB10E-A175-43EA-85F9-8320989D7C84}" sibTransId="{CA71DFB5-38A4-4D63-8F9E-8D8A6BD2C089}"/>
    <dgm:cxn modelId="{F7C11163-05BC-6242-A312-42939FBE0D4A}" type="presOf" srcId="{CA71DFB5-38A4-4D63-8F9E-8D8A6BD2C089}" destId="{436F4F87-B25B-5A4B-A2EE-536A7A8A29ED}" srcOrd="1" destOrd="0" presId="urn:microsoft.com/office/officeart/2016/7/layout/RepeatingBendingProcessNew"/>
    <dgm:cxn modelId="{2CDE2F72-E217-4B79-A28C-EF734412270E}" srcId="{343536FD-0827-46C8-869E-307BD6727E2F}" destId="{581B048F-5454-4E48-97C1-EEDB859D716E}" srcOrd="5" destOrd="0" parTransId="{E205DDC1-01C2-413D-A6A0-1039E92DA608}" sibTransId="{AAC8420C-E1F2-436B-8F12-EC27699E5D01}"/>
    <dgm:cxn modelId="{D9254C76-159E-4C41-9306-81EC625961D0}" type="presOf" srcId="{98A6D0A4-B413-4E80-B117-55F02C1AEC7F}" destId="{11CFAF97-3267-6748-B083-834E2799B1F6}" srcOrd="0" destOrd="0" presId="urn:microsoft.com/office/officeart/2016/7/layout/RepeatingBendingProcessNew"/>
    <dgm:cxn modelId="{9C82D983-E1AC-334A-9E27-75076CFFFBF0}" type="presOf" srcId="{BFB3B936-1A3D-471F-833B-9C50024DFDEC}" destId="{0D026734-2979-9C4D-BC46-C8F8DDA3A2B6}" srcOrd="1" destOrd="0" presId="urn:microsoft.com/office/officeart/2016/7/layout/RepeatingBendingProcessNew"/>
    <dgm:cxn modelId="{DD90C68C-4612-E94E-89E3-F198344CE654}" type="presOf" srcId="{EBF0E5A2-83C9-4544-AC45-B5CEA28E95E9}" destId="{709AE3C2-7E3F-1F4F-9C9F-F9E94643E0A8}" srcOrd="0" destOrd="0" presId="urn:microsoft.com/office/officeart/2016/7/layout/RepeatingBendingProcessNew"/>
    <dgm:cxn modelId="{C7A79E92-086D-3A42-9438-C32EDE8AD9B2}" type="presOf" srcId="{01519C4B-C551-4221-8B7D-B5F2A4E1FE2C}" destId="{2C90CC79-27CC-6445-897C-2490661D7ADD}" srcOrd="0" destOrd="0" presId="urn:microsoft.com/office/officeart/2016/7/layout/RepeatingBendingProcessNew"/>
    <dgm:cxn modelId="{16EA4B99-773A-4FCB-8FC9-3DD6B1BF168B}" srcId="{343536FD-0827-46C8-869E-307BD6727E2F}" destId="{DA3547BC-CA1E-426E-BAEE-E87324794721}" srcOrd="2" destOrd="0" parTransId="{1EE779F8-6D7C-4549-8355-D5B408A75D59}" sibTransId="{BFB3B936-1A3D-471F-833B-9C50024DFDEC}"/>
    <dgm:cxn modelId="{5CE0A39E-CEDE-B247-96C1-DE5BE3A2C1F7}" type="presOf" srcId="{84293B2C-5BB6-468A-9D45-4D461A024CD5}" destId="{A0917718-1EDE-7F48-B316-F9D226E427BF}" srcOrd="0" destOrd="0" presId="urn:microsoft.com/office/officeart/2016/7/layout/RepeatingBendingProcessNew"/>
    <dgm:cxn modelId="{E13267A9-2A0D-4C4D-812F-7450DC909239}" type="presOf" srcId="{CA71DFB5-38A4-4D63-8F9E-8D8A6BD2C089}" destId="{BA6639CE-C769-0544-BB86-C07E9B98741B}" srcOrd="0" destOrd="0" presId="urn:microsoft.com/office/officeart/2016/7/layout/RepeatingBendingProcessNew"/>
    <dgm:cxn modelId="{59AFD8B0-A029-494D-947C-7955B6F6DB70}" type="presOf" srcId="{087DBB99-B054-439F-8079-9F0FA275FDB8}" destId="{84219496-48E3-5E49-AFEE-2526F9E74E85}" srcOrd="0" destOrd="0" presId="urn:microsoft.com/office/officeart/2016/7/layout/RepeatingBendingProcessNew"/>
    <dgm:cxn modelId="{962789B7-011F-4467-82FE-E58E8DB7F923}" srcId="{343536FD-0827-46C8-869E-307BD6727E2F}" destId="{EBF0E5A2-83C9-4544-AC45-B5CEA28E95E9}" srcOrd="3" destOrd="0" parTransId="{D76655D5-F3D5-4278-B4E6-01E00DBA1FC4}" sibTransId="{087DBB99-B054-439F-8079-9F0FA275FDB8}"/>
    <dgm:cxn modelId="{02265DBF-DD7D-B343-A072-50FC013D117A}" type="presOf" srcId="{0B473F27-086D-4B46-88E4-92C558424B6C}" destId="{02F326DC-B33E-1640-8C27-2D47FD1DE008}" srcOrd="0" destOrd="0" presId="urn:microsoft.com/office/officeart/2016/7/layout/RepeatingBendingProcessNew"/>
    <dgm:cxn modelId="{A537A5BF-A82A-7F44-A338-8831B4541395}" type="presOf" srcId="{DA3547BC-CA1E-426E-BAEE-E87324794721}" destId="{E8C0057E-CCED-0C43-B802-3A941F74F68E}" srcOrd="0" destOrd="0" presId="urn:microsoft.com/office/officeart/2016/7/layout/RepeatingBendingProcessNew"/>
    <dgm:cxn modelId="{E716AEE5-0915-4042-B124-BCF3BF32C9CF}" type="presOf" srcId="{087DBB99-B054-439F-8079-9F0FA275FDB8}" destId="{7C040FA8-9ABF-3A42-BC68-EBC9EBFAB038}" srcOrd="1" destOrd="0" presId="urn:microsoft.com/office/officeart/2016/7/layout/RepeatingBendingProcessNew"/>
    <dgm:cxn modelId="{3DB971F0-E649-413D-9D2E-7724543B4326}" srcId="{343536FD-0827-46C8-869E-307BD6727E2F}" destId="{84293B2C-5BB6-468A-9D45-4D461A024CD5}" srcOrd="4" destOrd="0" parTransId="{1F8270F0-FC2C-4A96-9856-9C9BAD5CF228}" sibTransId="{01519C4B-C551-4221-8B7D-B5F2A4E1FE2C}"/>
    <dgm:cxn modelId="{46F64BF7-7D98-9C4B-A7C7-CAA62E54D5CC}" type="presParOf" srcId="{63961AD7-528A-3945-93C7-FF90A463007D}" destId="{2B75D78C-646C-F24B-9AED-A53866F4B309}" srcOrd="0" destOrd="0" presId="urn:microsoft.com/office/officeart/2016/7/layout/RepeatingBendingProcessNew"/>
    <dgm:cxn modelId="{41B21D34-9416-A64C-8C6B-74198BDAA46D}" type="presParOf" srcId="{63961AD7-528A-3945-93C7-FF90A463007D}" destId="{11CFAF97-3267-6748-B083-834E2799B1F6}" srcOrd="1" destOrd="0" presId="urn:microsoft.com/office/officeart/2016/7/layout/RepeatingBendingProcessNew"/>
    <dgm:cxn modelId="{743FB603-01C3-A24F-991A-8559FCD42525}" type="presParOf" srcId="{11CFAF97-3267-6748-B083-834E2799B1F6}" destId="{42630FD1-9F18-444C-BB4C-950C66A1AE58}" srcOrd="0" destOrd="0" presId="urn:microsoft.com/office/officeart/2016/7/layout/RepeatingBendingProcessNew"/>
    <dgm:cxn modelId="{41B57A1E-F982-234F-A8CA-BC219082CC63}" type="presParOf" srcId="{63961AD7-528A-3945-93C7-FF90A463007D}" destId="{02F326DC-B33E-1640-8C27-2D47FD1DE008}" srcOrd="2" destOrd="0" presId="urn:microsoft.com/office/officeart/2016/7/layout/RepeatingBendingProcessNew"/>
    <dgm:cxn modelId="{17293343-9D3C-C244-B58E-27E8EE7CC6E5}" type="presParOf" srcId="{63961AD7-528A-3945-93C7-FF90A463007D}" destId="{BA6639CE-C769-0544-BB86-C07E9B98741B}" srcOrd="3" destOrd="0" presId="urn:microsoft.com/office/officeart/2016/7/layout/RepeatingBendingProcessNew"/>
    <dgm:cxn modelId="{7E2E1634-FDE1-A448-96BD-C3017934F639}" type="presParOf" srcId="{BA6639CE-C769-0544-BB86-C07E9B98741B}" destId="{436F4F87-B25B-5A4B-A2EE-536A7A8A29ED}" srcOrd="0" destOrd="0" presId="urn:microsoft.com/office/officeart/2016/7/layout/RepeatingBendingProcessNew"/>
    <dgm:cxn modelId="{4BED1692-328C-2B42-A04B-34984BD87825}" type="presParOf" srcId="{63961AD7-528A-3945-93C7-FF90A463007D}" destId="{E8C0057E-CCED-0C43-B802-3A941F74F68E}" srcOrd="4" destOrd="0" presId="urn:microsoft.com/office/officeart/2016/7/layout/RepeatingBendingProcessNew"/>
    <dgm:cxn modelId="{B00DB3E4-6A39-AC4D-8DB8-37197A4EAC03}" type="presParOf" srcId="{63961AD7-528A-3945-93C7-FF90A463007D}" destId="{41552BDE-73C4-5844-865B-22679A912004}" srcOrd="5" destOrd="0" presId="urn:microsoft.com/office/officeart/2016/7/layout/RepeatingBendingProcessNew"/>
    <dgm:cxn modelId="{C50142D9-2A22-934E-9EFA-C42C147D002F}" type="presParOf" srcId="{41552BDE-73C4-5844-865B-22679A912004}" destId="{0D026734-2979-9C4D-BC46-C8F8DDA3A2B6}" srcOrd="0" destOrd="0" presId="urn:microsoft.com/office/officeart/2016/7/layout/RepeatingBendingProcessNew"/>
    <dgm:cxn modelId="{AE6D4EF8-F3F1-D148-BB2A-8A11124BC85D}" type="presParOf" srcId="{63961AD7-528A-3945-93C7-FF90A463007D}" destId="{709AE3C2-7E3F-1F4F-9C9F-F9E94643E0A8}" srcOrd="6" destOrd="0" presId="urn:microsoft.com/office/officeart/2016/7/layout/RepeatingBendingProcessNew"/>
    <dgm:cxn modelId="{C1B93E27-E6AA-324C-A561-F6CA98D31E1F}" type="presParOf" srcId="{63961AD7-528A-3945-93C7-FF90A463007D}" destId="{84219496-48E3-5E49-AFEE-2526F9E74E85}" srcOrd="7" destOrd="0" presId="urn:microsoft.com/office/officeart/2016/7/layout/RepeatingBendingProcessNew"/>
    <dgm:cxn modelId="{1BDBAA65-9226-5F40-8574-AA75BFC26B9D}" type="presParOf" srcId="{84219496-48E3-5E49-AFEE-2526F9E74E85}" destId="{7C040FA8-9ABF-3A42-BC68-EBC9EBFAB038}" srcOrd="0" destOrd="0" presId="urn:microsoft.com/office/officeart/2016/7/layout/RepeatingBendingProcessNew"/>
    <dgm:cxn modelId="{029D3CE3-35C5-1D4F-A49F-59FB3A368DAA}" type="presParOf" srcId="{63961AD7-528A-3945-93C7-FF90A463007D}" destId="{A0917718-1EDE-7F48-B316-F9D226E427BF}" srcOrd="8" destOrd="0" presId="urn:microsoft.com/office/officeart/2016/7/layout/RepeatingBendingProcessNew"/>
    <dgm:cxn modelId="{42C2224A-3F64-9F4F-BB80-04B6D7EC7421}" type="presParOf" srcId="{63961AD7-528A-3945-93C7-FF90A463007D}" destId="{2C90CC79-27CC-6445-897C-2490661D7ADD}" srcOrd="9" destOrd="0" presId="urn:microsoft.com/office/officeart/2016/7/layout/RepeatingBendingProcessNew"/>
    <dgm:cxn modelId="{DF8001D9-E3BB-E847-9B22-9D41832E7957}" type="presParOf" srcId="{2C90CC79-27CC-6445-897C-2490661D7ADD}" destId="{45FA821A-79B6-FF47-81F8-EA179112B47F}" srcOrd="0" destOrd="0" presId="urn:microsoft.com/office/officeart/2016/7/layout/RepeatingBendingProcessNew"/>
    <dgm:cxn modelId="{C7737385-D63F-684C-9843-3CDAD7971359}" type="presParOf" srcId="{63961AD7-528A-3945-93C7-FF90A463007D}" destId="{1830BBED-588F-4744-9743-BD7691FC66DD}"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59973FF-59D0-44F0-9ABB-9EF16A82D231}" type="doc">
      <dgm:prSet loTypeId="urn:microsoft.com/office/officeart/2016/7/layout/RepeatingBendingProcessNew" loCatId="process" qsTypeId="urn:microsoft.com/office/officeart/2005/8/quickstyle/simple1" qsCatId="simple" csTypeId="urn:microsoft.com/office/officeart/2005/8/colors/colorful1" csCatId="colorful"/>
      <dgm:spPr/>
      <dgm:t>
        <a:bodyPr/>
        <a:lstStyle/>
        <a:p>
          <a:endParaRPr lang="en-US"/>
        </a:p>
      </dgm:t>
    </dgm:pt>
    <dgm:pt modelId="{A3E3D72F-91A1-4A48-A489-074D5031E655}">
      <dgm:prSet/>
      <dgm:spPr/>
      <dgm:t>
        <a:bodyPr/>
        <a:lstStyle/>
        <a:p>
          <a:r>
            <a:rPr lang="es-CO"/>
            <a:t>21/04/2025 val por nutrición </a:t>
          </a:r>
          <a:endParaRPr lang="en-US"/>
        </a:p>
      </dgm:t>
    </dgm:pt>
    <dgm:pt modelId="{4167658F-2EF2-4B03-9659-2F03510AE9D2}" type="parTrans" cxnId="{8A3C0758-79CC-4A43-AE7C-DEA71231F6E2}">
      <dgm:prSet/>
      <dgm:spPr/>
      <dgm:t>
        <a:bodyPr/>
        <a:lstStyle/>
        <a:p>
          <a:endParaRPr lang="en-US"/>
        </a:p>
      </dgm:t>
    </dgm:pt>
    <dgm:pt modelId="{327EFE52-517F-473B-BB17-AA40905B6694}" type="sibTrans" cxnId="{8A3C0758-79CC-4A43-AE7C-DEA71231F6E2}">
      <dgm:prSet/>
      <dgm:spPr/>
      <dgm:t>
        <a:bodyPr/>
        <a:lstStyle/>
        <a:p>
          <a:endParaRPr lang="en-US"/>
        </a:p>
      </dgm:t>
    </dgm:pt>
    <dgm:pt modelId="{5761536E-C338-4E73-AD59-8C4DED7F2675}">
      <dgm:prSet/>
      <dgm:spPr/>
      <dgm:t>
        <a:bodyPr/>
        <a:lstStyle/>
        <a:p>
          <a:r>
            <a:rPr lang="es-CO"/>
            <a:t>21/04/2025  psicología  * vive en Moniquirá pueblo viejo * </a:t>
          </a:r>
          <a:endParaRPr lang="en-US"/>
        </a:p>
      </dgm:t>
    </dgm:pt>
    <dgm:pt modelId="{A2D94A43-29C1-4275-8F73-5259DBC6DF0D}" type="parTrans" cxnId="{413DE281-B34A-42A0-89B3-94283B431BAC}">
      <dgm:prSet/>
      <dgm:spPr/>
      <dgm:t>
        <a:bodyPr/>
        <a:lstStyle/>
        <a:p>
          <a:endParaRPr lang="en-US"/>
        </a:p>
      </dgm:t>
    </dgm:pt>
    <dgm:pt modelId="{B418670E-09FB-4A75-899E-A1824A4DA44A}" type="sibTrans" cxnId="{413DE281-B34A-42A0-89B3-94283B431BAC}">
      <dgm:prSet/>
      <dgm:spPr/>
      <dgm:t>
        <a:bodyPr/>
        <a:lstStyle/>
        <a:p>
          <a:endParaRPr lang="en-US"/>
        </a:p>
      </dgm:t>
    </dgm:pt>
    <dgm:pt modelId="{E790E32E-C100-48C1-ACDC-6D0ABB61037E}">
      <dgm:prSet/>
      <dgm:spPr/>
      <dgm:t>
        <a:bodyPr/>
        <a:lstStyle/>
        <a:p>
          <a:r>
            <a:rPr lang="es-CO"/>
            <a:t>Patologico: asma </a:t>
          </a:r>
          <a:endParaRPr lang="en-US"/>
        </a:p>
      </dgm:t>
    </dgm:pt>
    <dgm:pt modelId="{55DCA591-3178-42BB-B616-9C6361EC75CB}" type="parTrans" cxnId="{DEC594E6-727D-4EA7-9A8A-BCB983DB4A2F}">
      <dgm:prSet/>
      <dgm:spPr/>
      <dgm:t>
        <a:bodyPr/>
        <a:lstStyle/>
        <a:p>
          <a:endParaRPr lang="en-US"/>
        </a:p>
      </dgm:t>
    </dgm:pt>
    <dgm:pt modelId="{AA3ED288-62A6-41DE-9130-077BCEBC9C76}" type="sibTrans" cxnId="{DEC594E6-727D-4EA7-9A8A-BCB983DB4A2F}">
      <dgm:prSet/>
      <dgm:spPr/>
      <dgm:t>
        <a:bodyPr/>
        <a:lstStyle/>
        <a:p>
          <a:endParaRPr lang="en-US"/>
        </a:p>
      </dgm:t>
    </dgm:pt>
    <dgm:pt modelId="{583C51FC-FE29-47F1-87F3-FABD3ABB60E0}">
      <dgm:prSet/>
      <dgm:spPr/>
      <dgm:t>
        <a:bodyPr/>
        <a:lstStyle/>
        <a:p>
          <a:r>
            <a:rPr lang="es-CO"/>
            <a:t>26/04/2025  eco por perinatología </a:t>
          </a:r>
          <a:endParaRPr lang="en-US"/>
        </a:p>
      </dgm:t>
    </dgm:pt>
    <dgm:pt modelId="{2409D753-EB93-400C-A583-2386B88F0B08}" type="parTrans" cxnId="{D88DC936-C365-4BA4-A305-A31FA47DB539}">
      <dgm:prSet/>
      <dgm:spPr/>
      <dgm:t>
        <a:bodyPr/>
        <a:lstStyle/>
        <a:p>
          <a:endParaRPr lang="en-US"/>
        </a:p>
      </dgm:t>
    </dgm:pt>
    <dgm:pt modelId="{823D8F3E-228C-4936-BD80-97FE0D587EE7}" type="sibTrans" cxnId="{D88DC936-C365-4BA4-A305-A31FA47DB539}">
      <dgm:prSet/>
      <dgm:spPr/>
      <dgm:t>
        <a:bodyPr/>
        <a:lstStyle/>
        <a:p>
          <a:endParaRPr lang="en-US"/>
        </a:p>
      </dgm:t>
    </dgm:pt>
    <dgm:pt modelId="{396B85A1-FF31-4E54-85CE-EAB93D1A5FF6}">
      <dgm:prSet/>
      <dgm:spPr/>
      <dgm:t>
        <a:bodyPr/>
        <a:lstStyle/>
        <a:p>
          <a:r>
            <a:rPr lang="es-CO"/>
            <a:t>02/05/2025  CONSULTA POR URGENCIAS  emb de 13.1 sem amenaza de aborto / disnea de esfuerzo  uso de areovial inhalador : formoterol 6 mg </a:t>
          </a:r>
          <a:endParaRPr lang="en-US"/>
        </a:p>
      </dgm:t>
    </dgm:pt>
    <dgm:pt modelId="{A80CFF6A-83AB-46AA-A1C1-D43D67B49BAF}" type="parTrans" cxnId="{E563BABA-6F3E-49FE-9709-CFD666C23388}">
      <dgm:prSet/>
      <dgm:spPr/>
      <dgm:t>
        <a:bodyPr/>
        <a:lstStyle/>
        <a:p>
          <a:endParaRPr lang="en-US"/>
        </a:p>
      </dgm:t>
    </dgm:pt>
    <dgm:pt modelId="{133344DF-8255-4502-A9F3-8645C2CF567C}" type="sibTrans" cxnId="{E563BABA-6F3E-49FE-9709-CFD666C23388}">
      <dgm:prSet/>
      <dgm:spPr/>
      <dgm:t>
        <a:bodyPr/>
        <a:lstStyle/>
        <a:p>
          <a:endParaRPr lang="en-US"/>
        </a:p>
      </dgm:t>
    </dgm:pt>
    <dgm:pt modelId="{B6FBB5E1-0070-490E-8C4A-0D5DB7FC6262}">
      <dgm:prSet/>
      <dgm:spPr/>
      <dgm:t>
        <a:bodyPr/>
        <a:lstStyle/>
        <a:p>
          <a:r>
            <a:rPr lang="es-CO"/>
            <a:t>Ss ecotv. Bienestar fetal </a:t>
          </a:r>
          <a:endParaRPr lang="en-US"/>
        </a:p>
      </dgm:t>
    </dgm:pt>
    <dgm:pt modelId="{FA69FEEE-CB61-4510-A7F5-F2C171E0F0D6}" type="parTrans" cxnId="{5A4F5C72-9CB7-4885-8041-14733A9F2636}">
      <dgm:prSet/>
      <dgm:spPr/>
      <dgm:t>
        <a:bodyPr/>
        <a:lstStyle/>
        <a:p>
          <a:endParaRPr lang="en-US"/>
        </a:p>
      </dgm:t>
    </dgm:pt>
    <dgm:pt modelId="{31B47B00-0550-4273-B654-78E90B4B0A8E}" type="sibTrans" cxnId="{5A4F5C72-9CB7-4885-8041-14733A9F2636}">
      <dgm:prSet/>
      <dgm:spPr/>
      <dgm:t>
        <a:bodyPr/>
        <a:lstStyle/>
        <a:p>
          <a:endParaRPr lang="en-US"/>
        </a:p>
      </dgm:t>
    </dgm:pt>
    <dgm:pt modelId="{431CD325-ACE1-4CCC-AAA3-F5488745AE41}">
      <dgm:prSet/>
      <dgm:spPr/>
      <dgm:t>
        <a:bodyPr/>
        <a:lstStyle/>
        <a:p>
          <a:r>
            <a:rPr lang="es-CO"/>
            <a:t>Hallazgo de vaginosis : manejo progesterona metronidazol</a:t>
          </a:r>
          <a:endParaRPr lang="en-US"/>
        </a:p>
      </dgm:t>
    </dgm:pt>
    <dgm:pt modelId="{7EA621B8-6010-4A2D-A04D-34D38171CA15}" type="parTrans" cxnId="{B6FA5241-C667-4CB0-AA43-F74F1D47B2A2}">
      <dgm:prSet/>
      <dgm:spPr/>
      <dgm:t>
        <a:bodyPr/>
        <a:lstStyle/>
        <a:p>
          <a:endParaRPr lang="en-US"/>
        </a:p>
      </dgm:t>
    </dgm:pt>
    <dgm:pt modelId="{104B6B87-7CEF-4067-9AFB-BB6123032F9E}" type="sibTrans" cxnId="{B6FA5241-C667-4CB0-AA43-F74F1D47B2A2}">
      <dgm:prSet/>
      <dgm:spPr/>
      <dgm:t>
        <a:bodyPr/>
        <a:lstStyle/>
        <a:p>
          <a:endParaRPr lang="en-US"/>
        </a:p>
      </dgm:t>
    </dgm:pt>
    <dgm:pt modelId="{A3E09C5F-6C08-4660-A458-983306F8E943}">
      <dgm:prSet/>
      <dgm:spPr/>
      <dgm:t>
        <a:bodyPr/>
        <a:lstStyle/>
        <a:p>
          <a:r>
            <a:rPr lang="es-CO"/>
            <a:t>Egreso </a:t>
          </a:r>
          <a:endParaRPr lang="en-US"/>
        </a:p>
      </dgm:t>
    </dgm:pt>
    <dgm:pt modelId="{F938306E-F362-40D5-9481-2C82B9D2126A}" type="parTrans" cxnId="{DB6240D5-FE94-47D7-A325-F6DBDCC1A7B3}">
      <dgm:prSet/>
      <dgm:spPr/>
      <dgm:t>
        <a:bodyPr/>
        <a:lstStyle/>
        <a:p>
          <a:endParaRPr lang="en-US"/>
        </a:p>
      </dgm:t>
    </dgm:pt>
    <dgm:pt modelId="{D3AF1CD2-4F99-4732-8DE0-63CBADDD09CE}" type="sibTrans" cxnId="{DB6240D5-FE94-47D7-A325-F6DBDCC1A7B3}">
      <dgm:prSet/>
      <dgm:spPr/>
      <dgm:t>
        <a:bodyPr/>
        <a:lstStyle/>
        <a:p>
          <a:endParaRPr lang="en-US"/>
        </a:p>
      </dgm:t>
    </dgm:pt>
    <dgm:pt modelId="{6F12BA4E-723B-F643-BEF4-459995764182}" type="pres">
      <dgm:prSet presAssocID="{C59973FF-59D0-44F0-9ABB-9EF16A82D231}" presName="Name0" presStyleCnt="0">
        <dgm:presLayoutVars>
          <dgm:dir/>
          <dgm:resizeHandles val="exact"/>
        </dgm:presLayoutVars>
      </dgm:prSet>
      <dgm:spPr/>
    </dgm:pt>
    <dgm:pt modelId="{DC383CA8-FEEA-AF49-B5BD-B79CC137DC87}" type="pres">
      <dgm:prSet presAssocID="{A3E3D72F-91A1-4A48-A489-074D5031E655}" presName="node" presStyleLbl="node1" presStyleIdx="0" presStyleCnt="8">
        <dgm:presLayoutVars>
          <dgm:bulletEnabled val="1"/>
        </dgm:presLayoutVars>
      </dgm:prSet>
      <dgm:spPr/>
    </dgm:pt>
    <dgm:pt modelId="{6357C449-7349-F949-929B-E5E630E64C80}" type="pres">
      <dgm:prSet presAssocID="{327EFE52-517F-473B-BB17-AA40905B6694}" presName="sibTrans" presStyleLbl="sibTrans1D1" presStyleIdx="0" presStyleCnt="7"/>
      <dgm:spPr/>
    </dgm:pt>
    <dgm:pt modelId="{6C575BC4-F800-444B-A7A7-FB4CE2BAD428}" type="pres">
      <dgm:prSet presAssocID="{327EFE52-517F-473B-BB17-AA40905B6694}" presName="connectorText" presStyleLbl="sibTrans1D1" presStyleIdx="0" presStyleCnt="7"/>
      <dgm:spPr/>
    </dgm:pt>
    <dgm:pt modelId="{D133751F-548D-004E-9CBA-5C9EB4961CDE}" type="pres">
      <dgm:prSet presAssocID="{5761536E-C338-4E73-AD59-8C4DED7F2675}" presName="node" presStyleLbl="node1" presStyleIdx="1" presStyleCnt="8">
        <dgm:presLayoutVars>
          <dgm:bulletEnabled val="1"/>
        </dgm:presLayoutVars>
      </dgm:prSet>
      <dgm:spPr/>
    </dgm:pt>
    <dgm:pt modelId="{FA43EDD0-E1CC-9049-AB98-59223C2C5001}" type="pres">
      <dgm:prSet presAssocID="{B418670E-09FB-4A75-899E-A1824A4DA44A}" presName="sibTrans" presStyleLbl="sibTrans1D1" presStyleIdx="1" presStyleCnt="7"/>
      <dgm:spPr/>
    </dgm:pt>
    <dgm:pt modelId="{7DFB7B46-B96C-1640-8BE9-8FB5800D6D42}" type="pres">
      <dgm:prSet presAssocID="{B418670E-09FB-4A75-899E-A1824A4DA44A}" presName="connectorText" presStyleLbl="sibTrans1D1" presStyleIdx="1" presStyleCnt="7"/>
      <dgm:spPr/>
    </dgm:pt>
    <dgm:pt modelId="{A4C30661-DD38-9E48-9DD2-7877576CD321}" type="pres">
      <dgm:prSet presAssocID="{E790E32E-C100-48C1-ACDC-6D0ABB61037E}" presName="node" presStyleLbl="node1" presStyleIdx="2" presStyleCnt="8">
        <dgm:presLayoutVars>
          <dgm:bulletEnabled val="1"/>
        </dgm:presLayoutVars>
      </dgm:prSet>
      <dgm:spPr/>
    </dgm:pt>
    <dgm:pt modelId="{F9EE2A9B-7831-6C45-9B75-CF4CFA34DF26}" type="pres">
      <dgm:prSet presAssocID="{AA3ED288-62A6-41DE-9130-077BCEBC9C76}" presName="sibTrans" presStyleLbl="sibTrans1D1" presStyleIdx="2" presStyleCnt="7"/>
      <dgm:spPr/>
    </dgm:pt>
    <dgm:pt modelId="{A850FF27-6C52-AA42-AF0A-894E084F722A}" type="pres">
      <dgm:prSet presAssocID="{AA3ED288-62A6-41DE-9130-077BCEBC9C76}" presName="connectorText" presStyleLbl="sibTrans1D1" presStyleIdx="2" presStyleCnt="7"/>
      <dgm:spPr/>
    </dgm:pt>
    <dgm:pt modelId="{35182C21-950E-F448-8C19-ECFACF3DE5AA}" type="pres">
      <dgm:prSet presAssocID="{583C51FC-FE29-47F1-87F3-FABD3ABB60E0}" presName="node" presStyleLbl="node1" presStyleIdx="3" presStyleCnt="8">
        <dgm:presLayoutVars>
          <dgm:bulletEnabled val="1"/>
        </dgm:presLayoutVars>
      </dgm:prSet>
      <dgm:spPr/>
    </dgm:pt>
    <dgm:pt modelId="{FF83677E-DE39-1847-9C8D-1D693F6D27C2}" type="pres">
      <dgm:prSet presAssocID="{823D8F3E-228C-4936-BD80-97FE0D587EE7}" presName="sibTrans" presStyleLbl="sibTrans1D1" presStyleIdx="3" presStyleCnt="7"/>
      <dgm:spPr/>
    </dgm:pt>
    <dgm:pt modelId="{A2644DDD-CDB9-F54F-AFE9-511668005B85}" type="pres">
      <dgm:prSet presAssocID="{823D8F3E-228C-4936-BD80-97FE0D587EE7}" presName="connectorText" presStyleLbl="sibTrans1D1" presStyleIdx="3" presStyleCnt="7"/>
      <dgm:spPr/>
    </dgm:pt>
    <dgm:pt modelId="{AD85B359-53EC-344A-838A-416678727972}" type="pres">
      <dgm:prSet presAssocID="{396B85A1-FF31-4E54-85CE-EAB93D1A5FF6}" presName="node" presStyleLbl="node1" presStyleIdx="4" presStyleCnt="8">
        <dgm:presLayoutVars>
          <dgm:bulletEnabled val="1"/>
        </dgm:presLayoutVars>
      </dgm:prSet>
      <dgm:spPr/>
    </dgm:pt>
    <dgm:pt modelId="{91FD2A01-8670-7442-9BB9-B103314C95A4}" type="pres">
      <dgm:prSet presAssocID="{133344DF-8255-4502-A9F3-8645C2CF567C}" presName="sibTrans" presStyleLbl="sibTrans1D1" presStyleIdx="4" presStyleCnt="7"/>
      <dgm:spPr/>
    </dgm:pt>
    <dgm:pt modelId="{7F13C3C7-BEC2-324F-9B1E-4EFA01A24579}" type="pres">
      <dgm:prSet presAssocID="{133344DF-8255-4502-A9F3-8645C2CF567C}" presName="connectorText" presStyleLbl="sibTrans1D1" presStyleIdx="4" presStyleCnt="7"/>
      <dgm:spPr/>
    </dgm:pt>
    <dgm:pt modelId="{45414EEB-6EBB-7F4C-9154-C1FCDAC8767C}" type="pres">
      <dgm:prSet presAssocID="{B6FBB5E1-0070-490E-8C4A-0D5DB7FC6262}" presName="node" presStyleLbl="node1" presStyleIdx="5" presStyleCnt="8">
        <dgm:presLayoutVars>
          <dgm:bulletEnabled val="1"/>
        </dgm:presLayoutVars>
      </dgm:prSet>
      <dgm:spPr/>
    </dgm:pt>
    <dgm:pt modelId="{BCCBCF27-AB40-1445-BF28-A3E767116918}" type="pres">
      <dgm:prSet presAssocID="{31B47B00-0550-4273-B654-78E90B4B0A8E}" presName="sibTrans" presStyleLbl="sibTrans1D1" presStyleIdx="5" presStyleCnt="7"/>
      <dgm:spPr/>
    </dgm:pt>
    <dgm:pt modelId="{F1CB0EA2-A403-2A45-AD94-A9AF942177A4}" type="pres">
      <dgm:prSet presAssocID="{31B47B00-0550-4273-B654-78E90B4B0A8E}" presName="connectorText" presStyleLbl="sibTrans1D1" presStyleIdx="5" presStyleCnt="7"/>
      <dgm:spPr/>
    </dgm:pt>
    <dgm:pt modelId="{9634F095-6937-8D43-A919-29B2DBE43F70}" type="pres">
      <dgm:prSet presAssocID="{431CD325-ACE1-4CCC-AAA3-F5488745AE41}" presName="node" presStyleLbl="node1" presStyleIdx="6" presStyleCnt="8">
        <dgm:presLayoutVars>
          <dgm:bulletEnabled val="1"/>
        </dgm:presLayoutVars>
      </dgm:prSet>
      <dgm:spPr/>
    </dgm:pt>
    <dgm:pt modelId="{DD851DEF-0AD0-AE42-8A99-ADAF62F0DD02}" type="pres">
      <dgm:prSet presAssocID="{104B6B87-7CEF-4067-9AFB-BB6123032F9E}" presName="sibTrans" presStyleLbl="sibTrans1D1" presStyleIdx="6" presStyleCnt="7"/>
      <dgm:spPr/>
    </dgm:pt>
    <dgm:pt modelId="{CF536B48-E607-7F44-90C1-458C07925489}" type="pres">
      <dgm:prSet presAssocID="{104B6B87-7CEF-4067-9AFB-BB6123032F9E}" presName="connectorText" presStyleLbl="sibTrans1D1" presStyleIdx="6" presStyleCnt="7"/>
      <dgm:spPr/>
    </dgm:pt>
    <dgm:pt modelId="{1B9A2551-01C4-EE4C-9264-317944548B0C}" type="pres">
      <dgm:prSet presAssocID="{A3E09C5F-6C08-4660-A458-983306F8E943}" presName="node" presStyleLbl="node1" presStyleIdx="7" presStyleCnt="8">
        <dgm:presLayoutVars>
          <dgm:bulletEnabled val="1"/>
        </dgm:presLayoutVars>
      </dgm:prSet>
      <dgm:spPr/>
    </dgm:pt>
  </dgm:ptLst>
  <dgm:cxnLst>
    <dgm:cxn modelId="{89251504-EB01-A244-9DB8-985D5F5F5A6C}" type="presOf" srcId="{327EFE52-517F-473B-BB17-AA40905B6694}" destId="{6C575BC4-F800-444B-A7A7-FB4CE2BAD428}" srcOrd="1" destOrd="0" presId="urn:microsoft.com/office/officeart/2016/7/layout/RepeatingBendingProcessNew"/>
    <dgm:cxn modelId="{A6EC0F2A-FFE5-AA4E-8B20-B2112A1A13E8}" type="presOf" srcId="{31B47B00-0550-4273-B654-78E90B4B0A8E}" destId="{BCCBCF27-AB40-1445-BF28-A3E767116918}" srcOrd="0" destOrd="0" presId="urn:microsoft.com/office/officeart/2016/7/layout/RepeatingBendingProcessNew"/>
    <dgm:cxn modelId="{D88DC936-C365-4BA4-A305-A31FA47DB539}" srcId="{C59973FF-59D0-44F0-9ABB-9EF16A82D231}" destId="{583C51FC-FE29-47F1-87F3-FABD3ABB60E0}" srcOrd="3" destOrd="0" parTransId="{2409D753-EB93-400C-A583-2386B88F0B08}" sibTransId="{823D8F3E-228C-4936-BD80-97FE0D587EE7}"/>
    <dgm:cxn modelId="{45FEEB3B-5AC9-AB41-B6BF-CAD821886BC3}" type="presOf" srcId="{AA3ED288-62A6-41DE-9130-077BCEBC9C76}" destId="{A850FF27-6C52-AA42-AF0A-894E084F722A}" srcOrd="1" destOrd="0" presId="urn:microsoft.com/office/officeart/2016/7/layout/RepeatingBendingProcessNew"/>
    <dgm:cxn modelId="{BD38A53C-C1C9-8640-9F68-7AA65989238B}" type="presOf" srcId="{133344DF-8255-4502-A9F3-8645C2CF567C}" destId="{91FD2A01-8670-7442-9BB9-B103314C95A4}" srcOrd="0" destOrd="0" presId="urn:microsoft.com/office/officeart/2016/7/layout/RepeatingBendingProcessNew"/>
    <dgm:cxn modelId="{AAD6BE3E-C766-AB47-88A1-EFC9D84F9AF9}" type="presOf" srcId="{B418670E-09FB-4A75-899E-A1824A4DA44A}" destId="{7DFB7B46-B96C-1640-8BE9-8FB5800D6D42}" srcOrd="1" destOrd="0" presId="urn:microsoft.com/office/officeart/2016/7/layout/RepeatingBendingProcessNew"/>
    <dgm:cxn modelId="{B6FA5241-C667-4CB0-AA43-F74F1D47B2A2}" srcId="{C59973FF-59D0-44F0-9ABB-9EF16A82D231}" destId="{431CD325-ACE1-4CCC-AAA3-F5488745AE41}" srcOrd="6" destOrd="0" parTransId="{7EA621B8-6010-4A2D-A04D-34D38171CA15}" sibTransId="{104B6B87-7CEF-4067-9AFB-BB6123032F9E}"/>
    <dgm:cxn modelId="{D2535341-EC3A-744F-9845-E12CC7056424}" type="presOf" srcId="{A3E09C5F-6C08-4660-A458-983306F8E943}" destId="{1B9A2551-01C4-EE4C-9264-317944548B0C}" srcOrd="0" destOrd="0" presId="urn:microsoft.com/office/officeart/2016/7/layout/RepeatingBendingProcessNew"/>
    <dgm:cxn modelId="{47E4CC48-9FDB-9D44-A137-94767678EB91}" type="presOf" srcId="{31B47B00-0550-4273-B654-78E90B4B0A8E}" destId="{F1CB0EA2-A403-2A45-AD94-A9AF942177A4}" srcOrd="1" destOrd="0" presId="urn:microsoft.com/office/officeart/2016/7/layout/RepeatingBendingProcessNew"/>
    <dgm:cxn modelId="{77E11D50-B0BA-7543-BAA6-70FE6185D65A}" type="presOf" srcId="{104B6B87-7CEF-4067-9AFB-BB6123032F9E}" destId="{DD851DEF-0AD0-AE42-8A99-ADAF62F0DD02}" srcOrd="0" destOrd="0" presId="urn:microsoft.com/office/officeart/2016/7/layout/RepeatingBendingProcessNew"/>
    <dgm:cxn modelId="{C17E5854-C5DD-4041-AA45-540BF6B3F472}" type="presOf" srcId="{431CD325-ACE1-4CCC-AAA3-F5488745AE41}" destId="{9634F095-6937-8D43-A919-29B2DBE43F70}" srcOrd="0" destOrd="0" presId="urn:microsoft.com/office/officeart/2016/7/layout/RepeatingBendingProcessNew"/>
    <dgm:cxn modelId="{8A3C0758-79CC-4A43-AE7C-DEA71231F6E2}" srcId="{C59973FF-59D0-44F0-9ABB-9EF16A82D231}" destId="{A3E3D72F-91A1-4A48-A489-074D5031E655}" srcOrd="0" destOrd="0" parTransId="{4167658F-2EF2-4B03-9659-2F03510AE9D2}" sibTransId="{327EFE52-517F-473B-BB17-AA40905B6694}"/>
    <dgm:cxn modelId="{5A4F5C72-9CB7-4885-8041-14733A9F2636}" srcId="{C59973FF-59D0-44F0-9ABB-9EF16A82D231}" destId="{B6FBB5E1-0070-490E-8C4A-0D5DB7FC6262}" srcOrd="5" destOrd="0" parTransId="{FA69FEEE-CB61-4510-A7F5-F2C171E0F0D6}" sibTransId="{31B47B00-0550-4273-B654-78E90B4B0A8E}"/>
    <dgm:cxn modelId="{EBA53C7A-77A9-634D-89CE-2A1FE988FE8D}" type="presOf" srcId="{A3E3D72F-91A1-4A48-A489-074D5031E655}" destId="{DC383CA8-FEEA-AF49-B5BD-B79CC137DC87}" srcOrd="0" destOrd="0" presId="urn:microsoft.com/office/officeart/2016/7/layout/RepeatingBendingProcessNew"/>
    <dgm:cxn modelId="{413DE281-B34A-42A0-89B3-94283B431BAC}" srcId="{C59973FF-59D0-44F0-9ABB-9EF16A82D231}" destId="{5761536E-C338-4E73-AD59-8C4DED7F2675}" srcOrd="1" destOrd="0" parTransId="{A2D94A43-29C1-4275-8F73-5259DBC6DF0D}" sibTransId="{B418670E-09FB-4A75-899E-A1824A4DA44A}"/>
    <dgm:cxn modelId="{39107684-7D9B-B145-B800-4480075CE088}" type="presOf" srcId="{583C51FC-FE29-47F1-87F3-FABD3ABB60E0}" destId="{35182C21-950E-F448-8C19-ECFACF3DE5AA}" srcOrd="0" destOrd="0" presId="urn:microsoft.com/office/officeart/2016/7/layout/RepeatingBendingProcessNew"/>
    <dgm:cxn modelId="{D9B60088-9BF0-604E-BE8F-0CC3A078BF69}" type="presOf" srcId="{823D8F3E-228C-4936-BD80-97FE0D587EE7}" destId="{FF83677E-DE39-1847-9C8D-1D693F6D27C2}" srcOrd="0" destOrd="0" presId="urn:microsoft.com/office/officeart/2016/7/layout/RepeatingBendingProcessNew"/>
    <dgm:cxn modelId="{476A3E94-BF0D-6A4B-8E3D-95A0B23A8E32}" type="presOf" srcId="{E790E32E-C100-48C1-ACDC-6D0ABB61037E}" destId="{A4C30661-DD38-9E48-9DD2-7877576CD321}" srcOrd="0" destOrd="0" presId="urn:microsoft.com/office/officeart/2016/7/layout/RepeatingBendingProcessNew"/>
    <dgm:cxn modelId="{9DE07798-2FA9-4D49-9AF1-16119B3096A2}" type="presOf" srcId="{AA3ED288-62A6-41DE-9130-077BCEBC9C76}" destId="{F9EE2A9B-7831-6C45-9B75-CF4CFA34DF26}" srcOrd="0" destOrd="0" presId="urn:microsoft.com/office/officeart/2016/7/layout/RepeatingBendingProcessNew"/>
    <dgm:cxn modelId="{E563BABA-6F3E-49FE-9709-CFD666C23388}" srcId="{C59973FF-59D0-44F0-9ABB-9EF16A82D231}" destId="{396B85A1-FF31-4E54-85CE-EAB93D1A5FF6}" srcOrd="4" destOrd="0" parTransId="{A80CFF6A-83AB-46AA-A1C1-D43D67B49BAF}" sibTransId="{133344DF-8255-4502-A9F3-8645C2CF567C}"/>
    <dgm:cxn modelId="{65CD68BB-0BCD-A649-AFC4-C28CF0569900}" type="presOf" srcId="{823D8F3E-228C-4936-BD80-97FE0D587EE7}" destId="{A2644DDD-CDB9-F54F-AFE9-511668005B85}" srcOrd="1" destOrd="0" presId="urn:microsoft.com/office/officeart/2016/7/layout/RepeatingBendingProcessNew"/>
    <dgm:cxn modelId="{AC6AF1BB-BE2F-9F43-9166-6D7D7CE7ECF7}" type="presOf" srcId="{104B6B87-7CEF-4067-9AFB-BB6123032F9E}" destId="{CF536B48-E607-7F44-90C1-458C07925489}" srcOrd="1" destOrd="0" presId="urn:microsoft.com/office/officeart/2016/7/layout/RepeatingBendingProcessNew"/>
    <dgm:cxn modelId="{4821C1BF-884F-D248-AF74-2A68AA322DE5}" type="presOf" srcId="{133344DF-8255-4502-A9F3-8645C2CF567C}" destId="{7F13C3C7-BEC2-324F-9B1E-4EFA01A24579}" srcOrd="1" destOrd="0" presId="urn:microsoft.com/office/officeart/2016/7/layout/RepeatingBendingProcessNew"/>
    <dgm:cxn modelId="{1B8DD8CF-D76A-A849-A1BA-5D9F8C95548E}" type="presOf" srcId="{B6FBB5E1-0070-490E-8C4A-0D5DB7FC6262}" destId="{45414EEB-6EBB-7F4C-9154-C1FCDAC8767C}" srcOrd="0" destOrd="0" presId="urn:microsoft.com/office/officeart/2016/7/layout/RepeatingBendingProcessNew"/>
    <dgm:cxn modelId="{61C247D4-FA87-3E4F-916E-9A668EAD8244}" type="presOf" srcId="{396B85A1-FF31-4E54-85CE-EAB93D1A5FF6}" destId="{AD85B359-53EC-344A-838A-416678727972}" srcOrd="0" destOrd="0" presId="urn:microsoft.com/office/officeart/2016/7/layout/RepeatingBendingProcessNew"/>
    <dgm:cxn modelId="{DB6240D5-FE94-47D7-A325-F6DBDCC1A7B3}" srcId="{C59973FF-59D0-44F0-9ABB-9EF16A82D231}" destId="{A3E09C5F-6C08-4660-A458-983306F8E943}" srcOrd="7" destOrd="0" parTransId="{F938306E-F362-40D5-9481-2C82B9D2126A}" sibTransId="{D3AF1CD2-4F99-4732-8DE0-63CBADDD09CE}"/>
    <dgm:cxn modelId="{B57949D8-E948-F94E-BD77-967FA30C215B}" type="presOf" srcId="{5761536E-C338-4E73-AD59-8C4DED7F2675}" destId="{D133751F-548D-004E-9CBA-5C9EB4961CDE}" srcOrd="0" destOrd="0" presId="urn:microsoft.com/office/officeart/2016/7/layout/RepeatingBendingProcessNew"/>
    <dgm:cxn modelId="{2B0851D9-2432-A94F-83E6-05D8D4931C98}" type="presOf" srcId="{C59973FF-59D0-44F0-9ABB-9EF16A82D231}" destId="{6F12BA4E-723B-F643-BEF4-459995764182}" srcOrd="0" destOrd="0" presId="urn:microsoft.com/office/officeart/2016/7/layout/RepeatingBendingProcessNew"/>
    <dgm:cxn modelId="{E4945FDA-9F56-E343-A326-C12A338191FA}" type="presOf" srcId="{327EFE52-517F-473B-BB17-AA40905B6694}" destId="{6357C449-7349-F949-929B-E5E630E64C80}" srcOrd="0" destOrd="0" presId="urn:microsoft.com/office/officeart/2016/7/layout/RepeatingBendingProcessNew"/>
    <dgm:cxn modelId="{DEC594E6-727D-4EA7-9A8A-BCB983DB4A2F}" srcId="{C59973FF-59D0-44F0-9ABB-9EF16A82D231}" destId="{E790E32E-C100-48C1-ACDC-6D0ABB61037E}" srcOrd="2" destOrd="0" parTransId="{55DCA591-3178-42BB-B616-9C6361EC75CB}" sibTransId="{AA3ED288-62A6-41DE-9130-077BCEBC9C76}"/>
    <dgm:cxn modelId="{ABBB34F1-C57A-4144-B6B4-10664DD24E93}" type="presOf" srcId="{B418670E-09FB-4A75-899E-A1824A4DA44A}" destId="{FA43EDD0-E1CC-9049-AB98-59223C2C5001}" srcOrd="0" destOrd="0" presId="urn:microsoft.com/office/officeart/2016/7/layout/RepeatingBendingProcessNew"/>
    <dgm:cxn modelId="{68F13892-9782-7E44-BC04-55D89A3945C6}" type="presParOf" srcId="{6F12BA4E-723B-F643-BEF4-459995764182}" destId="{DC383CA8-FEEA-AF49-B5BD-B79CC137DC87}" srcOrd="0" destOrd="0" presId="urn:microsoft.com/office/officeart/2016/7/layout/RepeatingBendingProcessNew"/>
    <dgm:cxn modelId="{101FB1C7-8FDB-1C43-9B8F-194E88696E1B}" type="presParOf" srcId="{6F12BA4E-723B-F643-BEF4-459995764182}" destId="{6357C449-7349-F949-929B-E5E630E64C80}" srcOrd="1" destOrd="0" presId="urn:microsoft.com/office/officeart/2016/7/layout/RepeatingBendingProcessNew"/>
    <dgm:cxn modelId="{59EBEFC4-8C27-5348-90A3-0457CC8FDFB5}" type="presParOf" srcId="{6357C449-7349-F949-929B-E5E630E64C80}" destId="{6C575BC4-F800-444B-A7A7-FB4CE2BAD428}" srcOrd="0" destOrd="0" presId="urn:microsoft.com/office/officeart/2016/7/layout/RepeatingBendingProcessNew"/>
    <dgm:cxn modelId="{F69E29AA-1A66-A14E-A47D-D45CC1B89A57}" type="presParOf" srcId="{6F12BA4E-723B-F643-BEF4-459995764182}" destId="{D133751F-548D-004E-9CBA-5C9EB4961CDE}" srcOrd="2" destOrd="0" presId="urn:microsoft.com/office/officeart/2016/7/layout/RepeatingBendingProcessNew"/>
    <dgm:cxn modelId="{CB856DDE-47D6-9945-91F1-206B2BCF607D}" type="presParOf" srcId="{6F12BA4E-723B-F643-BEF4-459995764182}" destId="{FA43EDD0-E1CC-9049-AB98-59223C2C5001}" srcOrd="3" destOrd="0" presId="urn:microsoft.com/office/officeart/2016/7/layout/RepeatingBendingProcessNew"/>
    <dgm:cxn modelId="{5FB0359C-9988-8640-A2FE-2D1FD2C6D521}" type="presParOf" srcId="{FA43EDD0-E1CC-9049-AB98-59223C2C5001}" destId="{7DFB7B46-B96C-1640-8BE9-8FB5800D6D42}" srcOrd="0" destOrd="0" presId="urn:microsoft.com/office/officeart/2016/7/layout/RepeatingBendingProcessNew"/>
    <dgm:cxn modelId="{B84A0236-ECDD-DE45-B317-56DB4CE7B10D}" type="presParOf" srcId="{6F12BA4E-723B-F643-BEF4-459995764182}" destId="{A4C30661-DD38-9E48-9DD2-7877576CD321}" srcOrd="4" destOrd="0" presId="urn:microsoft.com/office/officeart/2016/7/layout/RepeatingBendingProcessNew"/>
    <dgm:cxn modelId="{F318E1A5-91C9-4C46-B2B5-BAD8FD2D1C13}" type="presParOf" srcId="{6F12BA4E-723B-F643-BEF4-459995764182}" destId="{F9EE2A9B-7831-6C45-9B75-CF4CFA34DF26}" srcOrd="5" destOrd="0" presId="urn:microsoft.com/office/officeart/2016/7/layout/RepeatingBendingProcessNew"/>
    <dgm:cxn modelId="{0B626D7F-A48E-6343-BEE3-FEAB05D5FC64}" type="presParOf" srcId="{F9EE2A9B-7831-6C45-9B75-CF4CFA34DF26}" destId="{A850FF27-6C52-AA42-AF0A-894E084F722A}" srcOrd="0" destOrd="0" presId="urn:microsoft.com/office/officeart/2016/7/layout/RepeatingBendingProcessNew"/>
    <dgm:cxn modelId="{227ACBE3-AFC3-6246-8306-6DA89C82FADD}" type="presParOf" srcId="{6F12BA4E-723B-F643-BEF4-459995764182}" destId="{35182C21-950E-F448-8C19-ECFACF3DE5AA}" srcOrd="6" destOrd="0" presId="urn:microsoft.com/office/officeart/2016/7/layout/RepeatingBendingProcessNew"/>
    <dgm:cxn modelId="{AF8A656A-1232-FC4C-AED1-CBF6443BB183}" type="presParOf" srcId="{6F12BA4E-723B-F643-BEF4-459995764182}" destId="{FF83677E-DE39-1847-9C8D-1D693F6D27C2}" srcOrd="7" destOrd="0" presId="urn:microsoft.com/office/officeart/2016/7/layout/RepeatingBendingProcessNew"/>
    <dgm:cxn modelId="{A323F7A1-143C-D34A-B14A-BF30037F334A}" type="presParOf" srcId="{FF83677E-DE39-1847-9C8D-1D693F6D27C2}" destId="{A2644DDD-CDB9-F54F-AFE9-511668005B85}" srcOrd="0" destOrd="0" presId="urn:microsoft.com/office/officeart/2016/7/layout/RepeatingBendingProcessNew"/>
    <dgm:cxn modelId="{759AD2AF-E308-0441-AE75-C853A28E1AA8}" type="presParOf" srcId="{6F12BA4E-723B-F643-BEF4-459995764182}" destId="{AD85B359-53EC-344A-838A-416678727972}" srcOrd="8" destOrd="0" presId="urn:microsoft.com/office/officeart/2016/7/layout/RepeatingBendingProcessNew"/>
    <dgm:cxn modelId="{D04DE250-7A14-6A43-9C6C-8A1E0C013DBF}" type="presParOf" srcId="{6F12BA4E-723B-F643-BEF4-459995764182}" destId="{91FD2A01-8670-7442-9BB9-B103314C95A4}" srcOrd="9" destOrd="0" presId="urn:microsoft.com/office/officeart/2016/7/layout/RepeatingBendingProcessNew"/>
    <dgm:cxn modelId="{53CE14D6-DE5F-894F-ACDE-AE8B42202D3E}" type="presParOf" srcId="{91FD2A01-8670-7442-9BB9-B103314C95A4}" destId="{7F13C3C7-BEC2-324F-9B1E-4EFA01A24579}" srcOrd="0" destOrd="0" presId="urn:microsoft.com/office/officeart/2016/7/layout/RepeatingBendingProcessNew"/>
    <dgm:cxn modelId="{DCE0684B-CF38-294D-888D-55808E6287AB}" type="presParOf" srcId="{6F12BA4E-723B-F643-BEF4-459995764182}" destId="{45414EEB-6EBB-7F4C-9154-C1FCDAC8767C}" srcOrd="10" destOrd="0" presId="urn:microsoft.com/office/officeart/2016/7/layout/RepeatingBendingProcessNew"/>
    <dgm:cxn modelId="{418D0EE7-8418-1F45-ABB5-85839E771C76}" type="presParOf" srcId="{6F12BA4E-723B-F643-BEF4-459995764182}" destId="{BCCBCF27-AB40-1445-BF28-A3E767116918}" srcOrd="11" destOrd="0" presId="urn:microsoft.com/office/officeart/2016/7/layout/RepeatingBendingProcessNew"/>
    <dgm:cxn modelId="{ABF226E0-52F4-CE41-A4E1-4C51C7F87145}" type="presParOf" srcId="{BCCBCF27-AB40-1445-BF28-A3E767116918}" destId="{F1CB0EA2-A403-2A45-AD94-A9AF942177A4}" srcOrd="0" destOrd="0" presId="urn:microsoft.com/office/officeart/2016/7/layout/RepeatingBendingProcessNew"/>
    <dgm:cxn modelId="{C680C4EF-001C-B14F-9EE9-E37C4F76779F}" type="presParOf" srcId="{6F12BA4E-723B-F643-BEF4-459995764182}" destId="{9634F095-6937-8D43-A919-29B2DBE43F70}" srcOrd="12" destOrd="0" presId="urn:microsoft.com/office/officeart/2016/7/layout/RepeatingBendingProcessNew"/>
    <dgm:cxn modelId="{66DF26BA-50CC-A94F-995F-C893A1522AFF}" type="presParOf" srcId="{6F12BA4E-723B-F643-BEF4-459995764182}" destId="{DD851DEF-0AD0-AE42-8A99-ADAF62F0DD02}" srcOrd="13" destOrd="0" presId="urn:microsoft.com/office/officeart/2016/7/layout/RepeatingBendingProcessNew"/>
    <dgm:cxn modelId="{41BA6449-C848-DC4C-A544-6EA8121A6A34}" type="presParOf" srcId="{DD851DEF-0AD0-AE42-8A99-ADAF62F0DD02}" destId="{CF536B48-E607-7F44-90C1-458C07925489}" srcOrd="0" destOrd="0" presId="urn:microsoft.com/office/officeart/2016/7/layout/RepeatingBendingProcessNew"/>
    <dgm:cxn modelId="{898EFE4F-BA52-DE46-B722-E8A2655BD310}" type="presParOf" srcId="{6F12BA4E-723B-F643-BEF4-459995764182}" destId="{1B9A2551-01C4-EE4C-9264-317944548B0C}" srcOrd="14"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C7D4009-6B0F-4DF3-BECF-EA8A37B6F8F4}"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9779728E-53C1-4AF6-8AE2-2D5BC3DDDB90}">
      <dgm:prSet/>
      <dgm:spPr/>
      <dgm:t>
        <a:bodyPr/>
        <a:lstStyle/>
        <a:p>
          <a:r>
            <a:rPr lang="es-CO"/>
            <a:t>DRA RAMIREZ </a:t>
          </a:r>
          <a:endParaRPr lang="en-US"/>
        </a:p>
      </dgm:t>
    </dgm:pt>
    <dgm:pt modelId="{6E306E3B-C224-4E58-8CB1-E02C46931329}" type="parTrans" cxnId="{0501FD1D-BBD8-4336-AAE1-46E83A019068}">
      <dgm:prSet/>
      <dgm:spPr/>
      <dgm:t>
        <a:bodyPr/>
        <a:lstStyle/>
        <a:p>
          <a:endParaRPr lang="en-US"/>
        </a:p>
      </dgm:t>
    </dgm:pt>
    <dgm:pt modelId="{73873DE7-4F2C-485E-A48C-5F7000BAD29D}" type="sibTrans" cxnId="{0501FD1D-BBD8-4336-AAE1-46E83A019068}">
      <dgm:prSet/>
      <dgm:spPr/>
      <dgm:t>
        <a:bodyPr/>
        <a:lstStyle/>
        <a:p>
          <a:endParaRPr lang="en-US"/>
        </a:p>
      </dgm:t>
    </dgm:pt>
    <dgm:pt modelId="{44EB088A-4796-4703-A937-508A928CF201}">
      <dgm:prSet/>
      <dgm:spPr/>
      <dgm:t>
        <a:bodyPr/>
        <a:lstStyle/>
        <a:p>
          <a:r>
            <a:rPr lang="es-CO"/>
            <a:t>NO ACOMPAÑANTE : 14.6 semanas </a:t>
          </a:r>
          <a:endParaRPr lang="en-US"/>
        </a:p>
      </dgm:t>
    </dgm:pt>
    <dgm:pt modelId="{61E81612-2AA7-44F8-8F66-BE1A6C91027E}" type="parTrans" cxnId="{897F91B5-70E5-4742-826C-3ADDC2FDDAD0}">
      <dgm:prSet/>
      <dgm:spPr/>
      <dgm:t>
        <a:bodyPr/>
        <a:lstStyle/>
        <a:p>
          <a:endParaRPr lang="en-US"/>
        </a:p>
      </dgm:t>
    </dgm:pt>
    <dgm:pt modelId="{D4FDB33A-A789-48EC-8FEA-E01854E20F35}" type="sibTrans" cxnId="{897F91B5-70E5-4742-826C-3ADDC2FDDAD0}">
      <dgm:prSet/>
      <dgm:spPr/>
      <dgm:t>
        <a:bodyPr/>
        <a:lstStyle/>
        <a:p>
          <a:endParaRPr lang="en-US"/>
        </a:p>
      </dgm:t>
    </dgm:pt>
    <dgm:pt modelId="{B88C0D48-49AF-42F2-BF2F-893AD499C505}">
      <dgm:prSet/>
      <dgm:spPr/>
      <dgm:t>
        <a:bodyPr/>
        <a:lstStyle/>
        <a:p>
          <a:r>
            <a:rPr lang="es-CO"/>
            <a:t>No se reportan síntomas respiratorios </a:t>
          </a:r>
          <a:endParaRPr lang="en-US"/>
        </a:p>
      </dgm:t>
    </dgm:pt>
    <dgm:pt modelId="{923672B9-7E5B-46F9-8CAC-D5BD2D6A469B}" type="parTrans" cxnId="{F68AE2B8-A21A-4336-87C0-5D40EBDA8903}">
      <dgm:prSet/>
      <dgm:spPr/>
      <dgm:t>
        <a:bodyPr/>
        <a:lstStyle/>
        <a:p>
          <a:endParaRPr lang="en-US"/>
        </a:p>
      </dgm:t>
    </dgm:pt>
    <dgm:pt modelId="{08115EFD-4BA9-4965-9206-177EA5792C29}" type="sibTrans" cxnId="{F68AE2B8-A21A-4336-87C0-5D40EBDA8903}">
      <dgm:prSet/>
      <dgm:spPr/>
      <dgm:t>
        <a:bodyPr/>
        <a:lstStyle/>
        <a:p>
          <a:endParaRPr lang="en-US"/>
        </a:p>
      </dgm:t>
    </dgm:pt>
    <dgm:pt modelId="{BC34BD51-E741-48F5-B0CF-9BA7F1E6C4D6}">
      <dgm:prSet/>
      <dgm:spPr/>
      <dgm:t>
        <a:bodyPr/>
        <a:lstStyle/>
        <a:p>
          <a:r>
            <a:rPr lang="es-CO"/>
            <a:t>Ya se reportan antecedentes patológicos ( asma ) </a:t>
          </a:r>
          <a:endParaRPr lang="en-US"/>
        </a:p>
      </dgm:t>
    </dgm:pt>
    <dgm:pt modelId="{1DDA1EEE-EC9C-4E05-98B1-4C101864CBAA}" type="parTrans" cxnId="{79006BCF-DF9E-461A-A75A-5687A6321B0F}">
      <dgm:prSet/>
      <dgm:spPr/>
      <dgm:t>
        <a:bodyPr/>
        <a:lstStyle/>
        <a:p>
          <a:endParaRPr lang="en-US"/>
        </a:p>
      </dgm:t>
    </dgm:pt>
    <dgm:pt modelId="{C15C7DA2-05A3-479A-B36F-82EB7B5923B0}" type="sibTrans" cxnId="{79006BCF-DF9E-461A-A75A-5687A6321B0F}">
      <dgm:prSet/>
      <dgm:spPr/>
      <dgm:t>
        <a:bodyPr/>
        <a:lstStyle/>
        <a:p>
          <a:endParaRPr lang="en-US"/>
        </a:p>
      </dgm:t>
    </dgm:pt>
    <dgm:pt modelId="{A202AAD3-E340-4776-8846-75D5965412DC}">
      <dgm:prSet/>
      <dgm:spPr/>
      <dgm:t>
        <a:bodyPr/>
        <a:lstStyle/>
        <a:p>
          <a:r>
            <a:rPr lang="es-CO"/>
            <a:t>Fco : budesónida / formoterol </a:t>
          </a:r>
          <a:endParaRPr lang="en-US"/>
        </a:p>
      </dgm:t>
    </dgm:pt>
    <dgm:pt modelId="{36F293F8-A17F-48A4-8CF7-82AB623FB82C}" type="parTrans" cxnId="{459A6015-BA84-47FF-AF1E-0283A0AD6FD5}">
      <dgm:prSet/>
      <dgm:spPr/>
      <dgm:t>
        <a:bodyPr/>
        <a:lstStyle/>
        <a:p>
          <a:endParaRPr lang="en-US"/>
        </a:p>
      </dgm:t>
    </dgm:pt>
    <dgm:pt modelId="{CA3822CC-3543-4E58-9CCC-6E903FC44EC5}" type="sibTrans" cxnId="{459A6015-BA84-47FF-AF1E-0283A0AD6FD5}">
      <dgm:prSet/>
      <dgm:spPr/>
      <dgm:t>
        <a:bodyPr/>
        <a:lstStyle/>
        <a:p>
          <a:endParaRPr lang="en-US"/>
        </a:p>
      </dgm:t>
    </dgm:pt>
    <dgm:pt modelId="{D388E40C-774C-4E26-ADB4-6A5A37FE3519}">
      <dgm:prSet/>
      <dgm:spPr/>
      <dgm:t>
        <a:bodyPr/>
        <a:lstStyle/>
        <a:p>
          <a:r>
            <a:rPr lang="es-CO"/>
            <a:t>No dificultad respiratorias </a:t>
          </a:r>
          <a:endParaRPr lang="en-US"/>
        </a:p>
      </dgm:t>
    </dgm:pt>
    <dgm:pt modelId="{F7A6F389-D3B4-4121-9C2C-FA958B8849F4}" type="parTrans" cxnId="{AF2C322C-2645-4BB2-93E3-C62AF466A052}">
      <dgm:prSet/>
      <dgm:spPr/>
      <dgm:t>
        <a:bodyPr/>
        <a:lstStyle/>
        <a:p>
          <a:endParaRPr lang="en-US"/>
        </a:p>
      </dgm:t>
    </dgm:pt>
    <dgm:pt modelId="{E1F51091-87C7-4D55-B025-BC353D6F170D}" type="sibTrans" cxnId="{AF2C322C-2645-4BB2-93E3-C62AF466A052}">
      <dgm:prSet/>
      <dgm:spPr/>
      <dgm:t>
        <a:bodyPr/>
        <a:lstStyle/>
        <a:p>
          <a:endParaRPr lang="en-US"/>
        </a:p>
      </dgm:t>
    </dgm:pt>
    <dgm:pt modelId="{029C7D40-94DF-4AAA-A648-C462ADEBA5C1}">
      <dgm:prSet/>
      <dgm:spPr/>
      <dgm:t>
        <a:bodyPr/>
        <a:lstStyle/>
        <a:p>
          <a:r>
            <a:rPr lang="es-CO"/>
            <a:t>Se invita a curso de la maternidad y paternidad </a:t>
          </a:r>
          <a:endParaRPr lang="en-US"/>
        </a:p>
      </dgm:t>
    </dgm:pt>
    <dgm:pt modelId="{A90F5F26-73B0-4E80-9679-1EDA4A2514CE}" type="parTrans" cxnId="{779A5D35-D9E2-492E-A0FE-43A633E63A05}">
      <dgm:prSet/>
      <dgm:spPr/>
      <dgm:t>
        <a:bodyPr/>
        <a:lstStyle/>
        <a:p>
          <a:endParaRPr lang="en-US"/>
        </a:p>
      </dgm:t>
    </dgm:pt>
    <dgm:pt modelId="{F1DAD382-AF16-4D72-A475-9910FBABB273}" type="sibTrans" cxnId="{779A5D35-D9E2-492E-A0FE-43A633E63A05}">
      <dgm:prSet/>
      <dgm:spPr/>
      <dgm:t>
        <a:bodyPr/>
        <a:lstStyle/>
        <a:p>
          <a:endParaRPr lang="en-US"/>
        </a:p>
      </dgm:t>
    </dgm:pt>
    <dgm:pt modelId="{89CC4C57-7F83-4319-9C17-89E603B030F9}">
      <dgm:prSet/>
      <dgm:spPr/>
      <dgm:t>
        <a:bodyPr/>
        <a:lstStyle/>
        <a:p>
          <a:r>
            <a:rPr lang="es-CO"/>
            <a:t>Generan orden de retiro de implante subdérmico </a:t>
          </a:r>
          <a:endParaRPr lang="en-US"/>
        </a:p>
      </dgm:t>
    </dgm:pt>
    <dgm:pt modelId="{BEB4CC26-065A-4B0C-B414-2B598EB9BBCE}" type="parTrans" cxnId="{53010602-4EA3-4382-A050-3C92930CF491}">
      <dgm:prSet/>
      <dgm:spPr/>
      <dgm:t>
        <a:bodyPr/>
        <a:lstStyle/>
        <a:p>
          <a:endParaRPr lang="en-US"/>
        </a:p>
      </dgm:t>
    </dgm:pt>
    <dgm:pt modelId="{31191157-F81A-436A-BE43-1B22C8FEEEEE}" type="sibTrans" cxnId="{53010602-4EA3-4382-A050-3C92930CF491}">
      <dgm:prSet/>
      <dgm:spPr/>
      <dgm:t>
        <a:bodyPr/>
        <a:lstStyle/>
        <a:p>
          <a:endParaRPr lang="en-US"/>
        </a:p>
      </dgm:t>
    </dgm:pt>
    <dgm:pt modelId="{2CCCDB5B-E863-8F4F-8655-A4477FD504DD}" type="pres">
      <dgm:prSet presAssocID="{0C7D4009-6B0F-4DF3-BECF-EA8A37B6F8F4}" presName="vert0" presStyleCnt="0">
        <dgm:presLayoutVars>
          <dgm:dir/>
          <dgm:animOne val="branch"/>
          <dgm:animLvl val="lvl"/>
        </dgm:presLayoutVars>
      </dgm:prSet>
      <dgm:spPr/>
    </dgm:pt>
    <dgm:pt modelId="{B22158C4-EA19-C442-9DDD-51E1C8106B13}" type="pres">
      <dgm:prSet presAssocID="{9779728E-53C1-4AF6-8AE2-2D5BC3DDDB90}" presName="thickLine" presStyleLbl="alignNode1" presStyleIdx="0" presStyleCnt="8"/>
      <dgm:spPr/>
    </dgm:pt>
    <dgm:pt modelId="{CE3D2DEF-2115-EE49-9C7A-F55969885F28}" type="pres">
      <dgm:prSet presAssocID="{9779728E-53C1-4AF6-8AE2-2D5BC3DDDB90}" presName="horz1" presStyleCnt="0"/>
      <dgm:spPr/>
    </dgm:pt>
    <dgm:pt modelId="{1293BF9C-F812-1E4D-90EF-37A3DA47BF6B}" type="pres">
      <dgm:prSet presAssocID="{9779728E-53C1-4AF6-8AE2-2D5BC3DDDB90}" presName="tx1" presStyleLbl="revTx" presStyleIdx="0" presStyleCnt="8"/>
      <dgm:spPr/>
    </dgm:pt>
    <dgm:pt modelId="{21A7ADB1-2073-0E47-842A-92FF2C66EDC0}" type="pres">
      <dgm:prSet presAssocID="{9779728E-53C1-4AF6-8AE2-2D5BC3DDDB90}" presName="vert1" presStyleCnt="0"/>
      <dgm:spPr/>
    </dgm:pt>
    <dgm:pt modelId="{A342F33A-8439-DE48-8404-7AA691670B6D}" type="pres">
      <dgm:prSet presAssocID="{44EB088A-4796-4703-A937-508A928CF201}" presName="thickLine" presStyleLbl="alignNode1" presStyleIdx="1" presStyleCnt="8"/>
      <dgm:spPr/>
    </dgm:pt>
    <dgm:pt modelId="{CF727759-52F9-C643-9457-044AE586E58B}" type="pres">
      <dgm:prSet presAssocID="{44EB088A-4796-4703-A937-508A928CF201}" presName="horz1" presStyleCnt="0"/>
      <dgm:spPr/>
    </dgm:pt>
    <dgm:pt modelId="{2DEEAC19-B129-164F-B4B0-C150EF8F25E2}" type="pres">
      <dgm:prSet presAssocID="{44EB088A-4796-4703-A937-508A928CF201}" presName="tx1" presStyleLbl="revTx" presStyleIdx="1" presStyleCnt="8"/>
      <dgm:spPr/>
    </dgm:pt>
    <dgm:pt modelId="{35978629-5753-E54E-A4F6-BA4EDC5CC68E}" type="pres">
      <dgm:prSet presAssocID="{44EB088A-4796-4703-A937-508A928CF201}" presName="vert1" presStyleCnt="0"/>
      <dgm:spPr/>
    </dgm:pt>
    <dgm:pt modelId="{AA9F217E-BFA1-5C41-9A52-C471377AB42E}" type="pres">
      <dgm:prSet presAssocID="{B88C0D48-49AF-42F2-BF2F-893AD499C505}" presName="thickLine" presStyleLbl="alignNode1" presStyleIdx="2" presStyleCnt="8"/>
      <dgm:spPr/>
    </dgm:pt>
    <dgm:pt modelId="{DFE1E9A2-523F-D04C-B213-5EFCD222E0E0}" type="pres">
      <dgm:prSet presAssocID="{B88C0D48-49AF-42F2-BF2F-893AD499C505}" presName="horz1" presStyleCnt="0"/>
      <dgm:spPr/>
    </dgm:pt>
    <dgm:pt modelId="{460CA315-84A2-7D45-B6B5-FDF899315668}" type="pres">
      <dgm:prSet presAssocID="{B88C0D48-49AF-42F2-BF2F-893AD499C505}" presName="tx1" presStyleLbl="revTx" presStyleIdx="2" presStyleCnt="8"/>
      <dgm:spPr/>
    </dgm:pt>
    <dgm:pt modelId="{E818DC4B-CCDD-BD4D-B21B-65186F959A44}" type="pres">
      <dgm:prSet presAssocID="{B88C0D48-49AF-42F2-BF2F-893AD499C505}" presName="vert1" presStyleCnt="0"/>
      <dgm:spPr/>
    </dgm:pt>
    <dgm:pt modelId="{0BEE8AB7-496E-AF45-808F-C0C0199D9C43}" type="pres">
      <dgm:prSet presAssocID="{BC34BD51-E741-48F5-B0CF-9BA7F1E6C4D6}" presName="thickLine" presStyleLbl="alignNode1" presStyleIdx="3" presStyleCnt="8"/>
      <dgm:spPr/>
    </dgm:pt>
    <dgm:pt modelId="{B6F298FE-5F93-E945-8687-C3907420025C}" type="pres">
      <dgm:prSet presAssocID="{BC34BD51-E741-48F5-B0CF-9BA7F1E6C4D6}" presName="horz1" presStyleCnt="0"/>
      <dgm:spPr/>
    </dgm:pt>
    <dgm:pt modelId="{775299E4-8918-7343-ABD1-36E7AA24F4BC}" type="pres">
      <dgm:prSet presAssocID="{BC34BD51-E741-48F5-B0CF-9BA7F1E6C4D6}" presName="tx1" presStyleLbl="revTx" presStyleIdx="3" presStyleCnt="8"/>
      <dgm:spPr/>
    </dgm:pt>
    <dgm:pt modelId="{00B55F54-C5D6-8D46-A266-FD8682568E3E}" type="pres">
      <dgm:prSet presAssocID="{BC34BD51-E741-48F5-B0CF-9BA7F1E6C4D6}" presName="vert1" presStyleCnt="0"/>
      <dgm:spPr/>
    </dgm:pt>
    <dgm:pt modelId="{C61C5C0B-575A-1A40-94E4-4FC161939DB4}" type="pres">
      <dgm:prSet presAssocID="{A202AAD3-E340-4776-8846-75D5965412DC}" presName="thickLine" presStyleLbl="alignNode1" presStyleIdx="4" presStyleCnt="8"/>
      <dgm:spPr/>
    </dgm:pt>
    <dgm:pt modelId="{6E9E576C-1961-1D4C-B621-63491BA50E77}" type="pres">
      <dgm:prSet presAssocID="{A202AAD3-E340-4776-8846-75D5965412DC}" presName="horz1" presStyleCnt="0"/>
      <dgm:spPr/>
    </dgm:pt>
    <dgm:pt modelId="{732DDF77-EFAE-AA4C-AD6F-6112E17FB1C8}" type="pres">
      <dgm:prSet presAssocID="{A202AAD3-E340-4776-8846-75D5965412DC}" presName="tx1" presStyleLbl="revTx" presStyleIdx="4" presStyleCnt="8"/>
      <dgm:spPr/>
    </dgm:pt>
    <dgm:pt modelId="{06A6B132-8A7F-0A4D-8F66-676C3D2CE977}" type="pres">
      <dgm:prSet presAssocID="{A202AAD3-E340-4776-8846-75D5965412DC}" presName="vert1" presStyleCnt="0"/>
      <dgm:spPr/>
    </dgm:pt>
    <dgm:pt modelId="{9010903D-2FEA-B94D-8508-0E34E843D904}" type="pres">
      <dgm:prSet presAssocID="{D388E40C-774C-4E26-ADB4-6A5A37FE3519}" presName="thickLine" presStyleLbl="alignNode1" presStyleIdx="5" presStyleCnt="8"/>
      <dgm:spPr/>
    </dgm:pt>
    <dgm:pt modelId="{89663F4D-015A-8F46-8498-C80694F12C9F}" type="pres">
      <dgm:prSet presAssocID="{D388E40C-774C-4E26-ADB4-6A5A37FE3519}" presName="horz1" presStyleCnt="0"/>
      <dgm:spPr/>
    </dgm:pt>
    <dgm:pt modelId="{13D7120F-1A31-3D4B-A7ED-BFE796BA009B}" type="pres">
      <dgm:prSet presAssocID="{D388E40C-774C-4E26-ADB4-6A5A37FE3519}" presName="tx1" presStyleLbl="revTx" presStyleIdx="5" presStyleCnt="8"/>
      <dgm:spPr/>
    </dgm:pt>
    <dgm:pt modelId="{CC10071E-1DE6-EE4B-B3AA-441FC5301AD1}" type="pres">
      <dgm:prSet presAssocID="{D388E40C-774C-4E26-ADB4-6A5A37FE3519}" presName="vert1" presStyleCnt="0"/>
      <dgm:spPr/>
    </dgm:pt>
    <dgm:pt modelId="{B43F77E8-269A-2846-AB43-D7D28BCB4617}" type="pres">
      <dgm:prSet presAssocID="{029C7D40-94DF-4AAA-A648-C462ADEBA5C1}" presName="thickLine" presStyleLbl="alignNode1" presStyleIdx="6" presStyleCnt="8"/>
      <dgm:spPr/>
    </dgm:pt>
    <dgm:pt modelId="{8875B406-B9D4-7A40-BF96-B54B44F53251}" type="pres">
      <dgm:prSet presAssocID="{029C7D40-94DF-4AAA-A648-C462ADEBA5C1}" presName="horz1" presStyleCnt="0"/>
      <dgm:spPr/>
    </dgm:pt>
    <dgm:pt modelId="{C71D5232-9939-F740-B32D-FEF55F31C290}" type="pres">
      <dgm:prSet presAssocID="{029C7D40-94DF-4AAA-A648-C462ADEBA5C1}" presName="tx1" presStyleLbl="revTx" presStyleIdx="6" presStyleCnt="8"/>
      <dgm:spPr/>
    </dgm:pt>
    <dgm:pt modelId="{0A025FD5-D708-0D47-9CD2-1ACB96AB7DBF}" type="pres">
      <dgm:prSet presAssocID="{029C7D40-94DF-4AAA-A648-C462ADEBA5C1}" presName="vert1" presStyleCnt="0"/>
      <dgm:spPr/>
    </dgm:pt>
    <dgm:pt modelId="{3F15E8F9-F546-F847-984F-39B854B00D90}" type="pres">
      <dgm:prSet presAssocID="{89CC4C57-7F83-4319-9C17-89E603B030F9}" presName="thickLine" presStyleLbl="alignNode1" presStyleIdx="7" presStyleCnt="8"/>
      <dgm:spPr/>
    </dgm:pt>
    <dgm:pt modelId="{B4FACD37-2750-7C4C-87ED-92596FF27ACB}" type="pres">
      <dgm:prSet presAssocID="{89CC4C57-7F83-4319-9C17-89E603B030F9}" presName="horz1" presStyleCnt="0"/>
      <dgm:spPr/>
    </dgm:pt>
    <dgm:pt modelId="{BBD9A2FA-63E8-3943-8087-DF61ADF2116A}" type="pres">
      <dgm:prSet presAssocID="{89CC4C57-7F83-4319-9C17-89E603B030F9}" presName="tx1" presStyleLbl="revTx" presStyleIdx="7" presStyleCnt="8"/>
      <dgm:spPr/>
    </dgm:pt>
    <dgm:pt modelId="{D6793DBB-4AE4-1443-A506-8ECB38E017F4}" type="pres">
      <dgm:prSet presAssocID="{89CC4C57-7F83-4319-9C17-89E603B030F9}" presName="vert1" presStyleCnt="0"/>
      <dgm:spPr/>
    </dgm:pt>
  </dgm:ptLst>
  <dgm:cxnLst>
    <dgm:cxn modelId="{53010602-4EA3-4382-A050-3C92930CF491}" srcId="{0C7D4009-6B0F-4DF3-BECF-EA8A37B6F8F4}" destId="{89CC4C57-7F83-4319-9C17-89E603B030F9}" srcOrd="7" destOrd="0" parTransId="{BEB4CC26-065A-4B0C-B414-2B598EB9BBCE}" sibTransId="{31191157-F81A-436A-BE43-1B22C8FEEEEE}"/>
    <dgm:cxn modelId="{48438D14-3408-284A-836E-4CA1C716101C}" type="presOf" srcId="{44EB088A-4796-4703-A937-508A928CF201}" destId="{2DEEAC19-B129-164F-B4B0-C150EF8F25E2}" srcOrd="0" destOrd="0" presId="urn:microsoft.com/office/officeart/2008/layout/LinedList"/>
    <dgm:cxn modelId="{459A6015-BA84-47FF-AF1E-0283A0AD6FD5}" srcId="{0C7D4009-6B0F-4DF3-BECF-EA8A37B6F8F4}" destId="{A202AAD3-E340-4776-8846-75D5965412DC}" srcOrd="4" destOrd="0" parTransId="{36F293F8-A17F-48A4-8CF7-82AB623FB82C}" sibTransId="{CA3822CC-3543-4E58-9CCC-6E903FC44EC5}"/>
    <dgm:cxn modelId="{A85DA516-F90C-4344-90A1-38E374304917}" type="presOf" srcId="{B88C0D48-49AF-42F2-BF2F-893AD499C505}" destId="{460CA315-84A2-7D45-B6B5-FDF899315668}" srcOrd="0" destOrd="0" presId="urn:microsoft.com/office/officeart/2008/layout/LinedList"/>
    <dgm:cxn modelId="{0501FD1D-BBD8-4336-AAE1-46E83A019068}" srcId="{0C7D4009-6B0F-4DF3-BECF-EA8A37B6F8F4}" destId="{9779728E-53C1-4AF6-8AE2-2D5BC3DDDB90}" srcOrd="0" destOrd="0" parTransId="{6E306E3B-C224-4E58-8CB1-E02C46931329}" sibTransId="{73873DE7-4F2C-485E-A48C-5F7000BAD29D}"/>
    <dgm:cxn modelId="{AF2C322C-2645-4BB2-93E3-C62AF466A052}" srcId="{0C7D4009-6B0F-4DF3-BECF-EA8A37B6F8F4}" destId="{D388E40C-774C-4E26-ADB4-6A5A37FE3519}" srcOrd="5" destOrd="0" parTransId="{F7A6F389-D3B4-4121-9C2C-FA958B8849F4}" sibTransId="{E1F51091-87C7-4D55-B025-BC353D6F170D}"/>
    <dgm:cxn modelId="{779A5D35-D9E2-492E-A0FE-43A633E63A05}" srcId="{0C7D4009-6B0F-4DF3-BECF-EA8A37B6F8F4}" destId="{029C7D40-94DF-4AAA-A648-C462ADEBA5C1}" srcOrd="6" destOrd="0" parTransId="{A90F5F26-73B0-4E80-9679-1EDA4A2514CE}" sibTransId="{F1DAD382-AF16-4D72-A475-9910FBABB273}"/>
    <dgm:cxn modelId="{2287F938-956D-1F46-85A8-65939D491685}" type="presOf" srcId="{9779728E-53C1-4AF6-8AE2-2D5BC3DDDB90}" destId="{1293BF9C-F812-1E4D-90EF-37A3DA47BF6B}" srcOrd="0" destOrd="0" presId="urn:microsoft.com/office/officeart/2008/layout/LinedList"/>
    <dgm:cxn modelId="{7754B93F-30C5-F643-9D0E-CF908CA4762F}" type="presOf" srcId="{D388E40C-774C-4E26-ADB4-6A5A37FE3519}" destId="{13D7120F-1A31-3D4B-A7ED-BFE796BA009B}" srcOrd="0" destOrd="0" presId="urn:microsoft.com/office/officeart/2008/layout/LinedList"/>
    <dgm:cxn modelId="{AFB56C4A-CDEC-884F-AD2A-9E5252397691}" type="presOf" srcId="{BC34BD51-E741-48F5-B0CF-9BA7F1E6C4D6}" destId="{775299E4-8918-7343-ABD1-36E7AA24F4BC}" srcOrd="0" destOrd="0" presId="urn:microsoft.com/office/officeart/2008/layout/LinedList"/>
    <dgm:cxn modelId="{45C6ED93-8E30-4748-AFE8-679F8D92BE03}" type="presOf" srcId="{89CC4C57-7F83-4319-9C17-89E603B030F9}" destId="{BBD9A2FA-63E8-3943-8087-DF61ADF2116A}" srcOrd="0" destOrd="0" presId="urn:microsoft.com/office/officeart/2008/layout/LinedList"/>
    <dgm:cxn modelId="{897F91B5-70E5-4742-826C-3ADDC2FDDAD0}" srcId="{0C7D4009-6B0F-4DF3-BECF-EA8A37B6F8F4}" destId="{44EB088A-4796-4703-A937-508A928CF201}" srcOrd="1" destOrd="0" parTransId="{61E81612-2AA7-44F8-8F66-BE1A6C91027E}" sibTransId="{D4FDB33A-A789-48EC-8FEA-E01854E20F35}"/>
    <dgm:cxn modelId="{F68AE2B8-A21A-4336-87C0-5D40EBDA8903}" srcId="{0C7D4009-6B0F-4DF3-BECF-EA8A37B6F8F4}" destId="{B88C0D48-49AF-42F2-BF2F-893AD499C505}" srcOrd="2" destOrd="0" parTransId="{923672B9-7E5B-46F9-8CAC-D5BD2D6A469B}" sibTransId="{08115EFD-4BA9-4965-9206-177EA5792C29}"/>
    <dgm:cxn modelId="{79006BCF-DF9E-461A-A75A-5687A6321B0F}" srcId="{0C7D4009-6B0F-4DF3-BECF-EA8A37B6F8F4}" destId="{BC34BD51-E741-48F5-B0CF-9BA7F1E6C4D6}" srcOrd="3" destOrd="0" parTransId="{1DDA1EEE-EC9C-4E05-98B1-4C101864CBAA}" sibTransId="{C15C7DA2-05A3-479A-B36F-82EB7B5923B0}"/>
    <dgm:cxn modelId="{533235D7-A807-514E-A229-91EBE1B8ACAE}" type="presOf" srcId="{0C7D4009-6B0F-4DF3-BECF-EA8A37B6F8F4}" destId="{2CCCDB5B-E863-8F4F-8655-A4477FD504DD}" srcOrd="0" destOrd="0" presId="urn:microsoft.com/office/officeart/2008/layout/LinedList"/>
    <dgm:cxn modelId="{340963E2-F9E0-A44C-97FC-E6B2CB5F0A3F}" type="presOf" srcId="{029C7D40-94DF-4AAA-A648-C462ADEBA5C1}" destId="{C71D5232-9939-F740-B32D-FEF55F31C290}" srcOrd="0" destOrd="0" presId="urn:microsoft.com/office/officeart/2008/layout/LinedList"/>
    <dgm:cxn modelId="{BE3CD7F8-6FAA-C74A-9CBA-0C9711A0E4A9}" type="presOf" srcId="{A202AAD3-E340-4776-8846-75D5965412DC}" destId="{732DDF77-EFAE-AA4C-AD6F-6112E17FB1C8}" srcOrd="0" destOrd="0" presId="urn:microsoft.com/office/officeart/2008/layout/LinedList"/>
    <dgm:cxn modelId="{5088DB7C-2EDD-9B48-9450-E86070711C8E}" type="presParOf" srcId="{2CCCDB5B-E863-8F4F-8655-A4477FD504DD}" destId="{B22158C4-EA19-C442-9DDD-51E1C8106B13}" srcOrd="0" destOrd="0" presId="urn:microsoft.com/office/officeart/2008/layout/LinedList"/>
    <dgm:cxn modelId="{3E536237-3C7E-334F-BB5A-841A36EEDC12}" type="presParOf" srcId="{2CCCDB5B-E863-8F4F-8655-A4477FD504DD}" destId="{CE3D2DEF-2115-EE49-9C7A-F55969885F28}" srcOrd="1" destOrd="0" presId="urn:microsoft.com/office/officeart/2008/layout/LinedList"/>
    <dgm:cxn modelId="{0EA970EC-85A2-8642-BC45-0E97E52EAD3E}" type="presParOf" srcId="{CE3D2DEF-2115-EE49-9C7A-F55969885F28}" destId="{1293BF9C-F812-1E4D-90EF-37A3DA47BF6B}" srcOrd="0" destOrd="0" presId="urn:microsoft.com/office/officeart/2008/layout/LinedList"/>
    <dgm:cxn modelId="{2C49CF8E-EFD2-1B4D-B8D9-5BE184C040D8}" type="presParOf" srcId="{CE3D2DEF-2115-EE49-9C7A-F55969885F28}" destId="{21A7ADB1-2073-0E47-842A-92FF2C66EDC0}" srcOrd="1" destOrd="0" presId="urn:microsoft.com/office/officeart/2008/layout/LinedList"/>
    <dgm:cxn modelId="{0F9C6F83-E435-E24F-AC8A-2B59DD86E42D}" type="presParOf" srcId="{2CCCDB5B-E863-8F4F-8655-A4477FD504DD}" destId="{A342F33A-8439-DE48-8404-7AA691670B6D}" srcOrd="2" destOrd="0" presId="urn:microsoft.com/office/officeart/2008/layout/LinedList"/>
    <dgm:cxn modelId="{021ECBB1-DAF9-B94C-A720-A8FDC3BB10FB}" type="presParOf" srcId="{2CCCDB5B-E863-8F4F-8655-A4477FD504DD}" destId="{CF727759-52F9-C643-9457-044AE586E58B}" srcOrd="3" destOrd="0" presId="urn:microsoft.com/office/officeart/2008/layout/LinedList"/>
    <dgm:cxn modelId="{5B832DEA-9222-9E49-80AB-1D5C6D343FFD}" type="presParOf" srcId="{CF727759-52F9-C643-9457-044AE586E58B}" destId="{2DEEAC19-B129-164F-B4B0-C150EF8F25E2}" srcOrd="0" destOrd="0" presId="urn:microsoft.com/office/officeart/2008/layout/LinedList"/>
    <dgm:cxn modelId="{D6C71574-61C0-4341-A6F6-95533AFF244F}" type="presParOf" srcId="{CF727759-52F9-C643-9457-044AE586E58B}" destId="{35978629-5753-E54E-A4F6-BA4EDC5CC68E}" srcOrd="1" destOrd="0" presId="urn:microsoft.com/office/officeart/2008/layout/LinedList"/>
    <dgm:cxn modelId="{D85B194A-A365-2649-958D-E6915193148E}" type="presParOf" srcId="{2CCCDB5B-E863-8F4F-8655-A4477FD504DD}" destId="{AA9F217E-BFA1-5C41-9A52-C471377AB42E}" srcOrd="4" destOrd="0" presId="urn:microsoft.com/office/officeart/2008/layout/LinedList"/>
    <dgm:cxn modelId="{D06F9C3A-031B-1A4A-9340-9DD72C1A69CF}" type="presParOf" srcId="{2CCCDB5B-E863-8F4F-8655-A4477FD504DD}" destId="{DFE1E9A2-523F-D04C-B213-5EFCD222E0E0}" srcOrd="5" destOrd="0" presId="urn:microsoft.com/office/officeart/2008/layout/LinedList"/>
    <dgm:cxn modelId="{F077FF99-34B8-DE41-85DA-B835C25B1D6F}" type="presParOf" srcId="{DFE1E9A2-523F-D04C-B213-5EFCD222E0E0}" destId="{460CA315-84A2-7D45-B6B5-FDF899315668}" srcOrd="0" destOrd="0" presId="urn:microsoft.com/office/officeart/2008/layout/LinedList"/>
    <dgm:cxn modelId="{21A4E20A-4EA4-E54A-8BE2-981342F95AE4}" type="presParOf" srcId="{DFE1E9A2-523F-D04C-B213-5EFCD222E0E0}" destId="{E818DC4B-CCDD-BD4D-B21B-65186F959A44}" srcOrd="1" destOrd="0" presId="urn:microsoft.com/office/officeart/2008/layout/LinedList"/>
    <dgm:cxn modelId="{D1ACD35B-CD0B-CF43-B9DC-84F5E576FDAA}" type="presParOf" srcId="{2CCCDB5B-E863-8F4F-8655-A4477FD504DD}" destId="{0BEE8AB7-496E-AF45-808F-C0C0199D9C43}" srcOrd="6" destOrd="0" presId="urn:microsoft.com/office/officeart/2008/layout/LinedList"/>
    <dgm:cxn modelId="{565C0A11-E3D2-1542-8B6B-16D935EC394D}" type="presParOf" srcId="{2CCCDB5B-E863-8F4F-8655-A4477FD504DD}" destId="{B6F298FE-5F93-E945-8687-C3907420025C}" srcOrd="7" destOrd="0" presId="urn:microsoft.com/office/officeart/2008/layout/LinedList"/>
    <dgm:cxn modelId="{60010580-1281-4340-8441-0EFB4727FE66}" type="presParOf" srcId="{B6F298FE-5F93-E945-8687-C3907420025C}" destId="{775299E4-8918-7343-ABD1-36E7AA24F4BC}" srcOrd="0" destOrd="0" presId="urn:microsoft.com/office/officeart/2008/layout/LinedList"/>
    <dgm:cxn modelId="{D7CA10D4-D2C2-3B4D-8E5F-6083777CB890}" type="presParOf" srcId="{B6F298FE-5F93-E945-8687-C3907420025C}" destId="{00B55F54-C5D6-8D46-A266-FD8682568E3E}" srcOrd="1" destOrd="0" presId="urn:microsoft.com/office/officeart/2008/layout/LinedList"/>
    <dgm:cxn modelId="{DFEF78AC-2883-C742-8598-E114E3F211BC}" type="presParOf" srcId="{2CCCDB5B-E863-8F4F-8655-A4477FD504DD}" destId="{C61C5C0B-575A-1A40-94E4-4FC161939DB4}" srcOrd="8" destOrd="0" presId="urn:microsoft.com/office/officeart/2008/layout/LinedList"/>
    <dgm:cxn modelId="{D90B0F69-31C2-6342-801D-09F68D762C6F}" type="presParOf" srcId="{2CCCDB5B-E863-8F4F-8655-A4477FD504DD}" destId="{6E9E576C-1961-1D4C-B621-63491BA50E77}" srcOrd="9" destOrd="0" presId="urn:microsoft.com/office/officeart/2008/layout/LinedList"/>
    <dgm:cxn modelId="{5AEC0D42-7292-D247-B121-6C3044F4F5AB}" type="presParOf" srcId="{6E9E576C-1961-1D4C-B621-63491BA50E77}" destId="{732DDF77-EFAE-AA4C-AD6F-6112E17FB1C8}" srcOrd="0" destOrd="0" presId="urn:microsoft.com/office/officeart/2008/layout/LinedList"/>
    <dgm:cxn modelId="{6E8F1C5E-EE71-2C4F-AAC9-8A6DCE22F7CA}" type="presParOf" srcId="{6E9E576C-1961-1D4C-B621-63491BA50E77}" destId="{06A6B132-8A7F-0A4D-8F66-676C3D2CE977}" srcOrd="1" destOrd="0" presId="urn:microsoft.com/office/officeart/2008/layout/LinedList"/>
    <dgm:cxn modelId="{40ACFCEB-C882-D64D-B891-E197BA1FEBAD}" type="presParOf" srcId="{2CCCDB5B-E863-8F4F-8655-A4477FD504DD}" destId="{9010903D-2FEA-B94D-8508-0E34E843D904}" srcOrd="10" destOrd="0" presId="urn:microsoft.com/office/officeart/2008/layout/LinedList"/>
    <dgm:cxn modelId="{51ACCEFB-E832-5C43-989A-AFA371B3E781}" type="presParOf" srcId="{2CCCDB5B-E863-8F4F-8655-A4477FD504DD}" destId="{89663F4D-015A-8F46-8498-C80694F12C9F}" srcOrd="11" destOrd="0" presId="urn:microsoft.com/office/officeart/2008/layout/LinedList"/>
    <dgm:cxn modelId="{95101991-B087-EA43-BE89-280AA320967E}" type="presParOf" srcId="{89663F4D-015A-8F46-8498-C80694F12C9F}" destId="{13D7120F-1A31-3D4B-A7ED-BFE796BA009B}" srcOrd="0" destOrd="0" presId="urn:microsoft.com/office/officeart/2008/layout/LinedList"/>
    <dgm:cxn modelId="{81CD87D0-1157-5C44-AEC1-F2C79807D041}" type="presParOf" srcId="{89663F4D-015A-8F46-8498-C80694F12C9F}" destId="{CC10071E-1DE6-EE4B-B3AA-441FC5301AD1}" srcOrd="1" destOrd="0" presId="urn:microsoft.com/office/officeart/2008/layout/LinedList"/>
    <dgm:cxn modelId="{B68F355A-0018-B746-834D-2E7C7670854B}" type="presParOf" srcId="{2CCCDB5B-E863-8F4F-8655-A4477FD504DD}" destId="{B43F77E8-269A-2846-AB43-D7D28BCB4617}" srcOrd="12" destOrd="0" presId="urn:microsoft.com/office/officeart/2008/layout/LinedList"/>
    <dgm:cxn modelId="{CC7519B9-12FC-9944-8AB8-D110D2F2E4FF}" type="presParOf" srcId="{2CCCDB5B-E863-8F4F-8655-A4477FD504DD}" destId="{8875B406-B9D4-7A40-BF96-B54B44F53251}" srcOrd="13" destOrd="0" presId="urn:microsoft.com/office/officeart/2008/layout/LinedList"/>
    <dgm:cxn modelId="{B4733FE3-9C96-F84B-9DE2-C1569F0777E6}" type="presParOf" srcId="{8875B406-B9D4-7A40-BF96-B54B44F53251}" destId="{C71D5232-9939-F740-B32D-FEF55F31C290}" srcOrd="0" destOrd="0" presId="urn:microsoft.com/office/officeart/2008/layout/LinedList"/>
    <dgm:cxn modelId="{312886DC-61F5-7A47-84C6-9F83C6C217FC}" type="presParOf" srcId="{8875B406-B9D4-7A40-BF96-B54B44F53251}" destId="{0A025FD5-D708-0D47-9CD2-1ACB96AB7DBF}" srcOrd="1" destOrd="0" presId="urn:microsoft.com/office/officeart/2008/layout/LinedList"/>
    <dgm:cxn modelId="{0D433C49-3A24-1347-98D9-879BA8DF67ED}" type="presParOf" srcId="{2CCCDB5B-E863-8F4F-8655-A4477FD504DD}" destId="{3F15E8F9-F546-F847-984F-39B854B00D90}" srcOrd="14" destOrd="0" presId="urn:microsoft.com/office/officeart/2008/layout/LinedList"/>
    <dgm:cxn modelId="{A1D6E771-C29A-4D40-A2AA-B6DBAE7645E7}" type="presParOf" srcId="{2CCCDB5B-E863-8F4F-8655-A4477FD504DD}" destId="{B4FACD37-2750-7C4C-87ED-92596FF27ACB}" srcOrd="15" destOrd="0" presId="urn:microsoft.com/office/officeart/2008/layout/LinedList"/>
    <dgm:cxn modelId="{B4299240-4430-F04F-B8FC-DA66D2476C06}" type="presParOf" srcId="{B4FACD37-2750-7C4C-87ED-92596FF27ACB}" destId="{BBD9A2FA-63E8-3943-8087-DF61ADF2116A}" srcOrd="0" destOrd="0" presId="urn:microsoft.com/office/officeart/2008/layout/LinedList"/>
    <dgm:cxn modelId="{F1BF0D7D-1CB5-8244-B371-E54972CE03D5}" type="presParOf" srcId="{B4FACD37-2750-7C4C-87ED-92596FF27ACB}" destId="{D6793DBB-4AE4-1443-A506-8ECB38E017F4}"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252E7DB-69B9-44D4-983B-C40BB21374BD}" type="doc">
      <dgm:prSet loTypeId="urn:microsoft.com/office/officeart/2017/3/layout/HorizontalPathTimeline" loCatId="process" qsTypeId="urn:microsoft.com/office/officeart/2005/8/quickstyle/simple4" qsCatId="simple" csTypeId="urn:microsoft.com/office/officeart/2005/8/colors/colorful5" csCatId="colorful" phldr="1"/>
      <dgm:spPr/>
      <dgm:t>
        <a:bodyPr/>
        <a:lstStyle/>
        <a:p>
          <a:endParaRPr lang="en-US"/>
        </a:p>
      </dgm:t>
    </dgm:pt>
    <dgm:pt modelId="{20B2642C-04C5-494C-B6E6-1F5D4CA7461A}">
      <dgm:prSet/>
      <dgm:spPr/>
      <dgm:t>
        <a:bodyPr/>
        <a:lstStyle/>
        <a:p>
          <a:pPr>
            <a:defRPr b="1"/>
          </a:pPr>
          <a:r>
            <a:rPr lang="en-US"/>
            <a:t>6 Jun. 2025</a:t>
          </a:r>
        </a:p>
      </dgm:t>
    </dgm:pt>
    <dgm:pt modelId="{C2C38163-1D23-483B-BAD6-6914E64B1E97}" type="parTrans" cxnId="{DED4AF2A-63E1-4DDC-9A21-1027BB21FAA7}">
      <dgm:prSet/>
      <dgm:spPr/>
      <dgm:t>
        <a:bodyPr/>
        <a:lstStyle/>
        <a:p>
          <a:endParaRPr lang="en-US"/>
        </a:p>
      </dgm:t>
    </dgm:pt>
    <dgm:pt modelId="{0E3A914F-5912-41C6-AE04-2C7205E36C08}" type="sibTrans" cxnId="{DED4AF2A-63E1-4DDC-9A21-1027BB21FAA7}">
      <dgm:prSet/>
      <dgm:spPr/>
      <dgm:t>
        <a:bodyPr/>
        <a:lstStyle/>
        <a:p>
          <a:endParaRPr lang="en-US"/>
        </a:p>
      </dgm:t>
    </dgm:pt>
    <dgm:pt modelId="{7D232CD8-C8C7-4EA6-AA6E-77B390660BD1}">
      <dgm:prSet/>
      <dgm:spPr/>
      <dgm:t>
        <a:bodyPr/>
        <a:lstStyle/>
        <a:p>
          <a:r>
            <a:rPr lang="en-US"/>
            <a:t>Val odontología</a:t>
          </a:r>
        </a:p>
      </dgm:t>
    </dgm:pt>
    <dgm:pt modelId="{78691E7B-674B-443C-AFFC-52A39C0C1F96}" type="parTrans" cxnId="{8B8F3430-F66F-4A54-9E44-A06E5FAE0987}">
      <dgm:prSet/>
      <dgm:spPr/>
      <dgm:t>
        <a:bodyPr/>
        <a:lstStyle/>
        <a:p>
          <a:endParaRPr lang="en-US"/>
        </a:p>
      </dgm:t>
    </dgm:pt>
    <dgm:pt modelId="{ABFE6E91-FA34-4B48-AAA1-60064FC6F65D}" type="sibTrans" cxnId="{8B8F3430-F66F-4A54-9E44-A06E5FAE0987}">
      <dgm:prSet/>
      <dgm:spPr/>
      <dgm:t>
        <a:bodyPr/>
        <a:lstStyle/>
        <a:p>
          <a:endParaRPr lang="en-US"/>
        </a:p>
      </dgm:t>
    </dgm:pt>
    <dgm:pt modelId="{9845C409-A5B9-41DF-BB7C-DDB67C06EC04}">
      <dgm:prSet/>
      <dgm:spPr/>
      <dgm:t>
        <a:bodyPr/>
        <a:lstStyle/>
        <a:p>
          <a:pPr>
            <a:defRPr b="1"/>
          </a:pPr>
          <a:r>
            <a:rPr lang="en-US"/>
            <a:t>6 Jun. 2025</a:t>
          </a:r>
        </a:p>
      </dgm:t>
    </dgm:pt>
    <dgm:pt modelId="{42930B4F-9CE7-4048-A58B-DF12A4081F84}" type="parTrans" cxnId="{B7321A2A-4FAE-419D-AB01-1E21D96E310B}">
      <dgm:prSet/>
      <dgm:spPr/>
      <dgm:t>
        <a:bodyPr/>
        <a:lstStyle/>
        <a:p>
          <a:endParaRPr lang="en-US"/>
        </a:p>
      </dgm:t>
    </dgm:pt>
    <dgm:pt modelId="{CCE91606-787F-4BD1-A1E3-655A5089F254}" type="sibTrans" cxnId="{B7321A2A-4FAE-419D-AB01-1E21D96E310B}">
      <dgm:prSet/>
      <dgm:spPr/>
      <dgm:t>
        <a:bodyPr/>
        <a:lstStyle/>
        <a:p>
          <a:endParaRPr lang="en-US"/>
        </a:p>
      </dgm:t>
    </dgm:pt>
    <dgm:pt modelId="{6C7A97BA-685E-4DB3-874D-365A2578098F}">
      <dgm:prSet/>
      <dgm:spPr/>
      <dgm:t>
        <a:bodyPr/>
        <a:lstStyle/>
        <a:p>
          <a:r>
            <a:rPr lang="en-US"/>
            <a:t>asesoría en planificación ( JEFE NUBIA )</a:t>
          </a:r>
        </a:p>
      </dgm:t>
    </dgm:pt>
    <dgm:pt modelId="{8D98F63C-7BFD-410D-97FA-4C77B55553BF}" type="parTrans" cxnId="{80268B60-EF39-474F-8B0D-B02C5D0B794C}">
      <dgm:prSet/>
      <dgm:spPr/>
      <dgm:t>
        <a:bodyPr/>
        <a:lstStyle/>
        <a:p>
          <a:endParaRPr lang="en-US"/>
        </a:p>
      </dgm:t>
    </dgm:pt>
    <dgm:pt modelId="{065B3280-8C21-4453-AB55-6777ACE2F70F}" type="sibTrans" cxnId="{80268B60-EF39-474F-8B0D-B02C5D0B794C}">
      <dgm:prSet/>
      <dgm:spPr/>
      <dgm:t>
        <a:bodyPr/>
        <a:lstStyle/>
        <a:p>
          <a:endParaRPr lang="en-US"/>
        </a:p>
      </dgm:t>
    </dgm:pt>
    <dgm:pt modelId="{58A0ED01-4AE7-45FF-B50D-A15EE4FDD9C8}">
      <dgm:prSet/>
      <dgm:spPr/>
      <dgm:t>
        <a:bodyPr/>
        <a:lstStyle/>
        <a:p>
          <a:pPr>
            <a:defRPr b="1"/>
          </a:pPr>
          <a:r>
            <a:rPr lang="en-US"/>
            <a:t>6 Jun. 2025</a:t>
          </a:r>
        </a:p>
      </dgm:t>
    </dgm:pt>
    <dgm:pt modelId="{76C4ECDA-EA3D-46E2-B0F1-FAA46CB310C6}" type="parTrans" cxnId="{04591FBD-AD4A-4C35-A629-85847ACE87BE}">
      <dgm:prSet/>
      <dgm:spPr/>
      <dgm:t>
        <a:bodyPr/>
        <a:lstStyle/>
        <a:p>
          <a:endParaRPr lang="en-US"/>
        </a:p>
      </dgm:t>
    </dgm:pt>
    <dgm:pt modelId="{3C30CDE7-C31F-41BD-A946-52EE055E45E1}" type="sibTrans" cxnId="{04591FBD-AD4A-4C35-A629-85847ACE87BE}">
      <dgm:prSet/>
      <dgm:spPr/>
      <dgm:t>
        <a:bodyPr/>
        <a:lstStyle/>
        <a:p>
          <a:endParaRPr lang="en-US"/>
        </a:p>
      </dgm:t>
    </dgm:pt>
    <dgm:pt modelId="{2AB7E588-74D5-444E-9337-13C20AC6898A}">
      <dgm:prSet/>
      <dgm:spPr/>
      <dgm:t>
        <a:bodyPr/>
        <a:lstStyle/>
        <a:p>
          <a:r>
            <a:rPr lang="en-US"/>
            <a:t>RETIRO DE IMPLANTE  se revisa si tiene indicaciones</a:t>
          </a:r>
        </a:p>
      </dgm:t>
    </dgm:pt>
    <dgm:pt modelId="{1FB6F064-81FE-4066-B164-F2AE16A118EF}" type="parTrans" cxnId="{51A09D09-E280-4CBF-BB5A-7CFC5ADE9712}">
      <dgm:prSet/>
      <dgm:spPr/>
      <dgm:t>
        <a:bodyPr/>
        <a:lstStyle/>
        <a:p>
          <a:endParaRPr lang="en-US"/>
        </a:p>
      </dgm:t>
    </dgm:pt>
    <dgm:pt modelId="{BA23FAC9-C3E7-4D0A-83D7-8576CB3FC15D}" type="sibTrans" cxnId="{51A09D09-E280-4CBF-BB5A-7CFC5ADE9712}">
      <dgm:prSet/>
      <dgm:spPr/>
      <dgm:t>
        <a:bodyPr/>
        <a:lstStyle/>
        <a:p>
          <a:endParaRPr lang="en-US"/>
        </a:p>
      </dgm:t>
    </dgm:pt>
    <dgm:pt modelId="{81039005-07EE-4F83-B8D1-CE543C44C371}">
      <dgm:prSet/>
      <dgm:spPr/>
      <dgm:t>
        <a:bodyPr/>
        <a:lstStyle/>
        <a:p>
          <a:pPr>
            <a:defRPr b="1"/>
          </a:pPr>
          <a:r>
            <a:rPr lang="en-US"/>
            <a:t>20 Jun. 2025</a:t>
          </a:r>
        </a:p>
      </dgm:t>
    </dgm:pt>
    <dgm:pt modelId="{BD9E7A3A-165F-4116-B8B7-7B38AFFFA5ED}" type="parTrans" cxnId="{EEA8372E-B6D2-47D0-8AB9-9ED84743664D}">
      <dgm:prSet/>
      <dgm:spPr/>
      <dgm:t>
        <a:bodyPr/>
        <a:lstStyle/>
        <a:p>
          <a:endParaRPr lang="en-US"/>
        </a:p>
      </dgm:t>
    </dgm:pt>
    <dgm:pt modelId="{8A2E08EB-EC89-476B-B5F8-E01405682037}" type="sibTrans" cxnId="{EEA8372E-B6D2-47D0-8AB9-9ED84743664D}">
      <dgm:prSet/>
      <dgm:spPr/>
      <dgm:t>
        <a:bodyPr/>
        <a:lstStyle/>
        <a:p>
          <a:endParaRPr lang="en-US"/>
        </a:p>
      </dgm:t>
    </dgm:pt>
    <dgm:pt modelId="{9C6E11CA-D1CF-45B9-B96C-692412A664C0}">
      <dgm:prSet/>
      <dgm:spPr/>
      <dgm:t>
        <a:bodyPr/>
        <a:lstStyle/>
        <a:p>
          <a:r>
            <a:rPr lang="en-US"/>
            <a:t>se encuentra nota de colocación de holter</a:t>
          </a:r>
        </a:p>
      </dgm:t>
    </dgm:pt>
    <dgm:pt modelId="{0E8297C9-287B-48D2-A69F-E47DC15CAF82}" type="parTrans" cxnId="{960D8F42-83C7-48DB-AB95-BDF658A4E8BD}">
      <dgm:prSet/>
      <dgm:spPr/>
      <dgm:t>
        <a:bodyPr/>
        <a:lstStyle/>
        <a:p>
          <a:endParaRPr lang="en-US"/>
        </a:p>
      </dgm:t>
    </dgm:pt>
    <dgm:pt modelId="{A6DCA371-4EDE-4B19-B875-04A671B01407}" type="sibTrans" cxnId="{960D8F42-83C7-48DB-AB95-BDF658A4E8BD}">
      <dgm:prSet/>
      <dgm:spPr/>
      <dgm:t>
        <a:bodyPr/>
        <a:lstStyle/>
        <a:p>
          <a:endParaRPr lang="en-US"/>
        </a:p>
      </dgm:t>
    </dgm:pt>
    <dgm:pt modelId="{AEC54EA1-286A-45B0-BEF3-DB658C9B00E9}">
      <dgm:prSet/>
      <dgm:spPr/>
      <dgm:t>
        <a:bodyPr/>
        <a:lstStyle/>
        <a:p>
          <a:pPr>
            <a:defRPr b="1"/>
          </a:pPr>
          <a:r>
            <a:rPr lang="en-US"/>
            <a:t>30 Jun. 2025</a:t>
          </a:r>
        </a:p>
      </dgm:t>
    </dgm:pt>
    <dgm:pt modelId="{BD17710D-5625-4EA2-B163-58824FF15D34}" type="parTrans" cxnId="{42142DF9-3E19-41E6-B37A-A635D18D5879}">
      <dgm:prSet/>
      <dgm:spPr/>
      <dgm:t>
        <a:bodyPr/>
        <a:lstStyle/>
        <a:p>
          <a:endParaRPr lang="en-US"/>
        </a:p>
      </dgm:t>
    </dgm:pt>
    <dgm:pt modelId="{5B97B9FF-4F49-44AF-983D-8ED2550F8090}" type="sibTrans" cxnId="{42142DF9-3E19-41E6-B37A-A635D18D5879}">
      <dgm:prSet/>
      <dgm:spPr/>
      <dgm:t>
        <a:bodyPr/>
        <a:lstStyle/>
        <a:p>
          <a:endParaRPr lang="en-US"/>
        </a:p>
      </dgm:t>
    </dgm:pt>
    <dgm:pt modelId="{4B1B6BA5-2B19-46BD-9541-E16F40462D8F}">
      <dgm:prSet/>
      <dgm:spPr/>
      <dgm:t>
        <a:bodyPr/>
        <a:lstStyle/>
        <a:p>
          <a:r>
            <a:rPr lang="en-US"/>
            <a:t>ecografía por ginecología ( Dra Acevedo )</a:t>
          </a:r>
        </a:p>
      </dgm:t>
    </dgm:pt>
    <dgm:pt modelId="{7C72C8ED-7E5C-4A79-85AD-BD900B2D82C3}" type="parTrans" cxnId="{7BDE99CD-37E7-4BF7-BE00-2D177C0BA96A}">
      <dgm:prSet/>
      <dgm:spPr/>
      <dgm:t>
        <a:bodyPr/>
        <a:lstStyle/>
        <a:p>
          <a:endParaRPr lang="en-US"/>
        </a:p>
      </dgm:t>
    </dgm:pt>
    <dgm:pt modelId="{D5684FE9-1891-4F66-9F39-48C77D9A40A6}" type="sibTrans" cxnId="{7BDE99CD-37E7-4BF7-BE00-2D177C0BA96A}">
      <dgm:prSet/>
      <dgm:spPr/>
      <dgm:t>
        <a:bodyPr/>
        <a:lstStyle/>
        <a:p>
          <a:endParaRPr lang="en-US"/>
        </a:p>
      </dgm:t>
    </dgm:pt>
    <dgm:pt modelId="{67A34C50-322F-334F-83FF-84AC39A7D495}" type="pres">
      <dgm:prSet presAssocID="{6252E7DB-69B9-44D4-983B-C40BB21374BD}" presName="root" presStyleCnt="0">
        <dgm:presLayoutVars>
          <dgm:chMax/>
          <dgm:chPref/>
          <dgm:animLvl val="lvl"/>
        </dgm:presLayoutVars>
      </dgm:prSet>
      <dgm:spPr/>
    </dgm:pt>
    <dgm:pt modelId="{F2AB8A07-9A39-1445-A2AD-C7703BEF4065}" type="pres">
      <dgm:prSet presAssocID="{6252E7DB-69B9-44D4-983B-C40BB21374BD}" presName="divider" presStyleLbl="node1" presStyleIdx="0" presStyleCnt="1"/>
      <dgm:spPr/>
    </dgm:pt>
    <dgm:pt modelId="{2F29F245-8150-0F40-B96F-B2D578AEA64F}" type="pres">
      <dgm:prSet presAssocID="{6252E7DB-69B9-44D4-983B-C40BB21374BD}" presName="nodes" presStyleCnt="0">
        <dgm:presLayoutVars>
          <dgm:chMax/>
          <dgm:chPref/>
          <dgm:animLvl val="lvl"/>
        </dgm:presLayoutVars>
      </dgm:prSet>
      <dgm:spPr/>
    </dgm:pt>
    <dgm:pt modelId="{ABF3A71E-DF85-3B48-8AC8-B6639EC21107}" type="pres">
      <dgm:prSet presAssocID="{20B2642C-04C5-494C-B6E6-1F5D4CA7461A}" presName="composite" presStyleCnt="0"/>
      <dgm:spPr/>
    </dgm:pt>
    <dgm:pt modelId="{8E920F93-9473-C045-83EA-B7D6A309DC3D}" type="pres">
      <dgm:prSet presAssocID="{20B2642C-04C5-494C-B6E6-1F5D4CA7461A}" presName="L1TextContainer" presStyleLbl="revTx" presStyleIdx="0" presStyleCnt="5">
        <dgm:presLayoutVars>
          <dgm:chMax val="1"/>
          <dgm:chPref val="1"/>
          <dgm:bulletEnabled val="1"/>
        </dgm:presLayoutVars>
      </dgm:prSet>
      <dgm:spPr/>
    </dgm:pt>
    <dgm:pt modelId="{D1FA4C8E-976B-BB42-82BF-4A0FA85B9365}" type="pres">
      <dgm:prSet presAssocID="{20B2642C-04C5-494C-B6E6-1F5D4CA7461A}" presName="L2TextContainerWrapper" presStyleCnt="0">
        <dgm:presLayoutVars>
          <dgm:chMax val="0"/>
          <dgm:chPref val="0"/>
          <dgm:bulletEnabled val="1"/>
        </dgm:presLayoutVars>
      </dgm:prSet>
      <dgm:spPr/>
    </dgm:pt>
    <dgm:pt modelId="{AA4DECEE-3B22-B84B-B4E7-F17CE9117DAC}" type="pres">
      <dgm:prSet presAssocID="{20B2642C-04C5-494C-B6E6-1F5D4CA7461A}" presName="L2TextContainer" presStyleLbl="bgAccFollowNode1" presStyleIdx="0" presStyleCnt="5"/>
      <dgm:spPr/>
    </dgm:pt>
    <dgm:pt modelId="{190A28B2-9186-A046-B732-0E04B6C03C9D}" type="pres">
      <dgm:prSet presAssocID="{20B2642C-04C5-494C-B6E6-1F5D4CA7461A}" presName="FlexibleEmptyPlaceHolder" presStyleCnt="0"/>
      <dgm:spPr/>
    </dgm:pt>
    <dgm:pt modelId="{9448F58E-948F-2648-8C13-86C202ECFA76}" type="pres">
      <dgm:prSet presAssocID="{20B2642C-04C5-494C-B6E6-1F5D4CA7461A}" presName="ConnectLine" presStyleLbl="alignNode1" presStyleIdx="0" presStyleCnt="5"/>
      <dgm:spPr>
        <a:gradFill rotWithShape="0">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cap="flat" cmpd="sng" algn="ctr">
          <a:solidFill>
            <a:schemeClr val="accent5">
              <a:hueOff val="0"/>
              <a:satOff val="0"/>
              <a:lumOff val="0"/>
              <a:alphaOff val="0"/>
            </a:schemeClr>
          </a:solidFill>
          <a:prstDash val="dash"/>
          <a:miter lim="800000"/>
        </a:ln>
        <a:effectLst/>
      </dgm:spPr>
    </dgm:pt>
    <dgm:pt modelId="{A38C201C-4939-9C4F-93D4-3DF990519E84}" type="pres">
      <dgm:prSet presAssocID="{20B2642C-04C5-494C-B6E6-1F5D4CA7461A}" presName="ConnectorPoint" presStyleLbl="fgAcc1" presStyleIdx="0" presStyleCnt="5"/>
      <dgm:spPr>
        <a:solidFill>
          <a:schemeClr val="lt1">
            <a:alpha val="90000"/>
            <a:hueOff val="0"/>
            <a:satOff val="0"/>
            <a:lumOff val="0"/>
            <a:alphaOff val="0"/>
          </a:schemeClr>
        </a:solidFill>
        <a:ln w="12700" cap="flat" cmpd="sng" algn="ctr">
          <a:noFill/>
          <a:prstDash val="solid"/>
          <a:miter lim="800000"/>
        </a:ln>
        <a:effectLst/>
      </dgm:spPr>
    </dgm:pt>
    <dgm:pt modelId="{F51AEA5B-B920-544D-88CA-69124A34E3F6}" type="pres">
      <dgm:prSet presAssocID="{20B2642C-04C5-494C-B6E6-1F5D4CA7461A}" presName="EmptyPlaceHolder" presStyleCnt="0"/>
      <dgm:spPr/>
    </dgm:pt>
    <dgm:pt modelId="{78FA7092-3371-754E-9E68-A17C6D562435}" type="pres">
      <dgm:prSet presAssocID="{0E3A914F-5912-41C6-AE04-2C7205E36C08}" presName="spaceBetweenRectangles" presStyleCnt="0"/>
      <dgm:spPr/>
    </dgm:pt>
    <dgm:pt modelId="{0A1B3F31-3DC9-EB4F-8653-11FA9A99E433}" type="pres">
      <dgm:prSet presAssocID="{9845C409-A5B9-41DF-BB7C-DDB67C06EC04}" presName="composite" presStyleCnt="0"/>
      <dgm:spPr/>
    </dgm:pt>
    <dgm:pt modelId="{3605F657-AF7B-CB4B-BD8E-2A6110BF1D82}" type="pres">
      <dgm:prSet presAssocID="{9845C409-A5B9-41DF-BB7C-DDB67C06EC04}" presName="L1TextContainer" presStyleLbl="revTx" presStyleIdx="1" presStyleCnt="5">
        <dgm:presLayoutVars>
          <dgm:chMax val="1"/>
          <dgm:chPref val="1"/>
          <dgm:bulletEnabled val="1"/>
        </dgm:presLayoutVars>
      </dgm:prSet>
      <dgm:spPr/>
    </dgm:pt>
    <dgm:pt modelId="{49848134-21DD-9046-A6C3-FDEF9EFC819A}" type="pres">
      <dgm:prSet presAssocID="{9845C409-A5B9-41DF-BB7C-DDB67C06EC04}" presName="L2TextContainerWrapper" presStyleCnt="0">
        <dgm:presLayoutVars>
          <dgm:chMax val="0"/>
          <dgm:chPref val="0"/>
          <dgm:bulletEnabled val="1"/>
        </dgm:presLayoutVars>
      </dgm:prSet>
      <dgm:spPr/>
    </dgm:pt>
    <dgm:pt modelId="{824FE4E3-EEAA-5840-AB58-3D57692565AD}" type="pres">
      <dgm:prSet presAssocID="{9845C409-A5B9-41DF-BB7C-DDB67C06EC04}" presName="L2TextContainer" presStyleLbl="bgAccFollowNode1" presStyleIdx="1" presStyleCnt="5"/>
      <dgm:spPr/>
    </dgm:pt>
    <dgm:pt modelId="{62060D80-C097-0348-8A3E-856C3A03A7CB}" type="pres">
      <dgm:prSet presAssocID="{9845C409-A5B9-41DF-BB7C-DDB67C06EC04}" presName="FlexibleEmptyPlaceHolder" presStyleCnt="0"/>
      <dgm:spPr/>
    </dgm:pt>
    <dgm:pt modelId="{5830699E-CB1F-C84E-BE01-51777AAB33EA}" type="pres">
      <dgm:prSet presAssocID="{9845C409-A5B9-41DF-BB7C-DDB67C06EC04}" presName="ConnectLine" presStyleLbl="alignNode1" presStyleIdx="1" presStyleCnt="5"/>
      <dgm:spPr>
        <a:gradFill rotWithShape="0">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cap="flat" cmpd="sng" algn="ctr">
          <a:solidFill>
            <a:schemeClr val="accent5">
              <a:hueOff val="-3038037"/>
              <a:satOff val="-207"/>
              <a:lumOff val="490"/>
              <a:alphaOff val="0"/>
            </a:schemeClr>
          </a:solidFill>
          <a:prstDash val="dash"/>
          <a:miter lim="800000"/>
        </a:ln>
        <a:effectLst/>
      </dgm:spPr>
    </dgm:pt>
    <dgm:pt modelId="{5D6EE049-8F0B-C149-9E80-BE8CF45FA237}" type="pres">
      <dgm:prSet presAssocID="{9845C409-A5B9-41DF-BB7C-DDB67C06EC04}" presName="ConnectorPoint" presStyleLbl="fgAcc1" presStyleIdx="1" presStyleCnt="5"/>
      <dgm:spPr>
        <a:solidFill>
          <a:schemeClr val="lt1">
            <a:alpha val="90000"/>
            <a:hueOff val="0"/>
            <a:satOff val="0"/>
            <a:lumOff val="0"/>
            <a:alphaOff val="0"/>
          </a:schemeClr>
        </a:solidFill>
        <a:ln w="12700" cap="flat" cmpd="sng" algn="ctr">
          <a:noFill/>
          <a:prstDash val="solid"/>
          <a:miter lim="800000"/>
        </a:ln>
        <a:effectLst/>
      </dgm:spPr>
    </dgm:pt>
    <dgm:pt modelId="{9C0E376D-9F2A-254A-9A36-6CF09382EDFF}" type="pres">
      <dgm:prSet presAssocID="{9845C409-A5B9-41DF-BB7C-DDB67C06EC04}" presName="EmptyPlaceHolder" presStyleCnt="0"/>
      <dgm:spPr/>
    </dgm:pt>
    <dgm:pt modelId="{A98D01BE-1EC7-C947-B384-1C90D6AC4E79}" type="pres">
      <dgm:prSet presAssocID="{CCE91606-787F-4BD1-A1E3-655A5089F254}" presName="spaceBetweenRectangles" presStyleCnt="0"/>
      <dgm:spPr/>
    </dgm:pt>
    <dgm:pt modelId="{88284F98-7EF1-1B4D-9F87-1B1F8DEDCF32}" type="pres">
      <dgm:prSet presAssocID="{58A0ED01-4AE7-45FF-B50D-A15EE4FDD9C8}" presName="composite" presStyleCnt="0"/>
      <dgm:spPr/>
    </dgm:pt>
    <dgm:pt modelId="{2C591F8B-362D-3F46-9F1A-07B59FD41654}" type="pres">
      <dgm:prSet presAssocID="{58A0ED01-4AE7-45FF-B50D-A15EE4FDD9C8}" presName="L1TextContainer" presStyleLbl="revTx" presStyleIdx="2" presStyleCnt="5">
        <dgm:presLayoutVars>
          <dgm:chMax val="1"/>
          <dgm:chPref val="1"/>
          <dgm:bulletEnabled val="1"/>
        </dgm:presLayoutVars>
      </dgm:prSet>
      <dgm:spPr/>
    </dgm:pt>
    <dgm:pt modelId="{1A621B46-70EC-2242-AFFB-9D87169CD3B6}" type="pres">
      <dgm:prSet presAssocID="{58A0ED01-4AE7-45FF-B50D-A15EE4FDD9C8}" presName="L2TextContainerWrapper" presStyleCnt="0">
        <dgm:presLayoutVars>
          <dgm:chMax val="0"/>
          <dgm:chPref val="0"/>
          <dgm:bulletEnabled val="1"/>
        </dgm:presLayoutVars>
      </dgm:prSet>
      <dgm:spPr/>
    </dgm:pt>
    <dgm:pt modelId="{DCA63775-B062-7C4F-A038-E6A7B06298BD}" type="pres">
      <dgm:prSet presAssocID="{58A0ED01-4AE7-45FF-B50D-A15EE4FDD9C8}" presName="L2TextContainer" presStyleLbl="bgAccFollowNode1" presStyleIdx="2" presStyleCnt="5"/>
      <dgm:spPr/>
    </dgm:pt>
    <dgm:pt modelId="{F3B526BB-B110-FD45-A5A1-D847F24E2492}" type="pres">
      <dgm:prSet presAssocID="{58A0ED01-4AE7-45FF-B50D-A15EE4FDD9C8}" presName="FlexibleEmptyPlaceHolder" presStyleCnt="0"/>
      <dgm:spPr/>
    </dgm:pt>
    <dgm:pt modelId="{3A0391CC-E8D8-AC47-B29D-219260E55EA9}" type="pres">
      <dgm:prSet presAssocID="{58A0ED01-4AE7-45FF-B50D-A15EE4FDD9C8}" presName="ConnectLine" presStyleLbl="alignNode1" presStyleIdx="2" presStyleCnt="5"/>
      <dgm:spPr>
        <a:gradFill rotWithShape="0">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cap="flat" cmpd="sng" algn="ctr">
          <a:solidFill>
            <a:schemeClr val="accent5">
              <a:hueOff val="-6076075"/>
              <a:satOff val="-413"/>
              <a:lumOff val="981"/>
              <a:alphaOff val="0"/>
            </a:schemeClr>
          </a:solidFill>
          <a:prstDash val="dash"/>
          <a:miter lim="800000"/>
        </a:ln>
        <a:effectLst/>
      </dgm:spPr>
    </dgm:pt>
    <dgm:pt modelId="{EDCACFAE-00BC-FE41-ADD1-D1D9D0D580D9}" type="pres">
      <dgm:prSet presAssocID="{58A0ED01-4AE7-45FF-B50D-A15EE4FDD9C8}" presName="ConnectorPoint" presStyleLbl="fgAcc1" presStyleIdx="2" presStyleCnt="5"/>
      <dgm:spPr>
        <a:solidFill>
          <a:schemeClr val="lt1">
            <a:alpha val="90000"/>
            <a:hueOff val="0"/>
            <a:satOff val="0"/>
            <a:lumOff val="0"/>
            <a:alphaOff val="0"/>
          </a:schemeClr>
        </a:solidFill>
        <a:ln w="12700" cap="flat" cmpd="sng" algn="ctr">
          <a:noFill/>
          <a:prstDash val="solid"/>
          <a:miter lim="800000"/>
        </a:ln>
        <a:effectLst/>
      </dgm:spPr>
    </dgm:pt>
    <dgm:pt modelId="{CF105D4E-D2E0-C546-9396-52E20ACE25A3}" type="pres">
      <dgm:prSet presAssocID="{58A0ED01-4AE7-45FF-B50D-A15EE4FDD9C8}" presName="EmptyPlaceHolder" presStyleCnt="0"/>
      <dgm:spPr/>
    </dgm:pt>
    <dgm:pt modelId="{EC4273A2-7AE1-3A43-BF84-215A3F9FB967}" type="pres">
      <dgm:prSet presAssocID="{3C30CDE7-C31F-41BD-A946-52EE055E45E1}" presName="spaceBetweenRectangles" presStyleCnt="0"/>
      <dgm:spPr/>
    </dgm:pt>
    <dgm:pt modelId="{31A2CB0F-2122-F444-979F-180463B8BE38}" type="pres">
      <dgm:prSet presAssocID="{81039005-07EE-4F83-B8D1-CE543C44C371}" presName="composite" presStyleCnt="0"/>
      <dgm:spPr/>
    </dgm:pt>
    <dgm:pt modelId="{413294BD-867D-414E-B33D-1B0F7635559F}" type="pres">
      <dgm:prSet presAssocID="{81039005-07EE-4F83-B8D1-CE543C44C371}" presName="L1TextContainer" presStyleLbl="revTx" presStyleIdx="3" presStyleCnt="5">
        <dgm:presLayoutVars>
          <dgm:chMax val="1"/>
          <dgm:chPref val="1"/>
          <dgm:bulletEnabled val="1"/>
        </dgm:presLayoutVars>
      </dgm:prSet>
      <dgm:spPr/>
    </dgm:pt>
    <dgm:pt modelId="{8BDEB5CB-0DA6-8D48-A36C-6384BF2E0AD9}" type="pres">
      <dgm:prSet presAssocID="{81039005-07EE-4F83-B8D1-CE543C44C371}" presName="L2TextContainerWrapper" presStyleCnt="0">
        <dgm:presLayoutVars>
          <dgm:chMax val="0"/>
          <dgm:chPref val="0"/>
          <dgm:bulletEnabled val="1"/>
        </dgm:presLayoutVars>
      </dgm:prSet>
      <dgm:spPr/>
    </dgm:pt>
    <dgm:pt modelId="{4CC2B2A9-F78E-C143-9421-5DA2B7C01B64}" type="pres">
      <dgm:prSet presAssocID="{81039005-07EE-4F83-B8D1-CE543C44C371}" presName="L2TextContainer" presStyleLbl="bgAccFollowNode1" presStyleIdx="3" presStyleCnt="5"/>
      <dgm:spPr/>
    </dgm:pt>
    <dgm:pt modelId="{2D89294B-14D8-8846-8C68-799BA7511921}" type="pres">
      <dgm:prSet presAssocID="{81039005-07EE-4F83-B8D1-CE543C44C371}" presName="FlexibleEmptyPlaceHolder" presStyleCnt="0"/>
      <dgm:spPr/>
    </dgm:pt>
    <dgm:pt modelId="{26C39896-B805-1D47-A7E9-D50E6ED0A8FC}" type="pres">
      <dgm:prSet presAssocID="{81039005-07EE-4F83-B8D1-CE543C44C371}" presName="ConnectLine" presStyleLbl="alignNode1" presStyleIdx="3" presStyleCnt="5"/>
      <dgm:spPr>
        <a:gradFill rotWithShape="0">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cap="flat" cmpd="sng" algn="ctr">
          <a:solidFill>
            <a:schemeClr val="accent5">
              <a:hueOff val="-9114112"/>
              <a:satOff val="-620"/>
              <a:lumOff val="1471"/>
              <a:alphaOff val="0"/>
            </a:schemeClr>
          </a:solidFill>
          <a:prstDash val="dash"/>
          <a:miter lim="800000"/>
        </a:ln>
        <a:effectLst/>
      </dgm:spPr>
    </dgm:pt>
    <dgm:pt modelId="{DB383F1E-19E8-4F48-801F-EA151E878C48}" type="pres">
      <dgm:prSet presAssocID="{81039005-07EE-4F83-B8D1-CE543C44C371}" presName="ConnectorPoint" presStyleLbl="fgAcc1" presStyleIdx="3" presStyleCnt="5"/>
      <dgm:spPr>
        <a:solidFill>
          <a:schemeClr val="lt1">
            <a:alpha val="90000"/>
            <a:hueOff val="0"/>
            <a:satOff val="0"/>
            <a:lumOff val="0"/>
            <a:alphaOff val="0"/>
          </a:schemeClr>
        </a:solidFill>
        <a:ln w="12700" cap="flat" cmpd="sng" algn="ctr">
          <a:noFill/>
          <a:prstDash val="solid"/>
          <a:miter lim="800000"/>
        </a:ln>
        <a:effectLst/>
      </dgm:spPr>
    </dgm:pt>
    <dgm:pt modelId="{8ED77A28-4940-CE4D-99B2-6F2092712E4B}" type="pres">
      <dgm:prSet presAssocID="{81039005-07EE-4F83-B8D1-CE543C44C371}" presName="EmptyPlaceHolder" presStyleCnt="0"/>
      <dgm:spPr/>
    </dgm:pt>
    <dgm:pt modelId="{5D3149FB-D23A-2C43-B10B-9D0D466D4B26}" type="pres">
      <dgm:prSet presAssocID="{8A2E08EB-EC89-476B-B5F8-E01405682037}" presName="spaceBetweenRectangles" presStyleCnt="0"/>
      <dgm:spPr/>
    </dgm:pt>
    <dgm:pt modelId="{B059057F-FCD1-C74E-82F2-D44019969177}" type="pres">
      <dgm:prSet presAssocID="{AEC54EA1-286A-45B0-BEF3-DB658C9B00E9}" presName="composite" presStyleCnt="0"/>
      <dgm:spPr/>
    </dgm:pt>
    <dgm:pt modelId="{79179886-F586-5646-B830-560233B6058C}" type="pres">
      <dgm:prSet presAssocID="{AEC54EA1-286A-45B0-BEF3-DB658C9B00E9}" presName="L1TextContainer" presStyleLbl="revTx" presStyleIdx="4" presStyleCnt="5">
        <dgm:presLayoutVars>
          <dgm:chMax val="1"/>
          <dgm:chPref val="1"/>
          <dgm:bulletEnabled val="1"/>
        </dgm:presLayoutVars>
      </dgm:prSet>
      <dgm:spPr/>
    </dgm:pt>
    <dgm:pt modelId="{96B88BD4-201B-D649-8BF2-FA220F7A423B}" type="pres">
      <dgm:prSet presAssocID="{AEC54EA1-286A-45B0-BEF3-DB658C9B00E9}" presName="L2TextContainerWrapper" presStyleCnt="0">
        <dgm:presLayoutVars>
          <dgm:chMax val="0"/>
          <dgm:chPref val="0"/>
          <dgm:bulletEnabled val="1"/>
        </dgm:presLayoutVars>
      </dgm:prSet>
      <dgm:spPr/>
    </dgm:pt>
    <dgm:pt modelId="{913FD61A-E54D-8047-9380-3E82B2D828A1}" type="pres">
      <dgm:prSet presAssocID="{AEC54EA1-286A-45B0-BEF3-DB658C9B00E9}" presName="L2TextContainer" presStyleLbl="bgAccFollowNode1" presStyleIdx="4" presStyleCnt="5"/>
      <dgm:spPr/>
    </dgm:pt>
    <dgm:pt modelId="{B605AAAE-212F-AB4A-9AC5-D1ADD0CF458D}" type="pres">
      <dgm:prSet presAssocID="{AEC54EA1-286A-45B0-BEF3-DB658C9B00E9}" presName="FlexibleEmptyPlaceHolder" presStyleCnt="0"/>
      <dgm:spPr/>
    </dgm:pt>
    <dgm:pt modelId="{AF7E81A8-7D42-DF45-ABD5-7827C3F5E69A}" type="pres">
      <dgm:prSet presAssocID="{AEC54EA1-286A-45B0-BEF3-DB658C9B00E9}" presName="ConnectLine" presStyleLbl="alignNode1" presStyleIdx="4" presStyleCnt="5"/>
      <dgm:spPr>
        <a:gradFill rotWithShape="0">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cap="flat" cmpd="sng" algn="ctr">
          <a:solidFill>
            <a:schemeClr val="accent5">
              <a:hueOff val="-12152150"/>
              <a:satOff val="-826"/>
              <a:lumOff val="1961"/>
              <a:alphaOff val="0"/>
            </a:schemeClr>
          </a:solidFill>
          <a:prstDash val="dash"/>
          <a:miter lim="800000"/>
        </a:ln>
        <a:effectLst/>
      </dgm:spPr>
    </dgm:pt>
    <dgm:pt modelId="{B2CECCCC-D861-E24F-BB38-BAF1E5302197}" type="pres">
      <dgm:prSet presAssocID="{AEC54EA1-286A-45B0-BEF3-DB658C9B00E9}" presName="ConnectorPoint" presStyleLbl="fgAcc1" presStyleIdx="4" presStyleCnt="5"/>
      <dgm:spPr>
        <a:solidFill>
          <a:schemeClr val="lt1">
            <a:alpha val="90000"/>
            <a:hueOff val="0"/>
            <a:satOff val="0"/>
            <a:lumOff val="0"/>
            <a:alphaOff val="0"/>
          </a:schemeClr>
        </a:solidFill>
        <a:ln w="12700" cap="flat" cmpd="sng" algn="ctr">
          <a:noFill/>
          <a:prstDash val="solid"/>
          <a:miter lim="800000"/>
        </a:ln>
        <a:effectLst/>
      </dgm:spPr>
    </dgm:pt>
    <dgm:pt modelId="{CE4D16BF-266E-E942-A5C0-178C3267AD91}" type="pres">
      <dgm:prSet presAssocID="{AEC54EA1-286A-45B0-BEF3-DB658C9B00E9}" presName="EmptyPlaceHolder" presStyleCnt="0"/>
      <dgm:spPr/>
    </dgm:pt>
  </dgm:ptLst>
  <dgm:cxnLst>
    <dgm:cxn modelId="{51A09D09-E280-4CBF-BB5A-7CFC5ADE9712}" srcId="{58A0ED01-4AE7-45FF-B50D-A15EE4FDD9C8}" destId="{2AB7E588-74D5-444E-9337-13C20AC6898A}" srcOrd="0" destOrd="0" parTransId="{1FB6F064-81FE-4066-B164-F2AE16A118EF}" sibTransId="{BA23FAC9-C3E7-4D0A-83D7-8576CB3FC15D}"/>
    <dgm:cxn modelId="{B7321A2A-4FAE-419D-AB01-1E21D96E310B}" srcId="{6252E7DB-69B9-44D4-983B-C40BB21374BD}" destId="{9845C409-A5B9-41DF-BB7C-DDB67C06EC04}" srcOrd="1" destOrd="0" parTransId="{42930B4F-9CE7-4048-A58B-DF12A4081F84}" sibTransId="{CCE91606-787F-4BD1-A1E3-655A5089F254}"/>
    <dgm:cxn modelId="{DED4AF2A-63E1-4DDC-9A21-1027BB21FAA7}" srcId="{6252E7DB-69B9-44D4-983B-C40BB21374BD}" destId="{20B2642C-04C5-494C-B6E6-1F5D4CA7461A}" srcOrd="0" destOrd="0" parTransId="{C2C38163-1D23-483B-BAD6-6914E64B1E97}" sibTransId="{0E3A914F-5912-41C6-AE04-2C7205E36C08}"/>
    <dgm:cxn modelId="{EEA8372E-B6D2-47D0-8AB9-9ED84743664D}" srcId="{6252E7DB-69B9-44D4-983B-C40BB21374BD}" destId="{81039005-07EE-4F83-B8D1-CE543C44C371}" srcOrd="3" destOrd="0" parTransId="{BD9E7A3A-165F-4116-B8B7-7B38AFFFA5ED}" sibTransId="{8A2E08EB-EC89-476B-B5F8-E01405682037}"/>
    <dgm:cxn modelId="{8B8F3430-F66F-4A54-9E44-A06E5FAE0987}" srcId="{20B2642C-04C5-494C-B6E6-1F5D4CA7461A}" destId="{7D232CD8-C8C7-4EA6-AA6E-77B390660BD1}" srcOrd="0" destOrd="0" parTransId="{78691E7B-674B-443C-AFFC-52A39C0C1F96}" sibTransId="{ABFE6E91-FA34-4B48-AAA1-60064FC6F65D}"/>
    <dgm:cxn modelId="{A868783F-33D1-E649-A06A-C8854F299033}" type="presOf" srcId="{20B2642C-04C5-494C-B6E6-1F5D4CA7461A}" destId="{8E920F93-9473-C045-83EA-B7D6A309DC3D}" srcOrd="0" destOrd="0" presId="urn:microsoft.com/office/officeart/2017/3/layout/HorizontalPathTimeline"/>
    <dgm:cxn modelId="{960D8F42-83C7-48DB-AB95-BDF658A4E8BD}" srcId="{81039005-07EE-4F83-B8D1-CE543C44C371}" destId="{9C6E11CA-D1CF-45B9-B96C-692412A664C0}" srcOrd="0" destOrd="0" parTransId="{0E8297C9-287B-48D2-A69F-E47DC15CAF82}" sibTransId="{A6DCA371-4EDE-4B19-B875-04A671B01407}"/>
    <dgm:cxn modelId="{8EC6D342-7DB2-A443-B600-B4B6F8314EAC}" type="presOf" srcId="{6252E7DB-69B9-44D4-983B-C40BB21374BD}" destId="{67A34C50-322F-334F-83FF-84AC39A7D495}" srcOrd="0" destOrd="0" presId="urn:microsoft.com/office/officeart/2017/3/layout/HorizontalPathTimeline"/>
    <dgm:cxn modelId="{0A3A854A-7C1B-6941-95FE-8D49D317D653}" type="presOf" srcId="{6C7A97BA-685E-4DB3-874D-365A2578098F}" destId="{824FE4E3-EEAA-5840-AB58-3D57692565AD}" srcOrd="0" destOrd="0" presId="urn:microsoft.com/office/officeart/2017/3/layout/HorizontalPathTimeline"/>
    <dgm:cxn modelId="{F6212E60-C0A3-CC41-9574-42B10017A777}" type="presOf" srcId="{4B1B6BA5-2B19-46BD-9541-E16F40462D8F}" destId="{913FD61A-E54D-8047-9380-3E82B2D828A1}" srcOrd="0" destOrd="0" presId="urn:microsoft.com/office/officeart/2017/3/layout/HorizontalPathTimeline"/>
    <dgm:cxn modelId="{80268B60-EF39-474F-8B0D-B02C5D0B794C}" srcId="{9845C409-A5B9-41DF-BB7C-DDB67C06EC04}" destId="{6C7A97BA-685E-4DB3-874D-365A2578098F}" srcOrd="0" destOrd="0" parTransId="{8D98F63C-7BFD-410D-97FA-4C77B55553BF}" sibTransId="{065B3280-8C21-4453-AB55-6777ACE2F70F}"/>
    <dgm:cxn modelId="{A29C148F-2AFC-FD4C-AD05-62C123311E09}" type="presOf" srcId="{9845C409-A5B9-41DF-BB7C-DDB67C06EC04}" destId="{3605F657-AF7B-CB4B-BD8E-2A6110BF1D82}" srcOrd="0" destOrd="0" presId="urn:microsoft.com/office/officeart/2017/3/layout/HorizontalPathTimeline"/>
    <dgm:cxn modelId="{CFB6A096-E25F-F244-8B0A-58AEDD61CA5D}" type="presOf" srcId="{58A0ED01-4AE7-45FF-B50D-A15EE4FDD9C8}" destId="{2C591F8B-362D-3F46-9F1A-07B59FD41654}" srcOrd="0" destOrd="0" presId="urn:microsoft.com/office/officeart/2017/3/layout/HorizontalPathTimeline"/>
    <dgm:cxn modelId="{676CE499-A15B-B148-A042-FB35809C8C85}" type="presOf" srcId="{AEC54EA1-286A-45B0-BEF3-DB658C9B00E9}" destId="{79179886-F586-5646-B830-560233B6058C}" srcOrd="0" destOrd="0" presId="urn:microsoft.com/office/officeart/2017/3/layout/HorizontalPathTimeline"/>
    <dgm:cxn modelId="{D4B991A4-32BA-D040-ABDE-898579B300A2}" type="presOf" srcId="{81039005-07EE-4F83-B8D1-CE543C44C371}" destId="{413294BD-867D-414E-B33D-1B0F7635559F}" srcOrd="0" destOrd="0" presId="urn:microsoft.com/office/officeart/2017/3/layout/HorizontalPathTimeline"/>
    <dgm:cxn modelId="{E946FCA6-E65B-9142-B958-5ED8A2A372E3}" type="presOf" srcId="{9C6E11CA-D1CF-45B9-B96C-692412A664C0}" destId="{4CC2B2A9-F78E-C143-9421-5DA2B7C01B64}" srcOrd="0" destOrd="0" presId="urn:microsoft.com/office/officeart/2017/3/layout/HorizontalPathTimeline"/>
    <dgm:cxn modelId="{04591FBD-AD4A-4C35-A629-85847ACE87BE}" srcId="{6252E7DB-69B9-44D4-983B-C40BB21374BD}" destId="{58A0ED01-4AE7-45FF-B50D-A15EE4FDD9C8}" srcOrd="2" destOrd="0" parTransId="{76C4ECDA-EA3D-46E2-B0F1-FAA46CB310C6}" sibTransId="{3C30CDE7-C31F-41BD-A946-52EE055E45E1}"/>
    <dgm:cxn modelId="{7BDE99CD-37E7-4BF7-BE00-2D177C0BA96A}" srcId="{AEC54EA1-286A-45B0-BEF3-DB658C9B00E9}" destId="{4B1B6BA5-2B19-46BD-9541-E16F40462D8F}" srcOrd="0" destOrd="0" parTransId="{7C72C8ED-7E5C-4A79-85AD-BD900B2D82C3}" sibTransId="{D5684FE9-1891-4F66-9F39-48C77D9A40A6}"/>
    <dgm:cxn modelId="{03D14BDE-38EF-E940-94F3-FFFEDEC9C4DD}" type="presOf" srcId="{2AB7E588-74D5-444E-9337-13C20AC6898A}" destId="{DCA63775-B062-7C4F-A038-E6A7B06298BD}" srcOrd="0" destOrd="0" presId="urn:microsoft.com/office/officeart/2017/3/layout/HorizontalPathTimeline"/>
    <dgm:cxn modelId="{810CAAF7-D227-124F-B34A-8930F9444A53}" type="presOf" srcId="{7D232CD8-C8C7-4EA6-AA6E-77B390660BD1}" destId="{AA4DECEE-3B22-B84B-B4E7-F17CE9117DAC}" srcOrd="0" destOrd="0" presId="urn:microsoft.com/office/officeart/2017/3/layout/HorizontalPathTimeline"/>
    <dgm:cxn modelId="{42142DF9-3E19-41E6-B37A-A635D18D5879}" srcId="{6252E7DB-69B9-44D4-983B-C40BB21374BD}" destId="{AEC54EA1-286A-45B0-BEF3-DB658C9B00E9}" srcOrd="4" destOrd="0" parTransId="{BD17710D-5625-4EA2-B163-58824FF15D34}" sibTransId="{5B97B9FF-4F49-44AF-983D-8ED2550F8090}"/>
    <dgm:cxn modelId="{F7717DD9-88B9-5246-A438-02BDA5EC41EC}" type="presParOf" srcId="{67A34C50-322F-334F-83FF-84AC39A7D495}" destId="{F2AB8A07-9A39-1445-A2AD-C7703BEF4065}" srcOrd="0" destOrd="0" presId="urn:microsoft.com/office/officeart/2017/3/layout/HorizontalPathTimeline"/>
    <dgm:cxn modelId="{CC87981F-E946-D444-B585-2EB1A0C02B1D}" type="presParOf" srcId="{67A34C50-322F-334F-83FF-84AC39A7D495}" destId="{2F29F245-8150-0F40-B96F-B2D578AEA64F}" srcOrd="1" destOrd="0" presId="urn:microsoft.com/office/officeart/2017/3/layout/HorizontalPathTimeline"/>
    <dgm:cxn modelId="{5B1FD9D5-3719-2F4E-A746-7EF434BC1068}" type="presParOf" srcId="{2F29F245-8150-0F40-B96F-B2D578AEA64F}" destId="{ABF3A71E-DF85-3B48-8AC8-B6639EC21107}" srcOrd="0" destOrd="0" presId="urn:microsoft.com/office/officeart/2017/3/layout/HorizontalPathTimeline"/>
    <dgm:cxn modelId="{A9101BCF-40B7-7046-AAE8-DD7C4E1DEA93}" type="presParOf" srcId="{ABF3A71E-DF85-3B48-8AC8-B6639EC21107}" destId="{8E920F93-9473-C045-83EA-B7D6A309DC3D}" srcOrd="0" destOrd="0" presId="urn:microsoft.com/office/officeart/2017/3/layout/HorizontalPathTimeline"/>
    <dgm:cxn modelId="{301092B4-4BAA-2F4C-B40A-7B5EAD07774A}" type="presParOf" srcId="{ABF3A71E-DF85-3B48-8AC8-B6639EC21107}" destId="{D1FA4C8E-976B-BB42-82BF-4A0FA85B9365}" srcOrd="1" destOrd="0" presId="urn:microsoft.com/office/officeart/2017/3/layout/HorizontalPathTimeline"/>
    <dgm:cxn modelId="{08DB767A-058E-FA42-8E54-EACD9D618EE9}" type="presParOf" srcId="{D1FA4C8E-976B-BB42-82BF-4A0FA85B9365}" destId="{AA4DECEE-3B22-B84B-B4E7-F17CE9117DAC}" srcOrd="0" destOrd="0" presId="urn:microsoft.com/office/officeart/2017/3/layout/HorizontalPathTimeline"/>
    <dgm:cxn modelId="{D8A144AD-20CA-4847-B9CC-4CE3FCBF7C98}" type="presParOf" srcId="{D1FA4C8E-976B-BB42-82BF-4A0FA85B9365}" destId="{190A28B2-9186-A046-B732-0E04B6C03C9D}" srcOrd="1" destOrd="0" presId="urn:microsoft.com/office/officeart/2017/3/layout/HorizontalPathTimeline"/>
    <dgm:cxn modelId="{5CE507D6-B126-E546-8394-F79CC2DAF43A}" type="presParOf" srcId="{ABF3A71E-DF85-3B48-8AC8-B6639EC21107}" destId="{9448F58E-948F-2648-8C13-86C202ECFA76}" srcOrd="2" destOrd="0" presId="urn:microsoft.com/office/officeart/2017/3/layout/HorizontalPathTimeline"/>
    <dgm:cxn modelId="{EECBE93B-2F92-0246-862A-F8496CB80396}" type="presParOf" srcId="{ABF3A71E-DF85-3B48-8AC8-B6639EC21107}" destId="{A38C201C-4939-9C4F-93D4-3DF990519E84}" srcOrd="3" destOrd="0" presId="urn:microsoft.com/office/officeart/2017/3/layout/HorizontalPathTimeline"/>
    <dgm:cxn modelId="{FB0C6D35-4D92-4F4C-8724-4C2E5045ECC0}" type="presParOf" srcId="{ABF3A71E-DF85-3B48-8AC8-B6639EC21107}" destId="{F51AEA5B-B920-544D-88CA-69124A34E3F6}" srcOrd="4" destOrd="0" presId="urn:microsoft.com/office/officeart/2017/3/layout/HorizontalPathTimeline"/>
    <dgm:cxn modelId="{7267F542-B1C9-084E-9E55-12980B322ED7}" type="presParOf" srcId="{2F29F245-8150-0F40-B96F-B2D578AEA64F}" destId="{78FA7092-3371-754E-9E68-A17C6D562435}" srcOrd="1" destOrd="0" presId="urn:microsoft.com/office/officeart/2017/3/layout/HorizontalPathTimeline"/>
    <dgm:cxn modelId="{9F0A55E0-2DF2-D14C-AF6C-ECD354DE3C32}" type="presParOf" srcId="{2F29F245-8150-0F40-B96F-B2D578AEA64F}" destId="{0A1B3F31-3DC9-EB4F-8653-11FA9A99E433}" srcOrd="2" destOrd="0" presId="urn:microsoft.com/office/officeart/2017/3/layout/HorizontalPathTimeline"/>
    <dgm:cxn modelId="{82CEFD63-2AAF-6E4B-81ED-34BC95A44A6B}" type="presParOf" srcId="{0A1B3F31-3DC9-EB4F-8653-11FA9A99E433}" destId="{3605F657-AF7B-CB4B-BD8E-2A6110BF1D82}" srcOrd="0" destOrd="0" presId="urn:microsoft.com/office/officeart/2017/3/layout/HorizontalPathTimeline"/>
    <dgm:cxn modelId="{B236A2CB-2DAD-9B48-AFDD-370DD7524C00}" type="presParOf" srcId="{0A1B3F31-3DC9-EB4F-8653-11FA9A99E433}" destId="{49848134-21DD-9046-A6C3-FDEF9EFC819A}" srcOrd="1" destOrd="0" presId="urn:microsoft.com/office/officeart/2017/3/layout/HorizontalPathTimeline"/>
    <dgm:cxn modelId="{7DD50AE2-07AB-F54B-99EA-7AC9FACC2882}" type="presParOf" srcId="{49848134-21DD-9046-A6C3-FDEF9EFC819A}" destId="{824FE4E3-EEAA-5840-AB58-3D57692565AD}" srcOrd="0" destOrd="0" presId="urn:microsoft.com/office/officeart/2017/3/layout/HorizontalPathTimeline"/>
    <dgm:cxn modelId="{E83D5C6A-8956-994A-8FFD-CD00287AF144}" type="presParOf" srcId="{49848134-21DD-9046-A6C3-FDEF9EFC819A}" destId="{62060D80-C097-0348-8A3E-856C3A03A7CB}" srcOrd="1" destOrd="0" presId="urn:microsoft.com/office/officeart/2017/3/layout/HorizontalPathTimeline"/>
    <dgm:cxn modelId="{9D1B066F-2EB3-714F-B599-A82F24EC2F19}" type="presParOf" srcId="{0A1B3F31-3DC9-EB4F-8653-11FA9A99E433}" destId="{5830699E-CB1F-C84E-BE01-51777AAB33EA}" srcOrd="2" destOrd="0" presId="urn:microsoft.com/office/officeart/2017/3/layout/HorizontalPathTimeline"/>
    <dgm:cxn modelId="{CEEE0871-8D92-7F47-88BB-35A915A52DD7}" type="presParOf" srcId="{0A1B3F31-3DC9-EB4F-8653-11FA9A99E433}" destId="{5D6EE049-8F0B-C149-9E80-BE8CF45FA237}" srcOrd="3" destOrd="0" presId="urn:microsoft.com/office/officeart/2017/3/layout/HorizontalPathTimeline"/>
    <dgm:cxn modelId="{E0E1358E-3220-A04B-A7A6-B3A37C6DA64E}" type="presParOf" srcId="{0A1B3F31-3DC9-EB4F-8653-11FA9A99E433}" destId="{9C0E376D-9F2A-254A-9A36-6CF09382EDFF}" srcOrd="4" destOrd="0" presId="urn:microsoft.com/office/officeart/2017/3/layout/HorizontalPathTimeline"/>
    <dgm:cxn modelId="{F7B1CF7D-3F79-A84C-9862-403843DB7076}" type="presParOf" srcId="{2F29F245-8150-0F40-B96F-B2D578AEA64F}" destId="{A98D01BE-1EC7-C947-B384-1C90D6AC4E79}" srcOrd="3" destOrd="0" presId="urn:microsoft.com/office/officeart/2017/3/layout/HorizontalPathTimeline"/>
    <dgm:cxn modelId="{0184E52D-A63B-F142-93B9-BE1A0750721C}" type="presParOf" srcId="{2F29F245-8150-0F40-B96F-B2D578AEA64F}" destId="{88284F98-7EF1-1B4D-9F87-1B1F8DEDCF32}" srcOrd="4" destOrd="0" presId="urn:microsoft.com/office/officeart/2017/3/layout/HorizontalPathTimeline"/>
    <dgm:cxn modelId="{825D5894-5441-0E49-B0DF-FA5B49F8CDE0}" type="presParOf" srcId="{88284F98-7EF1-1B4D-9F87-1B1F8DEDCF32}" destId="{2C591F8B-362D-3F46-9F1A-07B59FD41654}" srcOrd="0" destOrd="0" presId="urn:microsoft.com/office/officeart/2017/3/layout/HorizontalPathTimeline"/>
    <dgm:cxn modelId="{87555090-993B-C240-BDB4-8F8999F13090}" type="presParOf" srcId="{88284F98-7EF1-1B4D-9F87-1B1F8DEDCF32}" destId="{1A621B46-70EC-2242-AFFB-9D87169CD3B6}" srcOrd="1" destOrd="0" presId="urn:microsoft.com/office/officeart/2017/3/layout/HorizontalPathTimeline"/>
    <dgm:cxn modelId="{D719A769-AA96-C548-B436-5342F84359C5}" type="presParOf" srcId="{1A621B46-70EC-2242-AFFB-9D87169CD3B6}" destId="{DCA63775-B062-7C4F-A038-E6A7B06298BD}" srcOrd="0" destOrd="0" presId="urn:microsoft.com/office/officeart/2017/3/layout/HorizontalPathTimeline"/>
    <dgm:cxn modelId="{88F476A4-52D1-A647-AD34-1C4E730E318D}" type="presParOf" srcId="{1A621B46-70EC-2242-AFFB-9D87169CD3B6}" destId="{F3B526BB-B110-FD45-A5A1-D847F24E2492}" srcOrd="1" destOrd="0" presId="urn:microsoft.com/office/officeart/2017/3/layout/HorizontalPathTimeline"/>
    <dgm:cxn modelId="{82BFCF83-C400-E34A-8FE0-D0E0569D0BC6}" type="presParOf" srcId="{88284F98-7EF1-1B4D-9F87-1B1F8DEDCF32}" destId="{3A0391CC-E8D8-AC47-B29D-219260E55EA9}" srcOrd="2" destOrd="0" presId="urn:microsoft.com/office/officeart/2017/3/layout/HorizontalPathTimeline"/>
    <dgm:cxn modelId="{B6F28B7A-3192-7346-956B-3C9347877E82}" type="presParOf" srcId="{88284F98-7EF1-1B4D-9F87-1B1F8DEDCF32}" destId="{EDCACFAE-00BC-FE41-ADD1-D1D9D0D580D9}" srcOrd="3" destOrd="0" presId="urn:microsoft.com/office/officeart/2017/3/layout/HorizontalPathTimeline"/>
    <dgm:cxn modelId="{1C76F444-F85E-8A43-B2F3-A8283AF99623}" type="presParOf" srcId="{88284F98-7EF1-1B4D-9F87-1B1F8DEDCF32}" destId="{CF105D4E-D2E0-C546-9396-52E20ACE25A3}" srcOrd="4" destOrd="0" presId="urn:microsoft.com/office/officeart/2017/3/layout/HorizontalPathTimeline"/>
    <dgm:cxn modelId="{99AC3BBD-ED5B-604D-AD38-927D9164DCC5}" type="presParOf" srcId="{2F29F245-8150-0F40-B96F-B2D578AEA64F}" destId="{EC4273A2-7AE1-3A43-BF84-215A3F9FB967}" srcOrd="5" destOrd="0" presId="urn:microsoft.com/office/officeart/2017/3/layout/HorizontalPathTimeline"/>
    <dgm:cxn modelId="{3271A696-F5B4-B246-9DDE-66150D50FBFC}" type="presParOf" srcId="{2F29F245-8150-0F40-B96F-B2D578AEA64F}" destId="{31A2CB0F-2122-F444-979F-180463B8BE38}" srcOrd="6" destOrd="0" presId="urn:microsoft.com/office/officeart/2017/3/layout/HorizontalPathTimeline"/>
    <dgm:cxn modelId="{D381D422-2645-D944-BFD7-C72C2A700BEC}" type="presParOf" srcId="{31A2CB0F-2122-F444-979F-180463B8BE38}" destId="{413294BD-867D-414E-B33D-1B0F7635559F}" srcOrd="0" destOrd="0" presId="urn:microsoft.com/office/officeart/2017/3/layout/HorizontalPathTimeline"/>
    <dgm:cxn modelId="{C0B5597C-03E4-7D47-8C6D-01543B61CFDF}" type="presParOf" srcId="{31A2CB0F-2122-F444-979F-180463B8BE38}" destId="{8BDEB5CB-0DA6-8D48-A36C-6384BF2E0AD9}" srcOrd="1" destOrd="0" presId="urn:microsoft.com/office/officeart/2017/3/layout/HorizontalPathTimeline"/>
    <dgm:cxn modelId="{D099F4B5-A43D-1B41-B24C-FA2FB2EF0AD0}" type="presParOf" srcId="{8BDEB5CB-0DA6-8D48-A36C-6384BF2E0AD9}" destId="{4CC2B2A9-F78E-C143-9421-5DA2B7C01B64}" srcOrd="0" destOrd="0" presId="urn:microsoft.com/office/officeart/2017/3/layout/HorizontalPathTimeline"/>
    <dgm:cxn modelId="{6EE0B392-0CD3-D84A-86D0-BDB09E2BF668}" type="presParOf" srcId="{8BDEB5CB-0DA6-8D48-A36C-6384BF2E0AD9}" destId="{2D89294B-14D8-8846-8C68-799BA7511921}" srcOrd="1" destOrd="0" presId="urn:microsoft.com/office/officeart/2017/3/layout/HorizontalPathTimeline"/>
    <dgm:cxn modelId="{C6803315-5ECE-AB4C-B22B-C967AEBFC1C3}" type="presParOf" srcId="{31A2CB0F-2122-F444-979F-180463B8BE38}" destId="{26C39896-B805-1D47-A7E9-D50E6ED0A8FC}" srcOrd="2" destOrd="0" presId="urn:microsoft.com/office/officeart/2017/3/layout/HorizontalPathTimeline"/>
    <dgm:cxn modelId="{0D10696B-85B7-C546-81B5-A5312843986C}" type="presParOf" srcId="{31A2CB0F-2122-F444-979F-180463B8BE38}" destId="{DB383F1E-19E8-4F48-801F-EA151E878C48}" srcOrd="3" destOrd="0" presId="urn:microsoft.com/office/officeart/2017/3/layout/HorizontalPathTimeline"/>
    <dgm:cxn modelId="{223A648A-1613-9B4F-A6A0-31926AAE7A99}" type="presParOf" srcId="{31A2CB0F-2122-F444-979F-180463B8BE38}" destId="{8ED77A28-4940-CE4D-99B2-6F2092712E4B}" srcOrd="4" destOrd="0" presId="urn:microsoft.com/office/officeart/2017/3/layout/HorizontalPathTimeline"/>
    <dgm:cxn modelId="{86242B4F-3AAF-AA43-934C-B078F4CC1E68}" type="presParOf" srcId="{2F29F245-8150-0F40-B96F-B2D578AEA64F}" destId="{5D3149FB-D23A-2C43-B10B-9D0D466D4B26}" srcOrd="7" destOrd="0" presId="urn:microsoft.com/office/officeart/2017/3/layout/HorizontalPathTimeline"/>
    <dgm:cxn modelId="{CE61BA4D-90FB-EF4C-A65D-EA01A2EFDFD5}" type="presParOf" srcId="{2F29F245-8150-0F40-B96F-B2D578AEA64F}" destId="{B059057F-FCD1-C74E-82F2-D44019969177}" srcOrd="8" destOrd="0" presId="urn:microsoft.com/office/officeart/2017/3/layout/HorizontalPathTimeline"/>
    <dgm:cxn modelId="{CEAAAB43-6CD5-8B49-B9D9-B5E3EC7B9730}" type="presParOf" srcId="{B059057F-FCD1-C74E-82F2-D44019969177}" destId="{79179886-F586-5646-B830-560233B6058C}" srcOrd="0" destOrd="0" presId="urn:microsoft.com/office/officeart/2017/3/layout/HorizontalPathTimeline"/>
    <dgm:cxn modelId="{9EFF75E6-3351-974A-8B8D-353429D1E61F}" type="presParOf" srcId="{B059057F-FCD1-C74E-82F2-D44019969177}" destId="{96B88BD4-201B-D649-8BF2-FA220F7A423B}" srcOrd="1" destOrd="0" presId="urn:microsoft.com/office/officeart/2017/3/layout/HorizontalPathTimeline"/>
    <dgm:cxn modelId="{E3AABEC2-25D6-0F43-95FA-55C583C0F076}" type="presParOf" srcId="{96B88BD4-201B-D649-8BF2-FA220F7A423B}" destId="{913FD61A-E54D-8047-9380-3E82B2D828A1}" srcOrd="0" destOrd="0" presId="urn:microsoft.com/office/officeart/2017/3/layout/HorizontalPathTimeline"/>
    <dgm:cxn modelId="{217D57AB-0F59-AC47-89C7-7F0730CA87E7}" type="presParOf" srcId="{96B88BD4-201B-D649-8BF2-FA220F7A423B}" destId="{B605AAAE-212F-AB4A-9AC5-D1ADD0CF458D}" srcOrd="1" destOrd="0" presId="urn:microsoft.com/office/officeart/2017/3/layout/HorizontalPathTimeline"/>
    <dgm:cxn modelId="{F9DF49C6-3F23-2B4A-BB03-9AE5A0F48FF6}" type="presParOf" srcId="{B059057F-FCD1-C74E-82F2-D44019969177}" destId="{AF7E81A8-7D42-DF45-ABD5-7827C3F5E69A}" srcOrd="2" destOrd="0" presId="urn:microsoft.com/office/officeart/2017/3/layout/HorizontalPathTimeline"/>
    <dgm:cxn modelId="{712A766E-8AE0-E44D-9206-BD1EB3D454B1}" type="presParOf" srcId="{B059057F-FCD1-C74E-82F2-D44019969177}" destId="{B2CECCCC-D861-E24F-BB38-BAF1E5302197}" srcOrd="3" destOrd="0" presId="urn:microsoft.com/office/officeart/2017/3/layout/HorizontalPathTimeline"/>
    <dgm:cxn modelId="{584A1C59-60F1-1243-A0C8-90CA456E0B2B}" type="presParOf" srcId="{B059057F-FCD1-C74E-82F2-D44019969177}" destId="{CE4D16BF-266E-E942-A5C0-178C3267AD91}" srcOrd="4" destOrd="0" presId="urn:microsoft.com/office/officeart/2017/3/layout/HorizontalPath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AC6499D-D0E7-4BB8-91F4-E5605B770A11}" type="doc">
      <dgm:prSet loTypeId="urn:microsoft.com/office/officeart/2016/7/layout/RepeatingBendingProcessNew" loCatId="process" qsTypeId="urn:microsoft.com/office/officeart/2005/8/quickstyle/simple4" qsCatId="simple" csTypeId="urn:microsoft.com/office/officeart/2005/8/colors/colorful1" csCatId="colorful"/>
      <dgm:spPr/>
      <dgm:t>
        <a:bodyPr/>
        <a:lstStyle/>
        <a:p>
          <a:endParaRPr lang="en-US"/>
        </a:p>
      </dgm:t>
    </dgm:pt>
    <dgm:pt modelId="{71C1A66E-486A-46DF-910A-5314A24312B8}">
      <dgm:prSet/>
      <dgm:spPr/>
      <dgm:t>
        <a:bodyPr/>
        <a:lstStyle/>
        <a:p>
          <a:r>
            <a:rPr lang="es-CO"/>
            <a:t>DRA BOHORQUEZ   21/07/2025</a:t>
          </a:r>
          <a:endParaRPr lang="en-US"/>
        </a:p>
      </dgm:t>
    </dgm:pt>
    <dgm:pt modelId="{3E6592FE-E453-4AAD-A53F-F72FF60A3D1E}" type="parTrans" cxnId="{DA048691-CAAB-45F3-87AE-DE2C6AA8249F}">
      <dgm:prSet/>
      <dgm:spPr/>
      <dgm:t>
        <a:bodyPr/>
        <a:lstStyle/>
        <a:p>
          <a:endParaRPr lang="en-US"/>
        </a:p>
      </dgm:t>
    </dgm:pt>
    <dgm:pt modelId="{A191507C-5DF1-440B-AF4F-71B766A663A4}" type="sibTrans" cxnId="{DA048691-CAAB-45F3-87AE-DE2C6AA8249F}">
      <dgm:prSet/>
      <dgm:spPr/>
      <dgm:t>
        <a:bodyPr/>
        <a:lstStyle/>
        <a:p>
          <a:endParaRPr lang="en-US"/>
        </a:p>
      </dgm:t>
    </dgm:pt>
    <dgm:pt modelId="{8AA66ED2-12A0-418A-9770-5B5274652F53}">
      <dgm:prSet/>
      <dgm:spPr/>
      <dgm:t>
        <a:bodyPr/>
        <a:lstStyle/>
        <a:p>
          <a:r>
            <a:rPr lang="es-CO"/>
            <a:t>24.2 Semanas </a:t>
          </a:r>
          <a:endParaRPr lang="en-US"/>
        </a:p>
      </dgm:t>
    </dgm:pt>
    <dgm:pt modelId="{0280A341-3E17-4635-B573-C13BA58A72AD}" type="parTrans" cxnId="{1F92FCCF-9C6E-4527-88CC-0F22F0989B42}">
      <dgm:prSet/>
      <dgm:spPr/>
      <dgm:t>
        <a:bodyPr/>
        <a:lstStyle/>
        <a:p>
          <a:endParaRPr lang="en-US"/>
        </a:p>
      </dgm:t>
    </dgm:pt>
    <dgm:pt modelId="{9A698FA6-7E69-4CBF-85E6-116E476D030C}" type="sibTrans" cxnId="{1F92FCCF-9C6E-4527-88CC-0F22F0989B42}">
      <dgm:prSet/>
      <dgm:spPr/>
      <dgm:t>
        <a:bodyPr/>
        <a:lstStyle/>
        <a:p>
          <a:endParaRPr lang="en-US"/>
        </a:p>
      </dgm:t>
    </dgm:pt>
    <dgm:pt modelId="{11AE1F2F-CA70-436E-830F-BB6B6143D17A}">
      <dgm:prSet/>
      <dgm:spPr/>
      <dgm:t>
        <a:bodyPr/>
        <a:lstStyle/>
        <a:p>
          <a:r>
            <a:rPr lang="es-CO"/>
            <a:t>Ruidos sin agregados + polipnea en reposo </a:t>
          </a:r>
          <a:endParaRPr lang="en-US"/>
        </a:p>
      </dgm:t>
    </dgm:pt>
    <dgm:pt modelId="{19930663-EEF3-4667-B51A-E9D8244BAA3D}" type="parTrans" cxnId="{5CB8BDFC-0E98-4A17-917E-2C81A1C7312A}">
      <dgm:prSet/>
      <dgm:spPr/>
      <dgm:t>
        <a:bodyPr/>
        <a:lstStyle/>
        <a:p>
          <a:endParaRPr lang="en-US"/>
        </a:p>
      </dgm:t>
    </dgm:pt>
    <dgm:pt modelId="{D41CE50A-2D7B-40BF-8569-9E7B3E544FD8}" type="sibTrans" cxnId="{5CB8BDFC-0E98-4A17-917E-2C81A1C7312A}">
      <dgm:prSet/>
      <dgm:spPr/>
      <dgm:t>
        <a:bodyPr/>
        <a:lstStyle/>
        <a:p>
          <a:endParaRPr lang="en-US"/>
        </a:p>
      </dgm:t>
    </dgm:pt>
    <dgm:pt modelId="{D2AF73E8-5925-44FA-9EA6-F84B6E4445A2}">
      <dgm:prSet/>
      <dgm:spPr/>
      <dgm:t>
        <a:bodyPr/>
        <a:lstStyle/>
        <a:p>
          <a:r>
            <a:rPr lang="es-CO"/>
            <a:t>Dx de asma sin dx espirométrico </a:t>
          </a:r>
          <a:endParaRPr lang="en-US"/>
        </a:p>
      </dgm:t>
    </dgm:pt>
    <dgm:pt modelId="{F24188DC-6E7E-47FB-8744-BCB459915F0A}" type="parTrans" cxnId="{C3B557A6-FC31-45BC-914E-50D4660BDA84}">
      <dgm:prSet/>
      <dgm:spPr/>
      <dgm:t>
        <a:bodyPr/>
        <a:lstStyle/>
        <a:p>
          <a:endParaRPr lang="en-US"/>
        </a:p>
      </dgm:t>
    </dgm:pt>
    <dgm:pt modelId="{9925BD84-4408-49DA-AE2E-E2984CDA69B5}" type="sibTrans" cxnId="{C3B557A6-FC31-45BC-914E-50D4660BDA84}">
      <dgm:prSet/>
      <dgm:spPr/>
      <dgm:t>
        <a:bodyPr/>
        <a:lstStyle/>
        <a:p>
          <a:endParaRPr lang="en-US"/>
        </a:p>
      </dgm:t>
    </dgm:pt>
    <dgm:pt modelId="{AEFC371C-F885-4B7A-9E11-82E9AEF0A756}">
      <dgm:prSet/>
      <dgm:spPr/>
      <dgm:t>
        <a:bodyPr/>
        <a:lstStyle/>
        <a:p>
          <a:r>
            <a:rPr lang="es-CO"/>
            <a:t>Tos seca desde 2024 </a:t>
          </a:r>
          <a:endParaRPr lang="en-US"/>
        </a:p>
      </dgm:t>
    </dgm:pt>
    <dgm:pt modelId="{A7337CCA-DE0E-403F-9D8C-B6E9D8598B9E}" type="parTrans" cxnId="{9020CE9A-7E06-4CBD-8837-DD9188FFE89C}">
      <dgm:prSet/>
      <dgm:spPr/>
      <dgm:t>
        <a:bodyPr/>
        <a:lstStyle/>
        <a:p>
          <a:endParaRPr lang="en-US"/>
        </a:p>
      </dgm:t>
    </dgm:pt>
    <dgm:pt modelId="{F70253E3-48D4-4DF6-B606-BEAFE12B85A3}" type="sibTrans" cxnId="{9020CE9A-7E06-4CBD-8837-DD9188FFE89C}">
      <dgm:prSet/>
      <dgm:spPr/>
      <dgm:t>
        <a:bodyPr/>
        <a:lstStyle/>
        <a:p>
          <a:endParaRPr lang="en-US"/>
        </a:p>
      </dgm:t>
    </dgm:pt>
    <dgm:pt modelId="{20AE1675-84F3-4278-8133-322B90B5041E}">
      <dgm:prSet/>
      <dgm:spPr/>
      <dgm:t>
        <a:bodyPr/>
        <a:lstStyle/>
        <a:p>
          <a:r>
            <a:rPr lang="es-CO"/>
            <a:t>Disnea clase III / IV   sin síntomas congestivos  o hipoperfusión </a:t>
          </a:r>
          <a:endParaRPr lang="en-US"/>
        </a:p>
      </dgm:t>
    </dgm:pt>
    <dgm:pt modelId="{F16C1175-EBEA-4474-95C2-7F73987CEF9E}" type="parTrans" cxnId="{928A8FDA-5A95-4079-8D34-287799E4A5BD}">
      <dgm:prSet/>
      <dgm:spPr/>
      <dgm:t>
        <a:bodyPr/>
        <a:lstStyle/>
        <a:p>
          <a:endParaRPr lang="en-US"/>
        </a:p>
      </dgm:t>
    </dgm:pt>
    <dgm:pt modelId="{5A8A02B3-8137-4DAF-9A54-6F6305B33476}" type="sibTrans" cxnId="{928A8FDA-5A95-4079-8D34-287799E4A5BD}">
      <dgm:prSet/>
      <dgm:spPr/>
      <dgm:t>
        <a:bodyPr/>
        <a:lstStyle/>
        <a:p>
          <a:endParaRPr lang="en-US"/>
        </a:p>
      </dgm:t>
    </dgm:pt>
    <dgm:pt modelId="{C7AA31CF-3E90-4E11-A0C5-8494D52B8FA7}">
      <dgm:prSet/>
      <dgm:spPr/>
      <dgm:t>
        <a:bodyPr/>
        <a:lstStyle/>
        <a:p>
          <a:r>
            <a:rPr lang="es-CO"/>
            <a:t>Ss ecott  - espirometría  y val por perinatología </a:t>
          </a:r>
          <a:endParaRPr lang="en-US"/>
        </a:p>
      </dgm:t>
    </dgm:pt>
    <dgm:pt modelId="{83756956-26E7-4232-B120-511597BB291A}" type="parTrans" cxnId="{D8AB311D-939C-48B7-81F6-FE9DDBDA2A6C}">
      <dgm:prSet/>
      <dgm:spPr/>
      <dgm:t>
        <a:bodyPr/>
        <a:lstStyle/>
        <a:p>
          <a:endParaRPr lang="en-US"/>
        </a:p>
      </dgm:t>
    </dgm:pt>
    <dgm:pt modelId="{7FF86262-738A-4D03-B985-BFA4845CDCB7}" type="sibTrans" cxnId="{D8AB311D-939C-48B7-81F6-FE9DDBDA2A6C}">
      <dgm:prSet/>
      <dgm:spPr/>
      <dgm:t>
        <a:bodyPr/>
        <a:lstStyle/>
        <a:p>
          <a:endParaRPr lang="en-US"/>
        </a:p>
      </dgm:t>
    </dgm:pt>
    <dgm:pt modelId="{B372EC7E-7787-4D3E-89BC-B075A5210A6F}">
      <dgm:prSet/>
      <dgm:spPr/>
      <dgm:t>
        <a:bodyPr/>
        <a:lstStyle/>
        <a:p>
          <a:r>
            <a:rPr lang="es-CO"/>
            <a:t>Se invita a curso de la maternidad </a:t>
          </a:r>
          <a:endParaRPr lang="en-US"/>
        </a:p>
      </dgm:t>
    </dgm:pt>
    <dgm:pt modelId="{35E9B1C9-8A7B-48E4-81F9-1571E073EB44}" type="parTrans" cxnId="{FE046AEB-3E02-4C4F-B690-F02612B6E690}">
      <dgm:prSet/>
      <dgm:spPr/>
      <dgm:t>
        <a:bodyPr/>
        <a:lstStyle/>
        <a:p>
          <a:endParaRPr lang="en-US"/>
        </a:p>
      </dgm:t>
    </dgm:pt>
    <dgm:pt modelId="{A62EDC6C-D098-4988-8D9C-16A135367CDB}" type="sibTrans" cxnId="{FE046AEB-3E02-4C4F-B690-F02612B6E690}">
      <dgm:prSet/>
      <dgm:spPr/>
      <dgm:t>
        <a:bodyPr/>
        <a:lstStyle/>
        <a:p>
          <a:endParaRPr lang="en-US"/>
        </a:p>
      </dgm:t>
    </dgm:pt>
    <dgm:pt modelId="{2F3E0528-D788-944E-924B-389C9269457A}" type="pres">
      <dgm:prSet presAssocID="{EAC6499D-D0E7-4BB8-91F4-E5605B770A11}" presName="Name0" presStyleCnt="0">
        <dgm:presLayoutVars>
          <dgm:dir/>
          <dgm:resizeHandles val="exact"/>
        </dgm:presLayoutVars>
      </dgm:prSet>
      <dgm:spPr/>
    </dgm:pt>
    <dgm:pt modelId="{A173EB5D-0CBE-B84C-AA58-A8CD4A6AA992}" type="pres">
      <dgm:prSet presAssocID="{71C1A66E-486A-46DF-910A-5314A24312B8}" presName="node" presStyleLbl="node1" presStyleIdx="0" presStyleCnt="8">
        <dgm:presLayoutVars>
          <dgm:bulletEnabled val="1"/>
        </dgm:presLayoutVars>
      </dgm:prSet>
      <dgm:spPr/>
    </dgm:pt>
    <dgm:pt modelId="{CC30B3E2-DC6F-0840-B56F-F609F5BC5026}" type="pres">
      <dgm:prSet presAssocID="{A191507C-5DF1-440B-AF4F-71B766A663A4}" presName="sibTrans" presStyleLbl="sibTrans1D1" presStyleIdx="0" presStyleCnt="7"/>
      <dgm:spPr/>
    </dgm:pt>
    <dgm:pt modelId="{0ED34133-1FFC-3E46-9B53-668134580437}" type="pres">
      <dgm:prSet presAssocID="{A191507C-5DF1-440B-AF4F-71B766A663A4}" presName="connectorText" presStyleLbl="sibTrans1D1" presStyleIdx="0" presStyleCnt="7"/>
      <dgm:spPr/>
    </dgm:pt>
    <dgm:pt modelId="{A2C244C9-653B-F345-BEB1-7A5809C1DEC2}" type="pres">
      <dgm:prSet presAssocID="{8AA66ED2-12A0-418A-9770-5B5274652F53}" presName="node" presStyleLbl="node1" presStyleIdx="1" presStyleCnt="8">
        <dgm:presLayoutVars>
          <dgm:bulletEnabled val="1"/>
        </dgm:presLayoutVars>
      </dgm:prSet>
      <dgm:spPr/>
    </dgm:pt>
    <dgm:pt modelId="{1B60CC59-8B30-A64E-BC59-93B015E92B11}" type="pres">
      <dgm:prSet presAssocID="{9A698FA6-7E69-4CBF-85E6-116E476D030C}" presName="sibTrans" presStyleLbl="sibTrans1D1" presStyleIdx="1" presStyleCnt="7"/>
      <dgm:spPr/>
    </dgm:pt>
    <dgm:pt modelId="{C8AEA0ED-C64D-2E45-B95B-3EF4A531B732}" type="pres">
      <dgm:prSet presAssocID="{9A698FA6-7E69-4CBF-85E6-116E476D030C}" presName="connectorText" presStyleLbl="sibTrans1D1" presStyleIdx="1" presStyleCnt="7"/>
      <dgm:spPr/>
    </dgm:pt>
    <dgm:pt modelId="{361CF54E-6E00-A848-BAD6-38E386F0887B}" type="pres">
      <dgm:prSet presAssocID="{11AE1F2F-CA70-436E-830F-BB6B6143D17A}" presName="node" presStyleLbl="node1" presStyleIdx="2" presStyleCnt="8">
        <dgm:presLayoutVars>
          <dgm:bulletEnabled val="1"/>
        </dgm:presLayoutVars>
      </dgm:prSet>
      <dgm:spPr/>
    </dgm:pt>
    <dgm:pt modelId="{362BB942-DFE1-334D-913B-7F8C575DB480}" type="pres">
      <dgm:prSet presAssocID="{D41CE50A-2D7B-40BF-8569-9E7B3E544FD8}" presName="sibTrans" presStyleLbl="sibTrans1D1" presStyleIdx="2" presStyleCnt="7"/>
      <dgm:spPr/>
    </dgm:pt>
    <dgm:pt modelId="{79482AE8-82DD-D84F-816A-36780A3D7C84}" type="pres">
      <dgm:prSet presAssocID="{D41CE50A-2D7B-40BF-8569-9E7B3E544FD8}" presName="connectorText" presStyleLbl="sibTrans1D1" presStyleIdx="2" presStyleCnt="7"/>
      <dgm:spPr/>
    </dgm:pt>
    <dgm:pt modelId="{DB88CAD6-EBCF-944E-B744-1F5C1E7818C7}" type="pres">
      <dgm:prSet presAssocID="{D2AF73E8-5925-44FA-9EA6-F84B6E4445A2}" presName="node" presStyleLbl="node1" presStyleIdx="3" presStyleCnt="8">
        <dgm:presLayoutVars>
          <dgm:bulletEnabled val="1"/>
        </dgm:presLayoutVars>
      </dgm:prSet>
      <dgm:spPr/>
    </dgm:pt>
    <dgm:pt modelId="{E37229C0-583D-E144-87C7-6832A5D22A7E}" type="pres">
      <dgm:prSet presAssocID="{9925BD84-4408-49DA-AE2E-E2984CDA69B5}" presName="sibTrans" presStyleLbl="sibTrans1D1" presStyleIdx="3" presStyleCnt="7"/>
      <dgm:spPr/>
    </dgm:pt>
    <dgm:pt modelId="{99DBD350-AD00-4B47-BA95-AB3FF7FA66D1}" type="pres">
      <dgm:prSet presAssocID="{9925BD84-4408-49DA-AE2E-E2984CDA69B5}" presName="connectorText" presStyleLbl="sibTrans1D1" presStyleIdx="3" presStyleCnt="7"/>
      <dgm:spPr/>
    </dgm:pt>
    <dgm:pt modelId="{6F0B51B0-3334-9844-B5F7-27EA755FDBA6}" type="pres">
      <dgm:prSet presAssocID="{AEFC371C-F885-4B7A-9E11-82E9AEF0A756}" presName="node" presStyleLbl="node1" presStyleIdx="4" presStyleCnt="8">
        <dgm:presLayoutVars>
          <dgm:bulletEnabled val="1"/>
        </dgm:presLayoutVars>
      </dgm:prSet>
      <dgm:spPr/>
    </dgm:pt>
    <dgm:pt modelId="{350394E7-8470-7C43-BA12-AA2DCB482BD4}" type="pres">
      <dgm:prSet presAssocID="{F70253E3-48D4-4DF6-B606-BEAFE12B85A3}" presName="sibTrans" presStyleLbl="sibTrans1D1" presStyleIdx="4" presStyleCnt="7"/>
      <dgm:spPr/>
    </dgm:pt>
    <dgm:pt modelId="{8237BDDE-F146-5341-A6A3-F484EB806F51}" type="pres">
      <dgm:prSet presAssocID="{F70253E3-48D4-4DF6-B606-BEAFE12B85A3}" presName="connectorText" presStyleLbl="sibTrans1D1" presStyleIdx="4" presStyleCnt="7"/>
      <dgm:spPr/>
    </dgm:pt>
    <dgm:pt modelId="{D23F1D98-7A29-094A-8727-8CC95E9A3DB7}" type="pres">
      <dgm:prSet presAssocID="{20AE1675-84F3-4278-8133-322B90B5041E}" presName="node" presStyleLbl="node1" presStyleIdx="5" presStyleCnt="8">
        <dgm:presLayoutVars>
          <dgm:bulletEnabled val="1"/>
        </dgm:presLayoutVars>
      </dgm:prSet>
      <dgm:spPr/>
    </dgm:pt>
    <dgm:pt modelId="{29D984C7-6B0A-5943-BD20-D4E8092F885C}" type="pres">
      <dgm:prSet presAssocID="{5A8A02B3-8137-4DAF-9A54-6F6305B33476}" presName="sibTrans" presStyleLbl="sibTrans1D1" presStyleIdx="5" presStyleCnt="7"/>
      <dgm:spPr/>
    </dgm:pt>
    <dgm:pt modelId="{5EB89972-B579-EF49-89AA-C69C890C3AD9}" type="pres">
      <dgm:prSet presAssocID="{5A8A02B3-8137-4DAF-9A54-6F6305B33476}" presName="connectorText" presStyleLbl="sibTrans1D1" presStyleIdx="5" presStyleCnt="7"/>
      <dgm:spPr/>
    </dgm:pt>
    <dgm:pt modelId="{C337DA9C-D90E-524A-96D3-6291E0C93CEC}" type="pres">
      <dgm:prSet presAssocID="{C7AA31CF-3E90-4E11-A0C5-8494D52B8FA7}" presName="node" presStyleLbl="node1" presStyleIdx="6" presStyleCnt="8">
        <dgm:presLayoutVars>
          <dgm:bulletEnabled val="1"/>
        </dgm:presLayoutVars>
      </dgm:prSet>
      <dgm:spPr/>
    </dgm:pt>
    <dgm:pt modelId="{62FE307E-7D01-134B-BD68-3CAF5F2CB7C4}" type="pres">
      <dgm:prSet presAssocID="{7FF86262-738A-4D03-B985-BFA4845CDCB7}" presName="sibTrans" presStyleLbl="sibTrans1D1" presStyleIdx="6" presStyleCnt="7"/>
      <dgm:spPr/>
    </dgm:pt>
    <dgm:pt modelId="{C3E22FB5-53F0-6A4D-BBB0-E0D905FBBDC8}" type="pres">
      <dgm:prSet presAssocID="{7FF86262-738A-4D03-B985-BFA4845CDCB7}" presName="connectorText" presStyleLbl="sibTrans1D1" presStyleIdx="6" presStyleCnt="7"/>
      <dgm:spPr/>
    </dgm:pt>
    <dgm:pt modelId="{732525D1-8D24-5F41-AB7B-99081F9A27EF}" type="pres">
      <dgm:prSet presAssocID="{B372EC7E-7787-4D3E-89BC-B075A5210A6F}" presName="node" presStyleLbl="node1" presStyleIdx="7" presStyleCnt="8">
        <dgm:presLayoutVars>
          <dgm:bulletEnabled val="1"/>
        </dgm:presLayoutVars>
      </dgm:prSet>
      <dgm:spPr/>
    </dgm:pt>
  </dgm:ptLst>
  <dgm:cxnLst>
    <dgm:cxn modelId="{F3C91202-03F3-F04A-A647-6FFA21D605E5}" type="presOf" srcId="{D2AF73E8-5925-44FA-9EA6-F84B6E4445A2}" destId="{DB88CAD6-EBCF-944E-B744-1F5C1E7818C7}" srcOrd="0" destOrd="0" presId="urn:microsoft.com/office/officeart/2016/7/layout/RepeatingBendingProcessNew"/>
    <dgm:cxn modelId="{0E32B417-B9F5-0644-9749-9D800B94FA0B}" type="presOf" srcId="{D41CE50A-2D7B-40BF-8569-9E7B3E544FD8}" destId="{79482AE8-82DD-D84F-816A-36780A3D7C84}" srcOrd="1" destOrd="0" presId="urn:microsoft.com/office/officeart/2016/7/layout/RepeatingBendingProcessNew"/>
    <dgm:cxn modelId="{122CF11B-AAB9-1247-89DE-88BEFDB04AA1}" type="presOf" srcId="{71C1A66E-486A-46DF-910A-5314A24312B8}" destId="{A173EB5D-0CBE-B84C-AA58-A8CD4A6AA992}" srcOrd="0" destOrd="0" presId="urn:microsoft.com/office/officeart/2016/7/layout/RepeatingBendingProcessNew"/>
    <dgm:cxn modelId="{D8AB311D-939C-48B7-81F6-FE9DDBDA2A6C}" srcId="{EAC6499D-D0E7-4BB8-91F4-E5605B770A11}" destId="{C7AA31CF-3E90-4E11-A0C5-8494D52B8FA7}" srcOrd="6" destOrd="0" parTransId="{83756956-26E7-4232-B120-511597BB291A}" sibTransId="{7FF86262-738A-4D03-B985-BFA4845CDCB7}"/>
    <dgm:cxn modelId="{FB98FD29-8219-B748-96EC-A2088E29DED2}" type="presOf" srcId="{F70253E3-48D4-4DF6-B606-BEAFE12B85A3}" destId="{350394E7-8470-7C43-BA12-AA2DCB482BD4}" srcOrd="0" destOrd="0" presId="urn:microsoft.com/office/officeart/2016/7/layout/RepeatingBendingProcessNew"/>
    <dgm:cxn modelId="{A5AD594D-B952-EE4F-9606-8DFA79DBDD6F}" type="presOf" srcId="{7FF86262-738A-4D03-B985-BFA4845CDCB7}" destId="{62FE307E-7D01-134B-BD68-3CAF5F2CB7C4}" srcOrd="0" destOrd="0" presId="urn:microsoft.com/office/officeart/2016/7/layout/RepeatingBendingProcessNew"/>
    <dgm:cxn modelId="{476D565B-3511-D249-882B-A912C92B77EB}" type="presOf" srcId="{20AE1675-84F3-4278-8133-322B90B5041E}" destId="{D23F1D98-7A29-094A-8727-8CC95E9A3DB7}" srcOrd="0" destOrd="0" presId="urn:microsoft.com/office/officeart/2016/7/layout/RepeatingBendingProcessNew"/>
    <dgm:cxn modelId="{F66F5063-5FE6-DD48-9AAF-422D637BAB41}" type="presOf" srcId="{AEFC371C-F885-4B7A-9E11-82E9AEF0A756}" destId="{6F0B51B0-3334-9844-B5F7-27EA755FDBA6}" srcOrd="0" destOrd="0" presId="urn:microsoft.com/office/officeart/2016/7/layout/RepeatingBendingProcessNew"/>
    <dgm:cxn modelId="{3F6AB066-972D-964B-A3E4-F7D2B1148E92}" type="presOf" srcId="{F70253E3-48D4-4DF6-B606-BEAFE12B85A3}" destId="{8237BDDE-F146-5341-A6A3-F484EB806F51}" srcOrd="1" destOrd="0" presId="urn:microsoft.com/office/officeart/2016/7/layout/RepeatingBendingProcessNew"/>
    <dgm:cxn modelId="{22928169-23D3-CE47-A84D-1863EC44BC14}" type="presOf" srcId="{5A8A02B3-8137-4DAF-9A54-6F6305B33476}" destId="{29D984C7-6B0A-5943-BD20-D4E8092F885C}" srcOrd="0" destOrd="0" presId="urn:microsoft.com/office/officeart/2016/7/layout/RepeatingBendingProcessNew"/>
    <dgm:cxn modelId="{295DC47D-6D8F-014D-88EF-4615610C11F3}" type="presOf" srcId="{A191507C-5DF1-440B-AF4F-71B766A663A4}" destId="{0ED34133-1FFC-3E46-9B53-668134580437}" srcOrd="1" destOrd="0" presId="urn:microsoft.com/office/officeart/2016/7/layout/RepeatingBendingProcessNew"/>
    <dgm:cxn modelId="{6DBC2A86-9989-B04A-B34F-8276108E849A}" type="presOf" srcId="{9A698FA6-7E69-4CBF-85E6-116E476D030C}" destId="{C8AEA0ED-C64D-2E45-B95B-3EF4A531B732}" srcOrd="1" destOrd="0" presId="urn:microsoft.com/office/officeart/2016/7/layout/RepeatingBendingProcessNew"/>
    <dgm:cxn modelId="{EF3B868A-7AEA-0D4A-B9EB-A2232ACE05AA}" type="presOf" srcId="{5A8A02B3-8137-4DAF-9A54-6F6305B33476}" destId="{5EB89972-B579-EF49-89AA-C69C890C3AD9}" srcOrd="1" destOrd="0" presId="urn:microsoft.com/office/officeart/2016/7/layout/RepeatingBendingProcessNew"/>
    <dgm:cxn modelId="{A22E188B-6DED-0F47-8A7B-3BEB33CE23E7}" type="presOf" srcId="{9925BD84-4408-49DA-AE2E-E2984CDA69B5}" destId="{99DBD350-AD00-4B47-BA95-AB3FF7FA66D1}" srcOrd="1" destOrd="0" presId="urn:microsoft.com/office/officeart/2016/7/layout/RepeatingBendingProcessNew"/>
    <dgm:cxn modelId="{E5067A8C-726D-7443-88B0-5F40CE9ACFE3}" type="presOf" srcId="{D41CE50A-2D7B-40BF-8569-9E7B3E544FD8}" destId="{362BB942-DFE1-334D-913B-7F8C575DB480}" srcOrd="0" destOrd="0" presId="urn:microsoft.com/office/officeart/2016/7/layout/RepeatingBendingProcessNew"/>
    <dgm:cxn modelId="{DA048691-CAAB-45F3-87AE-DE2C6AA8249F}" srcId="{EAC6499D-D0E7-4BB8-91F4-E5605B770A11}" destId="{71C1A66E-486A-46DF-910A-5314A24312B8}" srcOrd="0" destOrd="0" parTransId="{3E6592FE-E453-4AAD-A53F-F72FF60A3D1E}" sibTransId="{A191507C-5DF1-440B-AF4F-71B766A663A4}"/>
    <dgm:cxn modelId="{9020CE9A-7E06-4CBD-8837-DD9188FFE89C}" srcId="{EAC6499D-D0E7-4BB8-91F4-E5605B770A11}" destId="{AEFC371C-F885-4B7A-9E11-82E9AEF0A756}" srcOrd="4" destOrd="0" parTransId="{A7337CCA-DE0E-403F-9D8C-B6E9D8598B9E}" sibTransId="{F70253E3-48D4-4DF6-B606-BEAFE12B85A3}"/>
    <dgm:cxn modelId="{708457A6-12C9-D54F-8596-CFB944349A91}" type="presOf" srcId="{B372EC7E-7787-4D3E-89BC-B075A5210A6F}" destId="{732525D1-8D24-5F41-AB7B-99081F9A27EF}" srcOrd="0" destOrd="0" presId="urn:microsoft.com/office/officeart/2016/7/layout/RepeatingBendingProcessNew"/>
    <dgm:cxn modelId="{C3B557A6-FC31-45BC-914E-50D4660BDA84}" srcId="{EAC6499D-D0E7-4BB8-91F4-E5605B770A11}" destId="{D2AF73E8-5925-44FA-9EA6-F84B6E4445A2}" srcOrd="3" destOrd="0" parTransId="{F24188DC-6E7E-47FB-8744-BCB459915F0A}" sibTransId="{9925BD84-4408-49DA-AE2E-E2984CDA69B5}"/>
    <dgm:cxn modelId="{343406A7-45D4-A146-A437-834A598FE080}" type="presOf" srcId="{11AE1F2F-CA70-436E-830F-BB6B6143D17A}" destId="{361CF54E-6E00-A848-BAD6-38E386F0887B}" srcOrd="0" destOrd="0" presId="urn:microsoft.com/office/officeart/2016/7/layout/RepeatingBendingProcessNew"/>
    <dgm:cxn modelId="{C063F3AE-25BE-B74D-BA81-137CFF2BAB61}" type="presOf" srcId="{EAC6499D-D0E7-4BB8-91F4-E5605B770A11}" destId="{2F3E0528-D788-944E-924B-389C9269457A}" srcOrd="0" destOrd="0" presId="urn:microsoft.com/office/officeart/2016/7/layout/RepeatingBendingProcessNew"/>
    <dgm:cxn modelId="{DF207DB6-6F52-CA42-B5FB-883D13EBDD3B}" type="presOf" srcId="{A191507C-5DF1-440B-AF4F-71B766A663A4}" destId="{CC30B3E2-DC6F-0840-B56F-F609F5BC5026}" srcOrd="0" destOrd="0" presId="urn:microsoft.com/office/officeart/2016/7/layout/RepeatingBendingProcessNew"/>
    <dgm:cxn modelId="{1238B0C2-7E6E-6442-9FCA-FA08C96261EB}" type="presOf" srcId="{8AA66ED2-12A0-418A-9770-5B5274652F53}" destId="{A2C244C9-653B-F345-BEB1-7A5809C1DEC2}" srcOrd="0" destOrd="0" presId="urn:microsoft.com/office/officeart/2016/7/layout/RepeatingBendingProcessNew"/>
    <dgm:cxn modelId="{712182C5-CC9B-904E-A277-71D7283244B7}" type="presOf" srcId="{9A698FA6-7E69-4CBF-85E6-116E476D030C}" destId="{1B60CC59-8B30-A64E-BC59-93B015E92B11}" srcOrd="0" destOrd="0" presId="urn:microsoft.com/office/officeart/2016/7/layout/RepeatingBendingProcessNew"/>
    <dgm:cxn modelId="{1F92FCCF-9C6E-4527-88CC-0F22F0989B42}" srcId="{EAC6499D-D0E7-4BB8-91F4-E5605B770A11}" destId="{8AA66ED2-12A0-418A-9770-5B5274652F53}" srcOrd="1" destOrd="0" parTransId="{0280A341-3E17-4635-B573-C13BA58A72AD}" sibTransId="{9A698FA6-7E69-4CBF-85E6-116E476D030C}"/>
    <dgm:cxn modelId="{AE9B40D0-3317-5949-BE69-6AD29F3313D4}" type="presOf" srcId="{C7AA31CF-3E90-4E11-A0C5-8494D52B8FA7}" destId="{C337DA9C-D90E-524A-96D3-6291E0C93CEC}" srcOrd="0" destOrd="0" presId="urn:microsoft.com/office/officeart/2016/7/layout/RepeatingBendingProcessNew"/>
    <dgm:cxn modelId="{928A8FDA-5A95-4079-8D34-287799E4A5BD}" srcId="{EAC6499D-D0E7-4BB8-91F4-E5605B770A11}" destId="{20AE1675-84F3-4278-8133-322B90B5041E}" srcOrd="5" destOrd="0" parTransId="{F16C1175-EBEA-4474-95C2-7F73987CEF9E}" sibTransId="{5A8A02B3-8137-4DAF-9A54-6F6305B33476}"/>
    <dgm:cxn modelId="{FE046AEB-3E02-4C4F-B690-F02612B6E690}" srcId="{EAC6499D-D0E7-4BB8-91F4-E5605B770A11}" destId="{B372EC7E-7787-4D3E-89BC-B075A5210A6F}" srcOrd="7" destOrd="0" parTransId="{35E9B1C9-8A7B-48E4-81F9-1571E073EB44}" sibTransId="{A62EDC6C-D098-4988-8D9C-16A135367CDB}"/>
    <dgm:cxn modelId="{590A99F0-514D-784A-AA5D-CABA1AAD1993}" type="presOf" srcId="{7FF86262-738A-4D03-B985-BFA4845CDCB7}" destId="{C3E22FB5-53F0-6A4D-BBB0-E0D905FBBDC8}" srcOrd="1" destOrd="0" presId="urn:microsoft.com/office/officeart/2016/7/layout/RepeatingBendingProcessNew"/>
    <dgm:cxn modelId="{5CB8BDFC-0E98-4A17-917E-2C81A1C7312A}" srcId="{EAC6499D-D0E7-4BB8-91F4-E5605B770A11}" destId="{11AE1F2F-CA70-436E-830F-BB6B6143D17A}" srcOrd="2" destOrd="0" parTransId="{19930663-EEF3-4667-B51A-E9D8244BAA3D}" sibTransId="{D41CE50A-2D7B-40BF-8569-9E7B3E544FD8}"/>
    <dgm:cxn modelId="{6DEFADFE-59EA-A545-9654-C4B1183076B6}" type="presOf" srcId="{9925BD84-4408-49DA-AE2E-E2984CDA69B5}" destId="{E37229C0-583D-E144-87C7-6832A5D22A7E}" srcOrd="0" destOrd="0" presId="urn:microsoft.com/office/officeart/2016/7/layout/RepeatingBendingProcessNew"/>
    <dgm:cxn modelId="{80A9B03F-291E-F247-9662-D952345C7169}" type="presParOf" srcId="{2F3E0528-D788-944E-924B-389C9269457A}" destId="{A173EB5D-0CBE-B84C-AA58-A8CD4A6AA992}" srcOrd="0" destOrd="0" presId="urn:microsoft.com/office/officeart/2016/7/layout/RepeatingBendingProcessNew"/>
    <dgm:cxn modelId="{1957EFF9-13FB-5744-95B9-A56D863BCCF4}" type="presParOf" srcId="{2F3E0528-D788-944E-924B-389C9269457A}" destId="{CC30B3E2-DC6F-0840-B56F-F609F5BC5026}" srcOrd="1" destOrd="0" presId="urn:microsoft.com/office/officeart/2016/7/layout/RepeatingBendingProcessNew"/>
    <dgm:cxn modelId="{6C37CA01-CB60-E34E-A4CE-14D4872BFA63}" type="presParOf" srcId="{CC30B3E2-DC6F-0840-B56F-F609F5BC5026}" destId="{0ED34133-1FFC-3E46-9B53-668134580437}" srcOrd="0" destOrd="0" presId="urn:microsoft.com/office/officeart/2016/7/layout/RepeatingBendingProcessNew"/>
    <dgm:cxn modelId="{21A92C13-1D92-3B4A-800B-FA20B56BDC47}" type="presParOf" srcId="{2F3E0528-D788-944E-924B-389C9269457A}" destId="{A2C244C9-653B-F345-BEB1-7A5809C1DEC2}" srcOrd="2" destOrd="0" presId="urn:microsoft.com/office/officeart/2016/7/layout/RepeatingBendingProcessNew"/>
    <dgm:cxn modelId="{E7E464B9-1929-4F44-83D1-A26E0664951A}" type="presParOf" srcId="{2F3E0528-D788-944E-924B-389C9269457A}" destId="{1B60CC59-8B30-A64E-BC59-93B015E92B11}" srcOrd="3" destOrd="0" presId="urn:microsoft.com/office/officeart/2016/7/layout/RepeatingBendingProcessNew"/>
    <dgm:cxn modelId="{37D63ECE-9867-094E-893E-F1075A316C62}" type="presParOf" srcId="{1B60CC59-8B30-A64E-BC59-93B015E92B11}" destId="{C8AEA0ED-C64D-2E45-B95B-3EF4A531B732}" srcOrd="0" destOrd="0" presId="urn:microsoft.com/office/officeart/2016/7/layout/RepeatingBendingProcessNew"/>
    <dgm:cxn modelId="{27138C91-1CA5-3143-A748-29DF507C7F5C}" type="presParOf" srcId="{2F3E0528-D788-944E-924B-389C9269457A}" destId="{361CF54E-6E00-A848-BAD6-38E386F0887B}" srcOrd="4" destOrd="0" presId="urn:microsoft.com/office/officeart/2016/7/layout/RepeatingBendingProcessNew"/>
    <dgm:cxn modelId="{06AB1459-2F3A-B244-9060-BB33C1A0BBA5}" type="presParOf" srcId="{2F3E0528-D788-944E-924B-389C9269457A}" destId="{362BB942-DFE1-334D-913B-7F8C575DB480}" srcOrd="5" destOrd="0" presId="urn:microsoft.com/office/officeart/2016/7/layout/RepeatingBendingProcessNew"/>
    <dgm:cxn modelId="{44FD9F66-F7D4-6146-A05F-1DE7D53E1976}" type="presParOf" srcId="{362BB942-DFE1-334D-913B-7F8C575DB480}" destId="{79482AE8-82DD-D84F-816A-36780A3D7C84}" srcOrd="0" destOrd="0" presId="urn:microsoft.com/office/officeart/2016/7/layout/RepeatingBendingProcessNew"/>
    <dgm:cxn modelId="{33057780-15A1-C84F-AAEE-5D1B1C1C7307}" type="presParOf" srcId="{2F3E0528-D788-944E-924B-389C9269457A}" destId="{DB88CAD6-EBCF-944E-B744-1F5C1E7818C7}" srcOrd="6" destOrd="0" presId="urn:microsoft.com/office/officeart/2016/7/layout/RepeatingBendingProcessNew"/>
    <dgm:cxn modelId="{EBCEC58B-07F3-6741-9A71-DB82087BDF4C}" type="presParOf" srcId="{2F3E0528-D788-944E-924B-389C9269457A}" destId="{E37229C0-583D-E144-87C7-6832A5D22A7E}" srcOrd="7" destOrd="0" presId="urn:microsoft.com/office/officeart/2016/7/layout/RepeatingBendingProcessNew"/>
    <dgm:cxn modelId="{4E92581D-B514-9742-A984-30BBF7D96F39}" type="presParOf" srcId="{E37229C0-583D-E144-87C7-6832A5D22A7E}" destId="{99DBD350-AD00-4B47-BA95-AB3FF7FA66D1}" srcOrd="0" destOrd="0" presId="urn:microsoft.com/office/officeart/2016/7/layout/RepeatingBendingProcessNew"/>
    <dgm:cxn modelId="{A111F266-ABA7-8542-BD66-508A252BCA3C}" type="presParOf" srcId="{2F3E0528-D788-944E-924B-389C9269457A}" destId="{6F0B51B0-3334-9844-B5F7-27EA755FDBA6}" srcOrd="8" destOrd="0" presId="urn:microsoft.com/office/officeart/2016/7/layout/RepeatingBendingProcessNew"/>
    <dgm:cxn modelId="{6467B489-D19B-AD4E-9B74-267C5D78857C}" type="presParOf" srcId="{2F3E0528-D788-944E-924B-389C9269457A}" destId="{350394E7-8470-7C43-BA12-AA2DCB482BD4}" srcOrd="9" destOrd="0" presId="urn:microsoft.com/office/officeart/2016/7/layout/RepeatingBendingProcessNew"/>
    <dgm:cxn modelId="{035BF95C-4D46-3D42-80C1-7DF24047CA14}" type="presParOf" srcId="{350394E7-8470-7C43-BA12-AA2DCB482BD4}" destId="{8237BDDE-F146-5341-A6A3-F484EB806F51}" srcOrd="0" destOrd="0" presId="urn:microsoft.com/office/officeart/2016/7/layout/RepeatingBendingProcessNew"/>
    <dgm:cxn modelId="{E23AA41C-A857-1C45-816D-5D78425A4F27}" type="presParOf" srcId="{2F3E0528-D788-944E-924B-389C9269457A}" destId="{D23F1D98-7A29-094A-8727-8CC95E9A3DB7}" srcOrd="10" destOrd="0" presId="urn:microsoft.com/office/officeart/2016/7/layout/RepeatingBendingProcessNew"/>
    <dgm:cxn modelId="{72C3A5B7-32F5-C043-A329-516D9EC501F8}" type="presParOf" srcId="{2F3E0528-D788-944E-924B-389C9269457A}" destId="{29D984C7-6B0A-5943-BD20-D4E8092F885C}" srcOrd="11" destOrd="0" presId="urn:microsoft.com/office/officeart/2016/7/layout/RepeatingBendingProcessNew"/>
    <dgm:cxn modelId="{58AFC666-AC92-8644-944B-D62039B5A633}" type="presParOf" srcId="{29D984C7-6B0A-5943-BD20-D4E8092F885C}" destId="{5EB89972-B579-EF49-89AA-C69C890C3AD9}" srcOrd="0" destOrd="0" presId="urn:microsoft.com/office/officeart/2016/7/layout/RepeatingBendingProcessNew"/>
    <dgm:cxn modelId="{10119050-17A7-E242-AFB8-ECD0753BE47F}" type="presParOf" srcId="{2F3E0528-D788-944E-924B-389C9269457A}" destId="{C337DA9C-D90E-524A-96D3-6291E0C93CEC}" srcOrd="12" destOrd="0" presId="urn:microsoft.com/office/officeart/2016/7/layout/RepeatingBendingProcessNew"/>
    <dgm:cxn modelId="{8995D3F3-9605-6948-8ED3-38B8340B3636}" type="presParOf" srcId="{2F3E0528-D788-944E-924B-389C9269457A}" destId="{62FE307E-7D01-134B-BD68-3CAF5F2CB7C4}" srcOrd="13" destOrd="0" presId="urn:microsoft.com/office/officeart/2016/7/layout/RepeatingBendingProcessNew"/>
    <dgm:cxn modelId="{6D87C2B2-20D7-FF47-AEB1-EF7F5A413642}" type="presParOf" srcId="{62FE307E-7D01-134B-BD68-3CAF5F2CB7C4}" destId="{C3E22FB5-53F0-6A4D-BBB0-E0D905FBBDC8}" srcOrd="0" destOrd="0" presId="urn:microsoft.com/office/officeart/2016/7/layout/RepeatingBendingProcessNew"/>
    <dgm:cxn modelId="{B117850D-F465-5C41-8169-E7EE4B45CBB9}" type="presParOf" srcId="{2F3E0528-D788-944E-924B-389C9269457A}" destId="{732525D1-8D24-5F41-AB7B-99081F9A27EF}" srcOrd="14"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E55051D-EA36-4C27-A7CB-4A6FF7270700}" type="doc">
      <dgm:prSet loTypeId="urn:microsoft.com/office/officeart/2018/layout/CircleProcess" loCatId="simpleprocesssa" qsTypeId="urn:microsoft.com/office/officeart/2005/8/quickstyle/simple1" qsCatId="simple" csTypeId="urn:microsoft.com/office/officeart/2005/8/colors/colorful5" csCatId="colorful"/>
      <dgm:spPr/>
      <dgm:t>
        <a:bodyPr/>
        <a:lstStyle/>
        <a:p>
          <a:endParaRPr lang="en-US"/>
        </a:p>
      </dgm:t>
    </dgm:pt>
    <dgm:pt modelId="{505AB5FF-5CE5-40CF-9DDB-091A7CAE75B1}">
      <dgm:prSet/>
      <dgm:spPr/>
      <dgm:t>
        <a:bodyPr/>
        <a:lstStyle/>
        <a:p>
          <a:r>
            <a:rPr lang="es-CO"/>
            <a:t>31/07/2025  se coloca holter por cardiología </a:t>
          </a:r>
          <a:endParaRPr lang="en-US"/>
        </a:p>
      </dgm:t>
    </dgm:pt>
    <dgm:pt modelId="{E08BEA77-3F06-403B-B527-6C9932576EBD}" type="parTrans" cxnId="{DD0A20CD-072D-404B-A528-DD795033CB09}">
      <dgm:prSet/>
      <dgm:spPr/>
      <dgm:t>
        <a:bodyPr/>
        <a:lstStyle/>
        <a:p>
          <a:endParaRPr lang="en-US"/>
        </a:p>
      </dgm:t>
    </dgm:pt>
    <dgm:pt modelId="{83F2FD2F-F8F5-4D0E-9265-3A756BDC06B3}" type="sibTrans" cxnId="{DD0A20CD-072D-404B-A528-DD795033CB09}">
      <dgm:prSet/>
      <dgm:spPr/>
      <dgm:t>
        <a:bodyPr/>
        <a:lstStyle/>
        <a:p>
          <a:endParaRPr lang="en-US"/>
        </a:p>
      </dgm:t>
    </dgm:pt>
    <dgm:pt modelId="{865BF5DB-9E5D-4783-B0D3-108832614D3F}">
      <dgm:prSet/>
      <dgm:spPr/>
      <dgm:t>
        <a:bodyPr/>
        <a:lstStyle/>
        <a:p>
          <a:r>
            <a:rPr lang="es-CO"/>
            <a:t>2/08/2025 Dr alvarez </a:t>
          </a:r>
          <a:endParaRPr lang="en-US"/>
        </a:p>
      </dgm:t>
    </dgm:pt>
    <dgm:pt modelId="{8DF7EC51-6D38-45AC-A697-D7F0B02D8B21}" type="parTrans" cxnId="{89D5F0AD-C1A3-4947-9A95-D87B096D5B77}">
      <dgm:prSet/>
      <dgm:spPr/>
      <dgm:t>
        <a:bodyPr/>
        <a:lstStyle/>
        <a:p>
          <a:endParaRPr lang="en-US"/>
        </a:p>
      </dgm:t>
    </dgm:pt>
    <dgm:pt modelId="{ADB9D048-1FCB-4EB0-AB7E-AA720A98E896}" type="sibTrans" cxnId="{89D5F0AD-C1A3-4947-9A95-D87B096D5B77}">
      <dgm:prSet/>
      <dgm:spPr/>
      <dgm:t>
        <a:bodyPr/>
        <a:lstStyle/>
        <a:p>
          <a:endParaRPr lang="en-US"/>
        </a:p>
      </dgm:t>
    </dgm:pt>
    <dgm:pt modelId="{515F0E62-5EFF-4AD8-9AC4-BFD816326ECE}">
      <dgm:prSet/>
      <dgm:spPr/>
      <dgm:t>
        <a:bodyPr/>
        <a:lstStyle/>
        <a:p>
          <a:r>
            <a:rPr lang="es-CO"/>
            <a:t>26.2 semanas con cuadro de 7 meses  de disnea, asma  y tos que se agudizo en la ultima semana </a:t>
          </a:r>
          <a:endParaRPr lang="en-US"/>
        </a:p>
      </dgm:t>
    </dgm:pt>
    <dgm:pt modelId="{2D72EE10-934B-449B-91A6-EEFC2D2413E5}" type="parTrans" cxnId="{D3B5B66C-1ED9-4A76-AE3E-74F5F04521E5}">
      <dgm:prSet/>
      <dgm:spPr/>
      <dgm:t>
        <a:bodyPr/>
        <a:lstStyle/>
        <a:p>
          <a:endParaRPr lang="en-US"/>
        </a:p>
      </dgm:t>
    </dgm:pt>
    <dgm:pt modelId="{616AE1CF-B473-4F71-BE19-5ADCC89EC12F}" type="sibTrans" cxnId="{D3B5B66C-1ED9-4A76-AE3E-74F5F04521E5}">
      <dgm:prSet/>
      <dgm:spPr/>
      <dgm:t>
        <a:bodyPr/>
        <a:lstStyle/>
        <a:p>
          <a:endParaRPr lang="en-US"/>
        </a:p>
      </dgm:t>
    </dgm:pt>
    <dgm:pt modelId="{76BCA196-9DAB-4019-80BF-F5807BE94B0E}">
      <dgm:prSet/>
      <dgm:spPr/>
      <dgm:t>
        <a:bodyPr/>
        <a:lstStyle/>
        <a:p>
          <a:r>
            <a:rPr lang="es-CO"/>
            <a:t>Dx asma moderado  , manejo con micronebulizaciones  y laboratorios </a:t>
          </a:r>
          <a:endParaRPr lang="en-US"/>
        </a:p>
      </dgm:t>
    </dgm:pt>
    <dgm:pt modelId="{F73B2BD5-DE51-40CF-A940-2C22853D6EB0}" type="parTrans" cxnId="{45DA6F31-B9C3-4894-B268-0161DE42516A}">
      <dgm:prSet/>
      <dgm:spPr/>
      <dgm:t>
        <a:bodyPr/>
        <a:lstStyle/>
        <a:p>
          <a:endParaRPr lang="en-US"/>
        </a:p>
      </dgm:t>
    </dgm:pt>
    <dgm:pt modelId="{4EE222EA-B60D-44FC-9549-DBCE0447D533}" type="sibTrans" cxnId="{45DA6F31-B9C3-4894-B268-0161DE42516A}">
      <dgm:prSet/>
      <dgm:spPr/>
      <dgm:t>
        <a:bodyPr/>
        <a:lstStyle/>
        <a:p>
          <a:endParaRPr lang="en-US"/>
        </a:p>
      </dgm:t>
    </dgm:pt>
    <dgm:pt modelId="{88D0E8EE-4504-444C-9B68-70F05B7D749E}">
      <dgm:prSet/>
      <dgm:spPr/>
      <dgm:t>
        <a:bodyPr/>
        <a:lstStyle/>
        <a:p>
          <a:r>
            <a:rPr lang="es-CO"/>
            <a:t>Se evidencia en la nota de revaloración no registo de signos vitales  y  se da egreso con  bromuro de ipratropio , beclometasona , se registra pendiente la espirometría  y signos de alarma  </a:t>
          </a:r>
          <a:endParaRPr lang="en-US"/>
        </a:p>
      </dgm:t>
    </dgm:pt>
    <dgm:pt modelId="{DB1853A6-DA3A-4D83-ABD7-A1115CCAE238}" type="parTrans" cxnId="{0A9F3FE5-D216-4802-8E04-ADBFBE017AA9}">
      <dgm:prSet/>
      <dgm:spPr/>
      <dgm:t>
        <a:bodyPr/>
        <a:lstStyle/>
        <a:p>
          <a:endParaRPr lang="en-US"/>
        </a:p>
      </dgm:t>
    </dgm:pt>
    <dgm:pt modelId="{603D7C82-B8AB-427C-B0DC-07A8EED4C2CF}" type="sibTrans" cxnId="{0A9F3FE5-D216-4802-8E04-ADBFBE017AA9}">
      <dgm:prSet/>
      <dgm:spPr/>
      <dgm:t>
        <a:bodyPr/>
        <a:lstStyle/>
        <a:p>
          <a:endParaRPr lang="en-US"/>
        </a:p>
      </dgm:t>
    </dgm:pt>
    <dgm:pt modelId="{B44EB26F-ED6C-4F2C-8C4E-A4D94056E119}">
      <dgm:prSet/>
      <dgm:spPr/>
      <dgm:t>
        <a:bodyPr/>
        <a:lstStyle/>
        <a:p>
          <a:r>
            <a:rPr lang="es-CO"/>
            <a:t>No se registra  los signos correspondietes a respiratorios </a:t>
          </a:r>
          <a:endParaRPr lang="en-US"/>
        </a:p>
      </dgm:t>
    </dgm:pt>
    <dgm:pt modelId="{2BAD740A-F2B5-4732-8B0A-E4DAD69E575A}" type="parTrans" cxnId="{1558A761-F94E-4522-837D-44D8CEA4A55D}">
      <dgm:prSet/>
      <dgm:spPr/>
      <dgm:t>
        <a:bodyPr/>
        <a:lstStyle/>
        <a:p>
          <a:endParaRPr lang="en-US"/>
        </a:p>
      </dgm:t>
    </dgm:pt>
    <dgm:pt modelId="{1A7C370D-A98E-48A3-9BF2-75A171FC62AB}" type="sibTrans" cxnId="{1558A761-F94E-4522-837D-44D8CEA4A55D}">
      <dgm:prSet/>
      <dgm:spPr/>
      <dgm:t>
        <a:bodyPr/>
        <a:lstStyle/>
        <a:p>
          <a:endParaRPr lang="en-US"/>
        </a:p>
      </dgm:t>
    </dgm:pt>
    <dgm:pt modelId="{363FBEF3-60F7-9440-B549-CE837073A94B}" type="pres">
      <dgm:prSet presAssocID="{5E55051D-EA36-4C27-A7CB-4A6FF7270700}" presName="Name0" presStyleCnt="0">
        <dgm:presLayoutVars>
          <dgm:chMax val="11"/>
          <dgm:chPref val="11"/>
          <dgm:dir/>
          <dgm:resizeHandles/>
        </dgm:presLayoutVars>
      </dgm:prSet>
      <dgm:spPr/>
    </dgm:pt>
    <dgm:pt modelId="{7289E285-B61A-A440-A00A-F69634945183}" type="pres">
      <dgm:prSet presAssocID="{B44EB26F-ED6C-4F2C-8C4E-A4D94056E119}" presName="Accent6" presStyleCnt="0"/>
      <dgm:spPr/>
    </dgm:pt>
    <dgm:pt modelId="{B5212824-630D-1E42-A4E4-85A6C6FF8330}" type="pres">
      <dgm:prSet presAssocID="{B44EB26F-ED6C-4F2C-8C4E-A4D94056E119}" presName="Accent" presStyleLbl="node1" presStyleIdx="0" presStyleCnt="12"/>
      <dgm:spPr/>
    </dgm:pt>
    <dgm:pt modelId="{A4A4C1E5-4472-0342-B14E-406B0E65DA54}" type="pres">
      <dgm:prSet presAssocID="{B44EB26F-ED6C-4F2C-8C4E-A4D94056E119}" presName="ParentBackground6" presStyleCnt="0"/>
      <dgm:spPr/>
    </dgm:pt>
    <dgm:pt modelId="{372F88F0-8318-E743-8E6F-0DDF89EE77D9}" type="pres">
      <dgm:prSet presAssocID="{B44EB26F-ED6C-4F2C-8C4E-A4D94056E119}" presName="ParentBackground" presStyleLbl="node1" presStyleIdx="1" presStyleCnt="12"/>
      <dgm:spPr/>
    </dgm:pt>
    <dgm:pt modelId="{8A4889A6-86B4-0945-8733-659B0C59CD81}" type="pres">
      <dgm:prSet presAssocID="{B44EB26F-ED6C-4F2C-8C4E-A4D94056E119}" presName="Parent6" presStyleLbl="fgAcc0" presStyleIdx="0" presStyleCnt="0">
        <dgm:presLayoutVars>
          <dgm:chMax val="1"/>
          <dgm:chPref val="1"/>
          <dgm:bulletEnabled val="1"/>
        </dgm:presLayoutVars>
      </dgm:prSet>
      <dgm:spPr/>
    </dgm:pt>
    <dgm:pt modelId="{3A9FD5FF-5CD5-544E-B880-7452222CED18}" type="pres">
      <dgm:prSet presAssocID="{88D0E8EE-4504-444C-9B68-70F05B7D749E}" presName="Accent5" presStyleCnt="0"/>
      <dgm:spPr/>
    </dgm:pt>
    <dgm:pt modelId="{A8740151-7F72-D14C-ACD6-FF597391A1CE}" type="pres">
      <dgm:prSet presAssocID="{88D0E8EE-4504-444C-9B68-70F05B7D749E}" presName="Accent" presStyleLbl="node1" presStyleIdx="2" presStyleCnt="12"/>
      <dgm:spPr/>
    </dgm:pt>
    <dgm:pt modelId="{869AF4CE-3744-C544-9E45-FC4E525229C3}" type="pres">
      <dgm:prSet presAssocID="{88D0E8EE-4504-444C-9B68-70F05B7D749E}" presName="ParentBackground5" presStyleCnt="0"/>
      <dgm:spPr/>
    </dgm:pt>
    <dgm:pt modelId="{66F0D086-9FE6-2340-8204-B995799B08E3}" type="pres">
      <dgm:prSet presAssocID="{88D0E8EE-4504-444C-9B68-70F05B7D749E}" presName="ParentBackground" presStyleLbl="node1" presStyleIdx="3" presStyleCnt="12"/>
      <dgm:spPr/>
    </dgm:pt>
    <dgm:pt modelId="{0404F87D-AA7E-E240-A874-1FB873DC06F3}" type="pres">
      <dgm:prSet presAssocID="{88D0E8EE-4504-444C-9B68-70F05B7D749E}" presName="Parent5" presStyleLbl="fgAcc0" presStyleIdx="0" presStyleCnt="0">
        <dgm:presLayoutVars>
          <dgm:chMax val="1"/>
          <dgm:chPref val="1"/>
          <dgm:bulletEnabled val="1"/>
        </dgm:presLayoutVars>
      </dgm:prSet>
      <dgm:spPr/>
    </dgm:pt>
    <dgm:pt modelId="{3EBB3852-2E5F-CE4E-BC02-EE147D6B7953}" type="pres">
      <dgm:prSet presAssocID="{76BCA196-9DAB-4019-80BF-F5807BE94B0E}" presName="Accent4" presStyleCnt="0"/>
      <dgm:spPr/>
    </dgm:pt>
    <dgm:pt modelId="{6ECE9793-EC26-0A4E-BAAE-E91BCFF019C8}" type="pres">
      <dgm:prSet presAssocID="{76BCA196-9DAB-4019-80BF-F5807BE94B0E}" presName="Accent" presStyleLbl="node1" presStyleIdx="4" presStyleCnt="12"/>
      <dgm:spPr/>
    </dgm:pt>
    <dgm:pt modelId="{66B4EA01-A416-3C49-AE5C-525D6D08E2A2}" type="pres">
      <dgm:prSet presAssocID="{76BCA196-9DAB-4019-80BF-F5807BE94B0E}" presName="ParentBackground4" presStyleCnt="0"/>
      <dgm:spPr/>
    </dgm:pt>
    <dgm:pt modelId="{1ECF4633-C0B3-EA41-8A34-BEAB984DF4B0}" type="pres">
      <dgm:prSet presAssocID="{76BCA196-9DAB-4019-80BF-F5807BE94B0E}" presName="ParentBackground" presStyleLbl="node1" presStyleIdx="5" presStyleCnt="12"/>
      <dgm:spPr/>
    </dgm:pt>
    <dgm:pt modelId="{867CEEC7-E962-7F43-B0D8-86828DCBD39A}" type="pres">
      <dgm:prSet presAssocID="{76BCA196-9DAB-4019-80BF-F5807BE94B0E}" presName="Parent4" presStyleLbl="fgAcc0" presStyleIdx="0" presStyleCnt="0">
        <dgm:presLayoutVars>
          <dgm:chMax val="1"/>
          <dgm:chPref val="1"/>
          <dgm:bulletEnabled val="1"/>
        </dgm:presLayoutVars>
      </dgm:prSet>
      <dgm:spPr/>
    </dgm:pt>
    <dgm:pt modelId="{A9750341-0B75-6B4A-AF05-A4FE950A3793}" type="pres">
      <dgm:prSet presAssocID="{515F0E62-5EFF-4AD8-9AC4-BFD816326ECE}" presName="Accent3" presStyleCnt="0"/>
      <dgm:spPr/>
    </dgm:pt>
    <dgm:pt modelId="{BA5BF09C-2EC5-EB4E-AA34-36A70D771EA6}" type="pres">
      <dgm:prSet presAssocID="{515F0E62-5EFF-4AD8-9AC4-BFD816326ECE}" presName="Accent" presStyleLbl="node1" presStyleIdx="6" presStyleCnt="12"/>
      <dgm:spPr/>
    </dgm:pt>
    <dgm:pt modelId="{3079D4D2-E3D5-FE46-8ED4-22CD2F36D8E4}" type="pres">
      <dgm:prSet presAssocID="{515F0E62-5EFF-4AD8-9AC4-BFD816326ECE}" presName="ParentBackground3" presStyleCnt="0"/>
      <dgm:spPr/>
    </dgm:pt>
    <dgm:pt modelId="{913109B4-B0ED-0C40-A1A3-7F3EECBCD196}" type="pres">
      <dgm:prSet presAssocID="{515F0E62-5EFF-4AD8-9AC4-BFD816326ECE}" presName="ParentBackground" presStyleLbl="node1" presStyleIdx="7" presStyleCnt="12"/>
      <dgm:spPr/>
    </dgm:pt>
    <dgm:pt modelId="{A596F565-6651-1745-9633-70F16BA2818F}" type="pres">
      <dgm:prSet presAssocID="{515F0E62-5EFF-4AD8-9AC4-BFD816326ECE}" presName="Parent3" presStyleLbl="fgAcc0" presStyleIdx="0" presStyleCnt="0">
        <dgm:presLayoutVars>
          <dgm:chMax val="1"/>
          <dgm:chPref val="1"/>
          <dgm:bulletEnabled val="1"/>
        </dgm:presLayoutVars>
      </dgm:prSet>
      <dgm:spPr/>
    </dgm:pt>
    <dgm:pt modelId="{5DD55EAE-1E5C-D244-A185-C36E0E2D7325}" type="pres">
      <dgm:prSet presAssocID="{865BF5DB-9E5D-4783-B0D3-108832614D3F}" presName="Accent2" presStyleCnt="0"/>
      <dgm:spPr/>
    </dgm:pt>
    <dgm:pt modelId="{FD974E6D-8D4E-EC46-ABAD-7F15028F9242}" type="pres">
      <dgm:prSet presAssocID="{865BF5DB-9E5D-4783-B0D3-108832614D3F}" presName="Accent" presStyleLbl="node1" presStyleIdx="8" presStyleCnt="12"/>
      <dgm:spPr/>
    </dgm:pt>
    <dgm:pt modelId="{9475E966-9351-AD47-B750-25789496B4D6}" type="pres">
      <dgm:prSet presAssocID="{865BF5DB-9E5D-4783-B0D3-108832614D3F}" presName="ParentBackground2" presStyleCnt="0"/>
      <dgm:spPr/>
    </dgm:pt>
    <dgm:pt modelId="{B3B7CFA3-1DB8-884D-8A1D-44E5D185B2BE}" type="pres">
      <dgm:prSet presAssocID="{865BF5DB-9E5D-4783-B0D3-108832614D3F}" presName="ParentBackground" presStyleLbl="node1" presStyleIdx="9" presStyleCnt="12"/>
      <dgm:spPr/>
    </dgm:pt>
    <dgm:pt modelId="{CE30C166-3E17-A243-99FB-2BE03349999E}" type="pres">
      <dgm:prSet presAssocID="{865BF5DB-9E5D-4783-B0D3-108832614D3F}" presName="Parent2" presStyleLbl="fgAcc0" presStyleIdx="0" presStyleCnt="0">
        <dgm:presLayoutVars>
          <dgm:chMax val="1"/>
          <dgm:chPref val="1"/>
          <dgm:bulletEnabled val="1"/>
        </dgm:presLayoutVars>
      </dgm:prSet>
      <dgm:spPr/>
    </dgm:pt>
    <dgm:pt modelId="{FAC187E4-5BEE-3144-A2AC-CF329C3C5F7C}" type="pres">
      <dgm:prSet presAssocID="{505AB5FF-5CE5-40CF-9DDB-091A7CAE75B1}" presName="Accent1" presStyleCnt="0"/>
      <dgm:spPr/>
    </dgm:pt>
    <dgm:pt modelId="{A877A0DF-6CB9-054E-B6B8-3E0EA7659AB1}" type="pres">
      <dgm:prSet presAssocID="{505AB5FF-5CE5-40CF-9DDB-091A7CAE75B1}" presName="Accent" presStyleLbl="node1" presStyleIdx="10" presStyleCnt="12"/>
      <dgm:spPr/>
    </dgm:pt>
    <dgm:pt modelId="{3B7BBBE9-5867-0D46-A4C6-511F9612EB76}" type="pres">
      <dgm:prSet presAssocID="{505AB5FF-5CE5-40CF-9DDB-091A7CAE75B1}" presName="ParentBackground1" presStyleCnt="0"/>
      <dgm:spPr/>
    </dgm:pt>
    <dgm:pt modelId="{284C5830-50A8-3241-85B9-9C2578F7FE0F}" type="pres">
      <dgm:prSet presAssocID="{505AB5FF-5CE5-40CF-9DDB-091A7CAE75B1}" presName="ParentBackground" presStyleLbl="node1" presStyleIdx="11" presStyleCnt="12"/>
      <dgm:spPr/>
    </dgm:pt>
    <dgm:pt modelId="{CF6CDDE7-A21C-834D-9A02-9971AE215622}" type="pres">
      <dgm:prSet presAssocID="{505AB5FF-5CE5-40CF-9DDB-091A7CAE75B1}" presName="Parent1" presStyleLbl="fgAcc0" presStyleIdx="0" presStyleCnt="0">
        <dgm:presLayoutVars>
          <dgm:chMax val="1"/>
          <dgm:chPref val="1"/>
          <dgm:bulletEnabled val="1"/>
        </dgm:presLayoutVars>
      </dgm:prSet>
      <dgm:spPr/>
    </dgm:pt>
  </dgm:ptLst>
  <dgm:cxnLst>
    <dgm:cxn modelId="{B705BF01-E9F9-124C-894A-4B183B584B4E}" type="presOf" srcId="{505AB5FF-5CE5-40CF-9DDB-091A7CAE75B1}" destId="{284C5830-50A8-3241-85B9-9C2578F7FE0F}" srcOrd="0" destOrd="0" presId="urn:microsoft.com/office/officeart/2018/layout/CircleProcess"/>
    <dgm:cxn modelId="{24588410-96FA-2245-8C3F-8E7DB114A7C4}" type="presOf" srcId="{B44EB26F-ED6C-4F2C-8C4E-A4D94056E119}" destId="{372F88F0-8318-E743-8E6F-0DDF89EE77D9}" srcOrd="0" destOrd="0" presId="urn:microsoft.com/office/officeart/2018/layout/CircleProcess"/>
    <dgm:cxn modelId="{36ADDC1B-64FD-3D49-B836-A794A165CA5D}" type="presOf" srcId="{505AB5FF-5CE5-40CF-9DDB-091A7CAE75B1}" destId="{CF6CDDE7-A21C-834D-9A02-9971AE215622}" srcOrd="1" destOrd="0" presId="urn:microsoft.com/office/officeart/2018/layout/CircleProcess"/>
    <dgm:cxn modelId="{B7F3781F-31C2-8E4C-ABB7-E02BF5169627}" type="presOf" srcId="{515F0E62-5EFF-4AD8-9AC4-BFD816326ECE}" destId="{A596F565-6651-1745-9633-70F16BA2818F}" srcOrd="1" destOrd="0" presId="urn:microsoft.com/office/officeart/2018/layout/CircleProcess"/>
    <dgm:cxn modelId="{4A5E542E-0996-B344-9BAC-C26E8CFC7F0C}" type="presOf" srcId="{515F0E62-5EFF-4AD8-9AC4-BFD816326ECE}" destId="{913109B4-B0ED-0C40-A1A3-7F3EECBCD196}" srcOrd="0" destOrd="0" presId="urn:microsoft.com/office/officeart/2018/layout/CircleProcess"/>
    <dgm:cxn modelId="{45DA6F31-B9C3-4894-B268-0161DE42516A}" srcId="{5E55051D-EA36-4C27-A7CB-4A6FF7270700}" destId="{76BCA196-9DAB-4019-80BF-F5807BE94B0E}" srcOrd="3" destOrd="0" parTransId="{F73B2BD5-DE51-40CF-A940-2C22853D6EB0}" sibTransId="{4EE222EA-B60D-44FC-9549-DBCE0447D533}"/>
    <dgm:cxn modelId="{5706D437-A70C-2B45-81B5-BE193B68F951}" type="presOf" srcId="{5E55051D-EA36-4C27-A7CB-4A6FF7270700}" destId="{363FBEF3-60F7-9440-B549-CE837073A94B}" srcOrd="0" destOrd="0" presId="urn:microsoft.com/office/officeart/2018/layout/CircleProcess"/>
    <dgm:cxn modelId="{1558A761-F94E-4522-837D-44D8CEA4A55D}" srcId="{5E55051D-EA36-4C27-A7CB-4A6FF7270700}" destId="{B44EB26F-ED6C-4F2C-8C4E-A4D94056E119}" srcOrd="5" destOrd="0" parTransId="{2BAD740A-F2B5-4732-8B0A-E4DAD69E575A}" sibTransId="{1A7C370D-A98E-48A3-9BF2-75A171FC62AB}"/>
    <dgm:cxn modelId="{AA95A064-FE10-D445-B053-E9065106A947}" type="presOf" srcId="{865BF5DB-9E5D-4783-B0D3-108832614D3F}" destId="{CE30C166-3E17-A243-99FB-2BE03349999E}" srcOrd="1" destOrd="0" presId="urn:microsoft.com/office/officeart/2018/layout/CircleProcess"/>
    <dgm:cxn modelId="{A5116367-9FD3-874D-A9D8-3C64A799C2F5}" type="presOf" srcId="{76BCA196-9DAB-4019-80BF-F5807BE94B0E}" destId="{1ECF4633-C0B3-EA41-8A34-BEAB984DF4B0}" srcOrd="0" destOrd="0" presId="urn:microsoft.com/office/officeart/2018/layout/CircleProcess"/>
    <dgm:cxn modelId="{DC65586C-033B-C34E-806F-6C2EA923B145}" type="presOf" srcId="{B44EB26F-ED6C-4F2C-8C4E-A4D94056E119}" destId="{8A4889A6-86B4-0945-8733-659B0C59CD81}" srcOrd="1" destOrd="0" presId="urn:microsoft.com/office/officeart/2018/layout/CircleProcess"/>
    <dgm:cxn modelId="{D3B5B66C-1ED9-4A76-AE3E-74F5F04521E5}" srcId="{5E55051D-EA36-4C27-A7CB-4A6FF7270700}" destId="{515F0E62-5EFF-4AD8-9AC4-BFD816326ECE}" srcOrd="2" destOrd="0" parTransId="{2D72EE10-934B-449B-91A6-EEFC2D2413E5}" sibTransId="{616AE1CF-B473-4F71-BE19-5ADCC89EC12F}"/>
    <dgm:cxn modelId="{30918C85-3773-8E48-B5DB-471E27AA23CD}" type="presOf" srcId="{88D0E8EE-4504-444C-9B68-70F05B7D749E}" destId="{66F0D086-9FE6-2340-8204-B995799B08E3}" srcOrd="0" destOrd="0" presId="urn:microsoft.com/office/officeart/2018/layout/CircleProcess"/>
    <dgm:cxn modelId="{A1BBEE9A-725A-F942-9849-6FCC113831B6}" type="presOf" srcId="{88D0E8EE-4504-444C-9B68-70F05B7D749E}" destId="{0404F87D-AA7E-E240-A874-1FB873DC06F3}" srcOrd="1" destOrd="0" presId="urn:microsoft.com/office/officeart/2018/layout/CircleProcess"/>
    <dgm:cxn modelId="{F7DBBBA6-41FC-734F-82F8-529BD807BC88}" type="presOf" srcId="{76BCA196-9DAB-4019-80BF-F5807BE94B0E}" destId="{867CEEC7-E962-7F43-B0D8-86828DCBD39A}" srcOrd="1" destOrd="0" presId="urn:microsoft.com/office/officeart/2018/layout/CircleProcess"/>
    <dgm:cxn modelId="{89D5F0AD-C1A3-4947-9A95-D87B096D5B77}" srcId="{5E55051D-EA36-4C27-A7CB-4A6FF7270700}" destId="{865BF5DB-9E5D-4783-B0D3-108832614D3F}" srcOrd="1" destOrd="0" parTransId="{8DF7EC51-6D38-45AC-A697-D7F0B02D8B21}" sibTransId="{ADB9D048-1FCB-4EB0-AB7E-AA720A98E896}"/>
    <dgm:cxn modelId="{DD0A20CD-072D-404B-A528-DD795033CB09}" srcId="{5E55051D-EA36-4C27-A7CB-4A6FF7270700}" destId="{505AB5FF-5CE5-40CF-9DDB-091A7CAE75B1}" srcOrd="0" destOrd="0" parTransId="{E08BEA77-3F06-403B-B527-6C9932576EBD}" sibTransId="{83F2FD2F-F8F5-4D0E-9265-3A756BDC06B3}"/>
    <dgm:cxn modelId="{0A9F3FE5-D216-4802-8E04-ADBFBE017AA9}" srcId="{5E55051D-EA36-4C27-A7CB-4A6FF7270700}" destId="{88D0E8EE-4504-444C-9B68-70F05B7D749E}" srcOrd="4" destOrd="0" parTransId="{DB1853A6-DA3A-4D83-ABD7-A1115CCAE238}" sibTransId="{603D7C82-B8AB-427C-B0DC-07A8EED4C2CF}"/>
    <dgm:cxn modelId="{296DD6F3-781A-D94B-B1CA-EBA2BCA1709F}" type="presOf" srcId="{865BF5DB-9E5D-4783-B0D3-108832614D3F}" destId="{B3B7CFA3-1DB8-884D-8A1D-44E5D185B2BE}" srcOrd="0" destOrd="0" presId="urn:microsoft.com/office/officeart/2018/layout/CircleProcess"/>
    <dgm:cxn modelId="{B76F4891-1C73-CD40-ACAF-91ACB5E556A6}" type="presParOf" srcId="{363FBEF3-60F7-9440-B549-CE837073A94B}" destId="{7289E285-B61A-A440-A00A-F69634945183}" srcOrd="0" destOrd="0" presId="urn:microsoft.com/office/officeart/2018/layout/CircleProcess"/>
    <dgm:cxn modelId="{E52A5629-C865-E34C-9144-DCED47D2D5A8}" type="presParOf" srcId="{7289E285-B61A-A440-A00A-F69634945183}" destId="{B5212824-630D-1E42-A4E4-85A6C6FF8330}" srcOrd="0" destOrd="0" presId="urn:microsoft.com/office/officeart/2018/layout/CircleProcess"/>
    <dgm:cxn modelId="{99E04198-7106-F54A-93D6-8CC3173A4A8D}" type="presParOf" srcId="{363FBEF3-60F7-9440-B549-CE837073A94B}" destId="{A4A4C1E5-4472-0342-B14E-406B0E65DA54}" srcOrd="1" destOrd="0" presId="urn:microsoft.com/office/officeart/2018/layout/CircleProcess"/>
    <dgm:cxn modelId="{3EBEB826-FF58-3C4E-9299-CA9F51B4B325}" type="presParOf" srcId="{A4A4C1E5-4472-0342-B14E-406B0E65DA54}" destId="{372F88F0-8318-E743-8E6F-0DDF89EE77D9}" srcOrd="0" destOrd="0" presId="urn:microsoft.com/office/officeart/2018/layout/CircleProcess"/>
    <dgm:cxn modelId="{B81B39A1-54BC-134E-ACC4-CB092999BCF7}" type="presParOf" srcId="{363FBEF3-60F7-9440-B549-CE837073A94B}" destId="{8A4889A6-86B4-0945-8733-659B0C59CD81}" srcOrd="2" destOrd="0" presId="urn:microsoft.com/office/officeart/2018/layout/CircleProcess"/>
    <dgm:cxn modelId="{8E741185-43E7-3749-B313-6F0EBCB3329D}" type="presParOf" srcId="{363FBEF3-60F7-9440-B549-CE837073A94B}" destId="{3A9FD5FF-5CD5-544E-B880-7452222CED18}" srcOrd="3" destOrd="0" presId="urn:microsoft.com/office/officeart/2018/layout/CircleProcess"/>
    <dgm:cxn modelId="{00A37C61-6608-9C42-A393-11AE552370FC}" type="presParOf" srcId="{3A9FD5FF-5CD5-544E-B880-7452222CED18}" destId="{A8740151-7F72-D14C-ACD6-FF597391A1CE}" srcOrd="0" destOrd="0" presId="urn:microsoft.com/office/officeart/2018/layout/CircleProcess"/>
    <dgm:cxn modelId="{1E8E2129-1FBA-454C-AFCD-0D21EC179B44}" type="presParOf" srcId="{363FBEF3-60F7-9440-B549-CE837073A94B}" destId="{869AF4CE-3744-C544-9E45-FC4E525229C3}" srcOrd="4" destOrd="0" presId="urn:microsoft.com/office/officeart/2018/layout/CircleProcess"/>
    <dgm:cxn modelId="{3C7D78D9-709A-6D48-A7C3-7B3638B713BE}" type="presParOf" srcId="{869AF4CE-3744-C544-9E45-FC4E525229C3}" destId="{66F0D086-9FE6-2340-8204-B995799B08E3}" srcOrd="0" destOrd="0" presId="urn:microsoft.com/office/officeart/2018/layout/CircleProcess"/>
    <dgm:cxn modelId="{C5E49501-1E7C-DB4A-B521-A487D5BC86A3}" type="presParOf" srcId="{363FBEF3-60F7-9440-B549-CE837073A94B}" destId="{0404F87D-AA7E-E240-A874-1FB873DC06F3}" srcOrd="5" destOrd="0" presId="urn:microsoft.com/office/officeart/2018/layout/CircleProcess"/>
    <dgm:cxn modelId="{0A7D0937-5617-5E4C-9A89-C60263775C9D}" type="presParOf" srcId="{363FBEF3-60F7-9440-B549-CE837073A94B}" destId="{3EBB3852-2E5F-CE4E-BC02-EE147D6B7953}" srcOrd="6" destOrd="0" presId="urn:microsoft.com/office/officeart/2018/layout/CircleProcess"/>
    <dgm:cxn modelId="{E55E4DB4-0B3D-B74B-BDCE-5EA012AABB86}" type="presParOf" srcId="{3EBB3852-2E5F-CE4E-BC02-EE147D6B7953}" destId="{6ECE9793-EC26-0A4E-BAAE-E91BCFF019C8}" srcOrd="0" destOrd="0" presId="urn:microsoft.com/office/officeart/2018/layout/CircleProcess"/>
    <dgm:cxn modelId="{1BB2A21F-B991-9946-95DC-2C51A558F27D}" type="presParOf" srcId="{363FBEF3-60F7-9440-B549-CE837073A94B}" destId="{66B4EA01-A416-3C49-AE5C-525D6D08E2A2}" srcOrd="7" destOrd="0" presId="urn:microsoft.com/office/officeart/2018/layout/CircleProcess"/>
    <dgm:cxn modelId="{AE3BF833-D524-4943-AFC2-FE5B3A537B5C}" type="presParOf" srcId="{66B4EA01-A416-3C49-AE5C-525D6D08E2A2}" destId="{1ECF4633-C0B3-EA41-8A34-BEAB984DF4B0}" srcOrd="0" destOrd="0" presId="urn:microsoft.com/office/officeart/2018/layout/CircleProcess"/>
    <dgm:cxn modelId="{C44173FC-C1B7-254B-906B-22307A124BDB}" type="presParOf" srcId="{363FBEF3-60F7-9440-B549-CE837073A94B}" destId="{867CEEC7-E962-7F43-B0D8-86828DCBD39A}" srcOrd="8" destOrd="0" presId="urn:microsoft.com/office/officeart/2018/layout/CircleProcess"/>
    <dgm:cxn modelId="{EB0120B4-9E1D-1246-9604-672EF5976269}" type="presParOf" srcId="{363FBEF3-60F7-9440-B549-CE837073A94B}" destId="{A9750341-0B75-6B4A-AF05-A4FE950A3793}" srcOrd="9" destOrd="0" presId="urn:microsoft.com/office/officeart/2018/layout/CircleProcess"/>
    <dgm:cxn modelId="{5A33148E-637E-3545-A1E1-4ADB37CFB1AB}" type="presParOf" srcId="{A9750341-0B75-6B4A-AF05-A4FE950A3793}" destId="{BA5BF09C-2EC5-EB4E-AA34-36A70D771EA6}" srcOrd="0" destOrd="0" presId="urn:microsoft.com/office/officeart/2018/layout/CircleProcess"/>
    <dgm:cxn modelId="{ACC363CB-C0F9-C24E-8A09-DDC350D4A2A4}" type="presParOf" srcId="{363FBEF3-60F7-9440-B549-CE837073A94B}" destId="{3079D4D2-E3D5-FE46-8ED4-22CD2F36D8E4}" srcOrd="10" destOrd="0" presId="urn:microsoft.com/office/officeart/2018/layout/CircleProcess"/>
    <dgm:cxn modelId="{9D7810AD-7BD0-6047-8929-AEBC16AC0E3B}" type="presParOf" srcId="{3079D4D2-E3D5-FE46-8ED4-22CD2F36D8E4}" destId="{913109B4-B0ED-0C40-A1A3-7F3EECBCD196}" srcOrd="0" destOrd="0" presId="urn:microsoft.com/office/officeart/2018/layout/CircleProcess"/>
    <dgm:cxn modelId="{115A5DE6-1DF9-9F45-8E52-5C141A3498E3}" type="presParOf" srcId="{363FBEF3-60F7-9440-B549-CE837073A94B}" destId="{A596F565-6651-1745-9633-70F16BA2818F}" srcOrd="11" destOrd="0" presId="urn:microsoft.com/office/officeart/2018/layout/CircleProcess"/>
    <dgm:cxn modelId="{7B69AD62-83CB-A34D-BC70-E5DBE5A7DD9B}" type="presParOf" srcId="{363FBEF3-60F7-9440-B549-CE837073A94B}" destId="{5DD55EAE-1E5C-D244-A185-C36E0E2D7325}" srcOrd="12" destOrd="0" presId="urn:microsoft.com/office/officeart/2018/layout/CircleProcess"/>
    <dgm:cxn modelId="{19CEBF14-24F3-BB45-A74A-50D348004171}" type="presParOf" srcId="{5DD55EAE-1E5C-D244-A185-C36E0E2D7325}" destId="{FD974E6D-8D4E-EC46-ABAD-7F15028F9242}" srcOrd="0" destOrd="0" presId="urn:microsoft.com/office/officeart/2018/layout/CircleProcess"/>
    <dgm:cxn modelId="{7522DCE0-BBD6-1D45-A827-5F71C68A23D0}" type="presParOf" srcId="{363FBEF3-60F7-9440-B549-CE837073A94B}" destId="{9475E966-9351-AD47-B750-25789496B4D6}" srcOrd="13" destOrd="0" presId="urn:microsoft.com/office/officeart/2018/layout/CircleProcess"/>
    <dgm:cxn modelId="{CAD6357F-D27B-F74F-8A42-0BB00168ECE0}" type="presParOf" srcId="{9475E966-9351-AD47-B750-25789496B4D6}" destId="{B3B7CFA3-1DB8-884D-8A1D-44E5D185B2BE}" srcOrd="0" destOrd="0" presId="urn:microsoft.com/office/officeart/2018/layout/CircleProcess"/>
    <dgm:cxn modelId="{27CBF030-FE3F-C64C-94E3-F74EACC3B336}" type="presParOf" srcId="{363FBEF3-60F7-9440-B549-CE837073A94B}" destId="{CE30C166-3E17-A243-99FB-2BE03349999E}" srcOrd="14" destOrd="0" presId="urn:microsoft.com/office/officeart/2018/layout/CircleProcess"/>
    <dgm:cxn modelId="{3A615573-55DC-6247-BDF1-C7490A72BFE9}" type="presParOf" srcId="{363FBEF3-60F7-9440-B549-CE837073A94B}" destId="{FAC187E4-5BEE-3144-A2AC-CF329C3C5F7C}" srcOrd="15" destOrd="0" presId="urn:microsoft.com/office/officeart/2018/layout/CircleProcess"/>
    <dgm:cxn modelId="{46CA0C44-4E7F-0C44-8BAF-593D8B155247}" type="presParOf" srcId="{FAC187E4-5BEE-3144-A2AC-CF329C3C5F7C}" destId="{A877A0DF-6CB9-054E-B6B8-3E0EA7659AB1}" srcOrd="0" destOrd="0" presId="urn:microsoft.com/office/officeart/2018/layout/CircleProcess"/>
    <dgm:cxn modelId="{36075B3B-1729-BA40-AB64-C057915578A2}" type="presParOf" srcId="{363FBEF3-60F7-9440-B549-CE837073A94B}" destId="{3B7BBBE9-5867-0D46-A4C6-511F9612EB76}" srcOrd="16" destOrd="0" presId="urn:microsoft.com/office/officeart/2018/layout/CircleProcess"/>
    <dgm:cxn modelId="{5A1CAF64-D9C5-0447-84A5-1ADFE3E625F5}" type="presParOf" srcId="{3B7BBBE9-5867-0D46-A4C6-511F9612EB76}" destId="{284C5830-50A8-3241-85B9-9C2578F7FE0F}" srcOrd="0" destOrd="0" presId="urn:microsoft.com/office/officeart/2018/layout/CircleProcess"/>
    <dgm:cxn modelId="{DA47B5DB-FAF3-3549-80B6-E040E3D2CF36}" type="presParOf" srcId="{363FBEF3-60F7-9440-B549-CE837073A94B}" destId="{CF6CDDE7-A21C-834D-9A02-9971AE215622}" srcOrd="17" destOrd="0" presId="urn:microsoft.com/office/officeart/2018/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61326FB-C017-44EB-9A7C-16B564ADAA3C}" type="doc">
      <dgm:prSet loTypeId="urn:microsoft.com/office/officeart/2005/8/layout/cycle3" loCatId="cycle" qsTypeId="urn:microsoft.com/office/officeart/2005/8/quickstyle/simple4" qsCatId="simple" csTypeId="urn:microsoft.com/office/officeart/2005/8/colors/colorful1" csCatId="colorful"/>
      <dgm:spPr/>
      <dgm:t>
        <a:bodyPr/>
        <a:lstStyle/>
        <a:p>
          <a:endParaRPr lang="en-US"/>
        </a:p>
      </dgm:t>
    </dgm:pt>
    <dgm:pt modelId="{9EFAA46E-9A9C-4421-8840-8E96545BDC7E}">
      <dgm:prSet/>
      <dgm:spPr/>
      <dgm:t>
        <a:bodyPr/>
        <a:lstStyle/>
        <a:p>
          <a:r>
            <a:rPr lang="es-CO"/>
            <a:t>18/08/2025  registro de ECOTT en  dinámica </a:t>
          </a:r>
          <a:endParaRPr lang="en-US"/>
        </a:p>
      </dgm:t>
    </dgm:pt>
    <dgm:pt modelId="{CD791358-DF62-43A4-BB23-507D3A4A7965}" type="parTrans" cxnId="{FB23A77D-7308-4D6F-AC35-CC22E1ADC92E}">
      <dgm:prSet/>
      <dgm:spPr/>
      <dgm:t>
        <a:bodyPr/>
        <a:lstStyle/>
        <a:p>
          <a:endParaRPr lang="en-US"/>
        </a:p>
      </dgm:t>
    </dgm:pt>
    <dgm:pt modelId="{D6015A9B-9752-401B-B632-251FD9855BD6}" type="sibTrans" cxnId="{FB23A77D-7308-4D6F-AC35-CC22E1ADC92E}">
      <dgm:prSet/>
      <dgm:spPr/>
      <dgm:t>
        <a:bodyPr/>
        <a:lstStyle/>
        <a:p>
          <a:endParaRPr lang="en-US"/>
        </a:p>
      </dgm:t>
    </dgm:pt>
    <dgm:pt modelId="{F020792B-11DD-4049-BA7F-C24716DF33F6}">
      <dgm:prSet/>
      <dgm:spPr/>
      <dgm:t>
        <a:bodyPr/>
        <a:lstStyle/>
        <a:p>
          <a:r>
            <a:rPr lang="es-CO"/>
            <a:t>19/08/2025  CONTROL PRENATAL N 4  DRA VELA </a:t>
          </a:r>
          <a:endParaRPr lang="en-US"/>
        </a:p>
      </dgm:t>
    </dgm:pt>
    <dgm:pt modelId="{86C1002A-21B1-417E-A8CE-4F62E05A95DD}" type="parTrans" cxnId="{111BFAA5-718A-414B-AF05-B614C0EABCC7}">
      <dgm:prSet/>
      <dgm:spPr/>
      <dgm:t>
        <a:bodyPr/>
        <a:lstStyle/>
        <a:p>
          <a:endParaRPr lang="en-US"/>
        </a:p>
      </dgm:t>
    </dgm:pt>
    <dgm:pt modelId="{CBA7CCC0-28AB-4826-800B-BA5FFEED4110}" type="sibTrans" cxnId="{111BFAA5-718A-414B-AF05-B614C0EABCC7}">
      <dgm:prSet/>
      <dgm:spPr/>
      <dgm:t>
        <a:bodyPr/>
        <a:lstStyle/>
        <a:p>
          <a:endParaRPr lang="en-US"/>
        </a:p>
      </dgm:t>
    </dgm:pt>
    <dgm:pt modelId="{5A95162E-7FD6-4713-996C-DA49998E9DE7}">
      <dgm:prSet/>
      <dgm:spPr/>
      <dgm:t>
        <a:bodyPr/>
        <a:lstStyle/>
        <a:p>
          <a:r>
            <a:rPr lang="es-CO"/>
            <a:t>Se registra espirometría extrainstitucional del 8/8/2025  probable  restricción  pre y pos </a:t>
          </a:r>
          <a:endParaRPr lang="en-US"/>
        </a:p>
      </dgm:t>
    </dgm:pt>
    <dgm:pt modelId="{4C33C0D9-5DA3-46AE-A508-0C3C8AE43761}" type="parTrans" cxnId="{CF06146C-095A-4CB9-8870-8F63D510C7E2}">
      <dgm:prSet/>
      <dgm:spPr/>
      <dgm:t>
        <a:bodyPr/>
        <a:lstStyle/>
        <a:p>
          <a:endParaRPr lang="en-US"/>
        </a:p>
      </dgm:t>
    </dgm:pt>
    <dgm:pt modelId="{ABED53DC-47D6-4F68-AAF5-A1E7A54ECC54}" type="sibTrans" cxnId="{CF06146C-095A-4CB9-8870-8F63D510C7E2}">
      <dgm:prSet/>
      <dgm:spPr/>
      <dgm:t>
        <a:bodyPr/>
        <a:lstStyle/>
        <a:p>
          <a:endParaRPr lang="en-US"/>
        </a:p>
      </dgm:t>
    </dgm:pt>
    <dgm:pt modelId="{993D67BA-0118-4FC2-9E34-217B95B725C8}">
      <dgm:prSet/>
      <dgm:spPr/>
      <dgm:t>
        <a:bodyPr/>
        <a:lstStyle/>
        <a:p>
          <a:r>
            <a:rPr lang="es-CO"/>
            <a:t>Al examen físico sin agregados </a:t>
          </a:r>
          <a:endParaRPr lang="en-US"/>
        </a:p>
      </dgm:t>
    </dgm:pt>
    <dgm:pt modelId="{2C31C8DB-CCEC-4F1A-83C5-F10E68469CF0}" type="parTrans" cxnId="{432C377D-011A-491E-8F7F-2BDD4505E7EF}">
      <dgm:prSet/>
      <dgm:spPr/>
      <dgm:t>
        <a:bodyPr/>
        <a:lstStyle/>
        <a:p>
          <a:endParaRPr lang="en-US"/>
        </a:p>
      </dgm:t>
    </dgm:pt>
    <dgm:pt modelId="{FBE4C6EC-2FD8-486B-8090-60A92A6DD964}" type="sibTrans" cxnId="{432C377D-011A-491E-8F7F-2BDD4505E7EF}">
      <dgm:prSet/>
      <dgm:spPr/>
      <dgm:t>
        <a:bodyPr/>
        <a:lstStyle/>
        <a:p>
          <a:endParaRPr lang="en-US"/>
        </a:p>
      </dgm:t>
    </dgm:pt>
    <dgm:pt modelId="{465F0760-293E-4EFB-BEE4-68F056F20411}">
      <dgm:prSet/>
      <dgm:spPr/>
      <dgm:t>
        <a:bodyPr/>
        <a:lstStyle/>
        <a:p>
          <a:r>
            <a:rPr lang="es-CO"/>
            <a:t>au 25 fcf 145 </a:t>
          </a:r>
          <a:endParaRPr lang="en-US"/>
        </a:p>
      </dgm:t>
    </dgm:pt>
    <dgm:pt modelId="{D06121AC-F9FB-4521-B64B-AF18864740BE}" type="parTrans" cxnId="{136585F0-A879-48C2-AEB0-A1A0FA60A782}">
      <dgm:prSet/>
      <dgm:spPr/>
      <dgm:t>
        <a:bodyPr/>
        <a:lstStyle/>
        <a:p>
          <a:endParaRPr lang="en-US"/>
        </a:p>
      </dgm:t>
    </dgm:pt>
    <dgm:pt modelId="{A944F167-0B60-40FB-9CDD-34F0D7FC2479}" type="sibTrans" cxnId="{136585F0-A879-48C2-AEB0-A1A0FA60A782}">
      <dgm:prSet/>
      <dgm:spPr/>
      <dgm:t>
        <a:bodyPr/>
        <a:lstStyle/>
        <a:p>
          <a:endParaRPr lang="en-US"/>
        </a:p>
      </dgm:t>
    </dgm:pt>
    <dgm:pt modelId="{0683B048-6750-4430-9D76-CC2C2409B520}">
      <dgm:prSet/>
      <dgm:spPr/>
      <dgm:t>
        <a:bodyPr/>
        <a:lstStyle/>
        <a:p>
          <a:r>
            <a:rPr lang="es-CO"/>
            <a:t>No tolera CTOG  </a:t>
          </a:r>
          <a:endParaRPr lang="en-US"/>
        </a:p>
      </dgm:t>
    </dgm:pt>
    <dgm:pt modelId="{65D0E24E-A8C3-44A4-9E63-4BBA7A8D255F}" type="parTrans" cxnId="{8A54F910-D7AF-4CC2-97D9-EFDAE428A704}">
      <dgm:prSet/>
      <dgm:spPr/>
      <dgm:t>
        <a:bodyPr/>
        <a:lstStyle/>
        <a:p>
          <a:endParaRPr lang="en-US"/>
        </a:p>
      </dgm:t>
    </dgm:pt>
    <dgm:pt modelId="{544B771A-CCFE-490B-B738-F76434A68B86}" type="sibTrans" cxnId="{8A54F910-D7AF-4CC2-97D9-EFDAE428A704}">
      <dgm:prSet/>
      <dgm:spPr/>
      <dgm:t>
        <a:bodyPr/>
        <a:lstStyle/>
        <a:p>
          <a:endParaRPr lang="en-US"/>
        </a:p>
      </dgm:t>
    </dgm:pt>
    <dgm:pt modelId="{AFF7BC7C-546C-43AC-AD87-211437E7FC22}">
      <dgm:prSet/>
      <dgm:spPr/>
      <dgm:t>
        <a:bodyPr/>
        <a:lstStyle/>
        <a:p>
          <a:r>
            <a:rPr lang="es-CO"/>
            <a:t>Registra pendiente val por perinatología y solicita val por ginecología </a:t>
          </a:r>
          <a:endParaRPr lang="en-US"/>
        </a:p>
      </dgm:t>
    </dgm:pt>
    <dgm:pt modelId="{00B360F3-C555-4F56-9CF4-BB88BF72C634}" type="parTrans" cxnId="{3B7FF4E3-BD7A-4A38-A33B-4A0747B873FF}">
      <dgm:prSet/>
      <dgm:spPr/>
      <dgm:t>
        <a:bodyPr/>
        <a:lstStyle/>
        <a:p>
          <a:endParaRPr lang="en-US"/>
        </a:p>
      </dgm:t>
    </dgm:pt>
    <dgm:pt modelId="{E8E6193C-B22D-4038-B500-9EC9A7A3FAA7}" type="sibTrans" cxnId="{3B7FF4E3-BD7A-4A38-A33B-4A0747B873FF}">
      <dgm:prSet/>
      <dgm:spPr/>
      <dgm:t>
        <a:bodyPr/>
        <a:lstStyle/>
        <a:p>
          <a:endParaRPr lang="en-US"/>
        </a:p>
      </dgm:t>
    </dgm:pt>
    <dgm:pt modelId="{E856FE81-1A9C-4A9C-AF2A-0A7CD10A0DBE}">
      <dgm:prSet/>
      <dgm:spPr/>
      <dgm:t>
        <a:bodyPr/>
        <a:lstStyle/>
        <a:p>
          <a:r>
            <a:rPr lang="es-CO"/>
            <a:t>No signos de alarma  de sintomatología respiratoria </a:t>
          </a:r>
          <a:endParaRPr lang="en-US"/>
        </a:p>
      </dgm:t>
    </dgm:pt>
    <dgm:pt modelId="{47FAC27E-C0CE-4A93-8A70-285FFF3EA0A6}" type="parTrans" cxnId="{002FC0D7-9034-4E42-A46B-722F1FA35876}">
      <dgm:prSet/>
      <dgm:spPr/>
      <dgm:t>
        <a:bodyPr/>
        <a:lstStyle/>
        <a:p>
          <a:endParaRPr lang="en-US"/>
        </a:p>
      </dgm:t>
    </dgm:pt>
    <dgm:pt modelId="{73C27B9E-14EB-46E4-BAEB-0704F1CB4A59}" type="sibTrans" cxnId="{002FC0D7-9034-4E42-A46B-722F1FA35876}">
      <dgm:prSet/>
      <dgm:spPr/>
      <dgm:t>
        <a:bodyPr/>
        <a:lstStyle/>
        <a:p>
          <a:endParaRPr lang="en-US"/>
        </a:p>
      </dgm:t>
    </dgm:pt>
    <dgm:pt modelId="{76E7618C-CAD2-374F-9484-D8D33AB6538F}" type="pres">
      <dgm:prSet presAssocID="{161326FB-C017-44EB-9A7C-16B564ADAA3C}" presName="Name0" presStyleCnt="0">
        <dgm:presLayoutVars>
          <dgm:dir/>
          <dgm:resizeHandles val="exact"/>
        </dgm:presLayoutVars>
      </dgm:prSet>
      <dgm:spPr/>
    </dgm:pt>
    <dgm:pt modelId="{B15FBC7C-BD63-394D-874C-6A8C79C36F53}" type="pres">
      <dgm:prSet presAssocID="{161326FB-C017-44EB-9A7C-16B564ADAA3C}" presName="cycle" presStyleCnt="0"/>
      <dgm:spPr/>
    </dgm:pt>
    <dgm:pt modelId="{E19A98D4-C3F6-0C4C-B8E7-6F44511B25EE}" type="pres">
      <dgm:prSet presAssocID="{9EFAA46E-9A9C-4421-8840-8E96545BDC7E}" presName="nodeFirstNode" presStyleLbl="node1" presStyleIdx="0" presStyleCnt="8">
        <dgm:presLayoutVars>
          <dgm:bulletEnabled val="1"/>
        </dgm:presLayoutVars>
      </dgm:prSet>
      <dgm:spPr/>
    </dgm:pt>
    <dgm:pt modelId="{CAC31CAB-ECA9-6B4F-AC62-10F0A71702C0}" type="pres">
      <dgm:prSet presAssocID="{D6015A9B-9752-401B-B632-251FD9855BD6}" presName="sibTransFirstNode" presStyleLbl="bgShp" presStyleIdx="0" presStyleCnt="1"/>
      <dgm:spPr/>
    </dgm:pt>
    <dgm:pt modelId="{1ADA8BED-8B14-6C4D-8732-B7E0FA3D4C7C}" type="pres">
      <dgm:prSet presAssocID="{F020792B-11DD-4049-BA7F-C24716DF33F6}" presName="nodeFollowingNodes" presStyleLbl="node1" presStyleIdx="1" presStyleCnt="8">
        <dgm:presLayoutVars>
          <dgm:bulletEnabled val="1"/>
        </dgm:presLayoutVars>
      </dgm:prSet>
      <dgm:spPr/>
    </dgm:pt>
    <dgm:pt modelId="{5320FAEE-2543-D248-9C1F-61FF30762E53}" type="pres">
      <dgm:prSet presAssocID="{5A95162E-7FD6-4713-996C-DA49998E9DE7}" presName="nodeFollowingNodes" presStyleLbl="node1" presStyleIdx="2" presStyleCnt="8">
        <dgm:presLayoutVars>
          <dgm:bulletEnabled val="1"/>
        </dgm:presLayoutVars>
      </dgm:prSet>
      <dgm:spPr/>
    </dgm:pt>
    <dgm:pt modelId="{085CB99C-8204-9143-A558-1D8F1B82D3FB}" type="pres">
      <dgm:prSet presAssocID="{993D67BA-0118-4FC2-9E34-217B95B725C8}" presName="nodeFollowingNodes" presStyleLbl="node1" presStyleIdx="3" presStyleCnt="8">
        <dgm:presLayoutVars>
          <dgm:bulletEnabled val="1"/>
        </dgm:presLayoutVars>
      </dgm:prSet>
      <dgm:spPr/>
    </dgm:pt>
    <dgm:pt modelId="{15D20800-B040-2B40-9129-E6B0A4790199}" type="pres">
      <dgm:prSet presAssocID="{465F0760-293E-4EFB-BEE4-68F056F20411}" presName="nodeFollowingNodes" presStyleLbl="node1" presStyleIdx="4" presStyleCnt="8">
        <dgm:presLayoutVars>
          <dgm:bulletEnabled val="1"/>
        </dgm:presLayoutVars>
      </dgm:prSet>
      <dgm:spPr/>
    </dgm:pt>
    <dgm:pt modelId="{D9840AC4-6C75-4E41-8421-D09DBD7A16C1}" type="pres">
      <dgm:prSet presAssocID="{0683B048-6750-4430-9D76-CC2C2409B520}" presName="nodeFollowingNodes" presStyleLbl="node1" presStyleIdx="5" presStyleCnt="8">
        <dgm:presLayoutVars>
          <dgm:bulletEnabled val="1"/>
        </dgm:presLayoutVars>
      </dgm:prSet>
      <dgm:spPr/>
    </dgm:pt>
    <dgm:pt modelId="{11084B50-C131-A649-9F58-BB9EB4453A97}" type="pres">
      <dgm:prSet presAssocID="{AFF7BC7C-546C-43AC-AD87-211437E7FC22}" presName="nodeFollowingNodes" presStyleLbl="node1" presStyleIdx="6" presStyleCnt="8">
        <dgm:presLayoutVars>
          <dgm:bulletEnabled val="1"/>
        </dgm:presLayoutVars>
      </dgm:prSet>
      <dgm:spPr/>
    </dgm:pt>
    <dgm:pt modelId="{15852860-8A37-694E-8295-06AF885414C8}" type="pres">
      <dgm:prSet presAssocID="{E856FE81-1A9C-4A9C-AF2A-0A7CD10A0DBE}" presName="nodeFollowingNodes" presStyleLbl="node1" presStyleIdx="7" presStyleCnt="8">
        <dgm:presLayoutVars>
          <dgm:bulletEnabled val="1"/>
        </dgm:presLayoutVars>
      </dgm:prSet>
      <dgm:spPr/>
    </dgm:pt>
  </dgm:ptLst>
  <dgm:cxnLst>
    <dgm:cxn modelId="{8A54F910-D7AF-4CC2-97D9-EFDAE428A704}" srcId="{161326FB-C017-44EB-9A7C-16B564ADAA3C}" destId="{0683B048-6750-4430-9D76-CC2C2409B520}" srcOrd="5" destOrd="0" parTransId="{65D0E24E-A8C3-44A4-9E63-4BBA7A8D255F}" sibTransId="{544B771A-CCFE-490B-B738-F76434A68B86}"/>
    <dgm:cxn modelId="{47DB8E19-5E1E-5743-8323-6936A2C45898}" type="presOf" srcId="{5A95162E-7FD6-4713-996C-DA49998E9DE7}" destId="{5320FAEE-2543-D248-9C1F-61FF30762E53}" srcOrd="0" destOrd="0" presId="urn:microsoft.com/office/officeart/2005/8/layout/cycle3"/>
    <dgm:cxn modelId="{AD3E3F1E-C326-3A44-BA0F-B037467E9E9C}" type="presOf" srcId="{0683B048-6750-4430-9D76-CC2C2409B520}" destId="{D9840AC4-6C75-4E41-8421-D09DBD7A16C1}" srcOrd="0" destOrd="0" presId="urn:microsoft.com/office/officeart/2005/8/layout/cycle3"/>
    <dgm:cxn modelId="{5245C725-2D4C-1944-8F28-497349B7F51A}" type="presOf" srcId="{E856FE81-1A9C-4A9C-AF2A-0A7CD10A0DBE}" destId="{15852860-8A37-694E-8295-06AF885414C8}" srcOrd="0" destOrd="0" presId="urn:microsoft.com/office/officeart/2005/8/layout/cycle3"/>
    <dgm:cxn modelId="{81E8D859-C9AF-2A46-9082-866DAB22E6D6}" type="presOf" srcId="{993D67BA-0118-4FC2-9E34-217B95B725C8}" destId="{085CB99C-8204-9143-A558-1D8F1B82D3FB}" srcOrd="0" destOrd="0" presId="urn:microsoft.com/office/officeart/2005/8/layout/cycle3"/>
    <dgm:cxn modelId="{1023575A-E87D-B34B-9625-3DD517CAF78E}" type="presOf" srcId="{9EFAA46E-9A9C-4421-8840-8E96545BDC7E}" destId="{E19A98D4-C3F6-0C4C-B8E7-6F44511B25EE}" srcOrd="0" destOrd="0" presId="urn:microsoft.com/office/officeart/2005/8/layout/cycle3"/>
    <dgm:cxn modelId="{CF06146C-095A-4CB9-8870-8F63D510C7E2}" srcId="{161326FB-C017-44EB-9A7C-16B564ADAA3C}" destId="{5A95162E-7FD6-4713-996C-DA49998E9DE7}" srcOrd="2" destOrd="0" parTransId="{4C33C0D9-5DA3-46AE-A508-0C3C8AE43761}" sibTransId="{ABED53DC-47D6-4F68-AAF5-A1E7A54ECC54}"/>
    <dgm:cxn modelId="{85FD6A73-E46B-D94C-BBB3-B934C19FC103}" type="presOf" srcId="{F020792B-11DD-4049-BA7F-C24716DF33F6}" destId="{1ADA8BED-8B14-6C4D-8732-B7E0FA3D4C7C}" srcOrd="0" destOrd="0" presId="urn:microsoft.com/office/officeart/2005/8/layout/cycle3"/>
    <dgm:cxn modelId="{432C377D-011A-491E-8F7F-2BDD4505E7EF}" srcId="{161326FB-C017-44EB-9A7C-16B564ADAA3C}" destId="{993D67BA-0118-4FC2-9E34-217B95B725C8}" srcOrd="3" destOrd="0" parTransId="{2C31C8DB-CCEC-4F1A-83C5-F10E68469CF0}" sibTransId="{FBE4C6EC-2FD8-486B-8090-60A92A6DD964}"/>
    <dgm:cxn modelId="{FB23A77D-7308-4D6F-AC35-CC22E1ADC92E}" srcId="{161326FB-C017-44EB-9A7C-16B564ADAA3C}" destId="{9EFAA46E-9A9C-4421-8840-8E96545BDC7E}" srcOrd="0" destOrd="0" parTransId="{CD791358-DF62-43A4-BB23-507D3A4A7965}" sibTransId="{D6015A9B-9752-401B-B632-251FD9855BD6}"/>
    <dgm:cxn modelId="{89277694-DFA3-B44B-A94F-9C3A50D2BA19}" type="presOf" srcId="{D6015A9B-9752-401B-B632-251FD9855BD6}" destId="{CAC31CAB-ECA9-6B4F-AC62-10F0A71702C0}" srcOrd="0" destOrd="0" presId="urn:microsoft.com/office/officeart/2005/8/layout/cycle3"/>
    <dgm:cxn modelId="{111BFAA5-718A-414B-AF05-B614C0EABCC7}" srcId="{161326FB-C017-44EB-9A7C-16B564ADAA3C}" destId="{F020792B-11DD-4049-BA7F-C24716DF33F6}" srcOrd="1" destOrd="0" parTransId="{86C1002A-21B1-417E-A8CE-4F62E05A95DD}" sibTransId="{CBA7CCC0-28AB-4826-800B-BA5FFEED4110}"/>
    <dgm:cxn modelId="{B16933B5-D895-CD4B-BC50-E2103F61F09E}" type="presOf" srcId="{AFF7BC7C-546C-43AC-AD87-211437E7FC22}" destId="{11084B50-C131-A649-9F58-BB9EB4453A97}" srcOrd="0" destOrd="0" presId="urn:microsoft.com/office/officeart/2005/8/layout/cycle3"/>
    <dgm:cxn modelId="{6AF388B9-3933-FE47-8C3B-8D813E8E177A}" type="presOf" srcId="{161326FB-C017-44EB-9A7C-16B564ADAA3C}" destId="{76E7618C-CAD2-374F-9484-D8D33AB6538F}" srcOrd="0" destOrd="0" presId="urn:microsoft.com/office/officeart/2005/8/layout/cycle3"/>
    <dgm:cxn modelId="{1EC457D6-70D4-0C4C-BBD4-9EB6F6CEE09E}" type="presOf" srcId="{465F0760-293E-4EFB-BEE4-68F056F20411}" destId="{15D20800-B040-2B40-9129-E6B0A4790199}" srcOrd="0" destOrd="0" presId="urn:microsoft.com/office/officeart/2005/8/layout/cycle3"/>
    <dgm:cxn modelId="{002FC0D7-9034-4E42-A46B-722F1FA35876}" srcId="{161326FB-C017-44EB-9A7C-16B564ADAA3C}" destId="{E856FE81-1A9C-4A9C-AF2A-0A7CD10A0DBE}" srcOrd="7" destOrd="0" parTransId="{47FAC27E-C0CE-4A93-8A70-285FFF3EA0A6}" sibTransId="{73C27B9E-14EB-46E4-BAEB-0704F1CB4A59}"/>
    <dgm:cxn modelId="{3B7FF4E3-BD7A-4A38-A33B-4A0747B873FF}" srcId="{161326FB-C017-44EB-9A7C-16B564ADAA3C}" destId="{AFF7BC7C-546C-43AC-AD87-211437E7FC22}" srcOrd="6" destOrd="0" parTransId="{00B360F3-C555-4F56-9CF4-BB88BF72C634}" sibTransId="{E8E6193C-B22D-4038-B500-9EC9A7A3FAA7}"/>
    <dgm:cxn modelId="{136585F0-A879-48C2-AEB0-A1A0FA60A782}" srcId="{161326FB-C017-44EB-9A7C-16B564ADAA3C}" destId="{465F0760-293E-4EFB-BEE4-68F056F20411}" srcOrd="4" destOrd="0" parTransId="{D06121AC-F9FB-4521-B64B-AF18864740BE}" sibTransId="{A944F167-0B60-40FB-9CDD-34F0D7FC2479}"/>
    <dgm:cxn modelId="{A573FBC7-0EAD-6E4D-80AF-23838016D3CE}" type="presParOf" srcId="{76E7618C-CAD2-374F-9484-D8D33AB6538F}" destId="{B15FBC7C-BD63-394D-874C-6A8C79C36F53}" srcOrd="0" destOrd="0" presId="urn:microsoft.com/office/officeart/2005/8/layout/cycle3"/>
    <dgm:cxn modelId="{005B1031-ECEE-9349-AE8B-A4B8D4E487EA}" type="presParOf" srcId="{B15FBC7C-BD63-394D-874C-6A8C79C36F53}" destId="{E19A98D4-C3F6-0C4C-B8E7-6F44511B25EE}" srcOrd="0" destOrd="0" presId="urn:microsoft.com/office/officeart/2005/8/layout/cycle3"/>
    <dgm:cxn modelId="{9565AFAE-B6AC-A442-B01F-15744947D080}" type="presParOf" srcId="{B15FBC7C-BD63-394D-874C-6A8C79C36F53}" destId="{CAC31CAB-ECA9-6B4F-AC62-10F0A71702C0}" srcOrd="1" destOrd="0" presId="urn:microsoft.com/office/officeart/2005/8/layout/cycle3"/>
    <dgm:cxn modelId="{872B9AEC-6C10-E342-B533-BADB089A21D3}" type="presParOf" srcId="{B15FBC7C-BD63-394D-874C-6A8C79C36F53}" destId="{1ADA8BED-8B14-6C4D-8732-B7E0FA3D4C7C}" srcOrd="2" destOrd="0" presId="urn:microsoft.com/office/officeart/2005/8/layout/cycle3"/>
    <dgm:cxn modelId="{D2F2CD3B-8992-334F-98D0-DA2F3233824F}" type="presParOf" srcId="{B15FBC7C-BD63-394D-874C-6A8C79C36F53}" destId="{5320FAEE-2543-D248-9C1F-61FF30762E53}" srcOrd="3" destOrd="0" presId="urn:microsoft.com/office/officeart/2005/8/layout/cycle3"/>
    <dgm:cxn modelId="{DCF0EA71-9062-F24F-9153-4C33A9AB6FFA}" type="presParOf" srcId="{B15FBC7C-BD63-394D-874C-6A8C79C36F53}" destId="{085CB99C-8204-9143-A558-1D8F1B82D3FB}" srcOrd="4" destOrd="0" presId="urn:microsoft.com/office/officeart/2005/8/layout/cycle3"/>
    <dgm:cxn modelId="{66866C53-F08B-8641-99A7-6ACA2B386354}" type="presParOf" srcId="{B15FBC7C-BD63-394D-874C-6A8C79C36F53}" destId="{15D20800-B040-2B40-9129-E6B0A4790199}" srcOrd="5" destOrd="0" presId="urn:microsoft.com/office/officeart/2005/8/layout/cycle3"/>
    <dgm:cxn modelId="{0D43BFD8-0E6B-DE4D-A1D0-A7C082BD620D}" type="presParOf" srcId="{B15FBC7C-BD63-394D-874C-6A8C79C36F53}" destId="{D9840AC4-6C75-4E41-8421-D09DBD7A16C1}" srcOrd="6" destOrd="0" presId="urn:microsoft.com/office/officeart/2005/8/layout/cycle3"/>
    <dgm:cxn modelId="{BCBDC38B-BC19-654D-A4B1-AC05F96550A1}" type="presParOf" srcId="{B15FBC7C-BD63-394D-874C-6A8C79C36F53}" destId="{11084B50-C131-A649-9F58-BB9EB4453A97}" srcOrd="7" destOrd="0" presId="urn:microsoft.com/office/officeart/2005/8/layout/cycle3"/>
    <dgm:cxn modelId="{6DB54A47-533B-854A-A51E-3D4BA4F18B3B}" type="presParOf" srcId="{B15FBC7C-BD63-394D-874C-6A8C79C36F53}" destId="{15852860-8A37-694E-8295-06AF885414C8}" srcOrd="8"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4AE0E4-CFEE-2741-8771-C68A80EB8332}">
      <dsp:nvSpPr>
        <dsp:cNvPr id="0" name=""/>
        <dsp:cNvSpPr/>
      </dsp:nvSpPr>
      <dsp:spPr>
        <a:xfrm>
          <a:off x="0" y="2663"/>
          <a:ext cx="6666833"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92C75D56-BA92-9348-859F-69AC065D8582}">
      <dsp:nvSpPr>
        <dsp:cNvPr id="0" name=""/>
        <dsp:cNvSpPr/>
      </dsp:nvSpPr>
      <dsp:spPr>
        <a:xfrm>
          <a:off x="0" y="2663"/>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s-CO" sz="1800" kern="1200"/>
            <a:t>INSERCION IMPLANTE POS PARTO 07 /07/2023  DR MORENO DRA RAMIREZ </a:t>
          </a:r>
          <a:endParaRPr lang="en-US" sz="1800" kern="1200"/>
        </a:p>
      </dsp:txBody>
      <dsp:txXfrm>
        <a:off x="0" y="2663"/>
        <a:ext cx="6666833" cy="908098"/>
      </dsp:txXfrm>
    </dsp:sp>
    <dsp:sp modelId="{68B487F1-B95D-9543-B044-CA7CFE7298A8}">
      <dsp:nvSpPr>
        <dsp:cNvPr id="0" name=""/>
        <dsp:cNvSpPr/>
      </dsp:nvSpPr>
      <dsp:spPr>
        <a:xfrm>
          <a:off x="0" y="910762"/>
          <a:ext cx="6666833" cy="0"/>
        </a:xfrm>
        <a:prstGeom prst="line">
          <a:avLst/>
        </a:prstGeom>
        <a:gradFill rotWithShape="0">
          <a:gsLst>
            <a:gs pos="0">
              <a:schemeClr val="accent2">
                <a:hueOff val="1288722"/>
                <a:satOff val="-3699"/>
                <a:lumOff val="-5922"/>
                <a:alphaOff val="0"/>
                <a:satMod val="103000"/>
                <a:lumMod val="102000"/>
                <a:tint val="94000"/>
              </a:schemeClr>
            </a:gs>
            <a:gs pos="50000">
              <a:schemeClr val="accent2">
                <a:hueOff val="1288722"/>
                <a:satOff val="-3699"/>
                <a:lumOff val="-5922"/>
                <a:alphaOff val="0"/>
                <a:satMod val="110000"/>
                <a:lumMod val="100000"/>
                <a:shade val="100000"/>
              </a:schemeClr>
            </a:gs>
            <a:gs pos="100000">
              <a:schemeClr val="accent2">
                <a:hueOff val="1288722"/>
                <a:satOff val="-3699"/>
                <a:lumOff val="-5922"/>
                <a:alphaOff val="0"/>
                <a:lumMod val="99000"/>
                <a:satMod val="120000"/>
                <a:shade val="78000"/>
              </a:schemeClr>
            </a:gs>
          </a:gsLst>
          <a:lin ang="5400000" scaled="0"/>
        </a:gradFill>
        <a:ln w="12700" cap="flat" cmpd="sng" algn="ctr">
          <a:solidFill>
            <a:schemeClr val="accent2">
              <a:hueOff val="1288722"/>
              <a:satOff val="-3699"/>
              <a:lumOff val="-5922"/>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76D09BD2-6338-E64F-A073-A76367E5F520}">
      <dsp:nvSpPr>
        <dsp:cNvPr id="0" name=""/>
        <dsp:cNvSpPr/>
      </dsp:nvSpPr>
      <dsp:spPr>
        <a:xfrm>
          <a:off x="0" y="910762"/>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s-CO" sz="1800" kern="1200"/>
            <a:t>C EXTERNA 15/07/2023  ( 8 DIAS ) control posparto </a:t>
          </a:r>
          <a:endParaRPr lang="en-US" sz="1800" kern="1200"/>
        </a:p>
      </dsp:txBody>
      <dsp:txXfrm>
        <a:off x="0" y="910762"/>
        <a:ext cx="6666833" cy="908098"/>
      </dsp:txXfrm>
    </dsp:sp>
    <dsp:sp modelId="{59305B3C-54E1-E946-A1FD-03F082A505C9}">
      <dsp:nvSpPr>
        <dsp:cNvPr id="0" name=""/>
        <dsp:cNvSpPr/>
      </dsp:nvSpPr>
      <dsp:spPr>
        <a:xfrm>
          <a:off x="0" y="1818861"/>
          <a:ext cx="6666833" cy="0"/>
        </a:xfrm>
        <a:prstGeom prst="line">
          <a:avLst/>
        </a:prstGeom>
        <a:gradFill rotWithShape="0">
          <a:gsLst>
            <a:gs pos="0">
              <a:schemeClr val="accent2">
                <a:hueOff val="2577445"/>
                <a:satOff val="-7397"/>
                <a:lumOff val="-11844"/>
                <a:alphaOff val="0"/>
                <a:satMod val="103000"/>
                <a:lumMod val="102000"/>
                <a:tint val="94000"/>
              </a:schemeClr>
            </a:gs>
            <a:gs pos="50000">
              <a:schemeClr val="accent2">
                <a:hueOff val="2577445"/>
                <a:satOff val="-7397"/>
                <a:lumOff val="-11844"/>
                <a:alphaOff val="0"/>
                <a:satMod val="110000"/>
                <a:lumMod val="100000"/>
                <a:shade val="100000"/>
              </a:schemeClr>
            </a:gs>
            <a:gs pos="100000">
              <a:schemeClr val="accent2">
                <a:hueOff val="2577445"/>
                <a:satOff val="-7397"/>
                <a:lumOff val="-11844"/>
                <a:alphaOff val="0"/>
                <a:lumMod val="99000"/>
                <a:satMod val="120000"/>
                <a:shade val="78000"/>
              </a:schemeClr>
            </a:gs>
          </a:gsLst>
          <a:lin ang="5400000" scaled="0"/>
        </a:gradFill>
        <a:ln w="12700" cap="flat" cmpd="sng" algn="ctr">
          <a:solidFill>
            <a:schemeClr val="accent2">
              <a:hueOff val="2577445"/>
              <a:satOff val="-7397"/>
              <a:lumOff val="-11844"/>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2DD9BB70-55BD-2E4E-8CDB-2BB7AC9FB472}">
      <dsp:nvSpPr>
        <dsp:cNvPr id="0" name=""/>
        <dsp:cNvSpPr/>
      </dsp:nvSpPr>
      <dsp:spPr>
        <a:xfrm>
          <a:off x="0" y="1818861"/>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s-CO" sz="1800" kern="1200"/>
            <a:t>07/09/2023  C EXTERNA  dolor en sitio de inserción del implante  evidencian implante  superficial con flexión del brazo  sin signos de infección </a:t>
          </a:r>
          <a:endParaRPr lang="en-US" sz="1800" kern="1200"/>
        </a:p>
      </dsp:txBody>
      <dsp:txXfrm>
        <a:off x="0" y="1818861"/>
        <a:ext cx="6666833" cy="908098"/>
      </dsp:txXfrm>
    </dsp:sp>
    <dsp:sp modelId="{C3C82D25-D005-E341-A9D8-4B3A24E040A1}">
      <dsp:nvSpPr>
        <dsp:cNvPr id="0" name=""/>
        <dsp:cNvSpPr/>
      </dsp:nvSpPr>
      <dsp:spPr>
        <a:xfrm>
          <a:off x="0" y="2726960"/>
          <a:ext cx="6666833" cy="0"/>
        </a:xfrm>
        <a:prstGeom prst="line">
          <a:avLst/>
        </a:prstGeom>
        <a:gradFill rotWithShape="0">
          <a:gsLst>
            <a:gs pos="0">
              <a:schemeClr val="accent2">
                <a:hueOff val="3866168"/>
                <a:satOff val="-11096"/>
                <a:lumOff val="-17765"/>
                <a:alphaOff val="0"/>
                <a:satMod val="103000"/>
                <a:lumMod val="102000"/>
                <a:tint val="94000"/>
              </a:schemeClr>
            </a:gs>
            <a:gs pos="50000">
              <a:schemeClr val="accent2">
                <a:hueOff val="3866168"/>
                <a:satOff val="-11096"/>
                <a:lumOff val="-17765"/>
                <a:alphaOff val="0"/>
                <a:satMod val="110000"/>
                <a:lumMod val="100000"/>
                <a:shade val="100000"/>
              </a:schemeClr>
            </a:gs>
            <a:gs pos="100000">
              <a:schemeClr val="accent2">
                <a:hueOff val="3866168"/>
                <a:satOff val="-11096"/>
                <a:lumOff val="-17765"/>
                <a:alphaOff val="0"/>
                <a:lumMod val="99000"/>
                <a:satMod val="120000"/>
                <a:shade val="78000"/>
              </a:schemeClr>
            </a:gs>
          </a:gsLst>
          <a:lin ang="5400000" scaled="0"/>
        </a:gradFill>
        <a:ln w="12700" cap="flat" cmpd="sng" algn="ctr">
          <a:solidFill>
            <a:schemeClr val="accent2">
              <a:hueOff val="3866168"/>
              <a:satOff val="-11096"/>
              <a:lumOff val="-17765"/>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8084BE87-58E4-4B43-B6E9-48A7E50F0D12}">
      <dsp:nvSpPr>
        <dsp:cNvPr id="0" name=""/>
        <dsp:cNvSpPr/>
      </dsp:nvSpPr>
      <dsp:spPr>
        <a:xfrm>
          <a:off x="0" y="2726960"/>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s-CO" sz="1800" kern="1200"/>
            <a:t>Ss eco tejidos blandos 30/10/2023 :  imagen de implante subdérmico a 3.6 mm de la piel </a:t>
          </a:r>
          <a:endParaRPr lang="en-US" sz="1800" kern="1200"/>
        </a:p>
      </dsp:txBody>
      <dsp:txXfrm>
        <a:off x="0" y="2726960"/>
        <a:ext cx="6666833" cy="908098"/>
      </dsp:txXfrm>
    </dsp:sp>
    <dsp:sp modelId="{7C2E1128-2CC1-9C40-9FB4-58B1040298CE}">
      <dsp:nvSpPr>
        <dsp:cNvPr id="0" name=""/>
        <dsp:cNvSpPr/>
      </dsp:nvSpPr>
      <dsp:spPr>
        <a:xfrm>
          <a:off x="0" y="3635058"/>
          <a:ext cx="6666833" cy="0"/>
        </a:xfrm>
        <a:prstGeom prst="line">
          <a:avLst/>
        </a:prstGeom>
        <a:gradFill rotWithShape="0">
          <a:gsLst>
            <a:gs pos="0">
              <a:schemeClr val="accent2">
                <a:hueOff val="5154890"/>
                <a:satOff val="-14794"/>
                <a:lumOff val="-23687"/>
                <a:alphaOff val="0"/>
                <a:satMod val="103000"/>
                <a:lumMod val="102000"/>
                <a:tint val="94000"/>
              </a:schemeClr>
            </a:gs>
            <a:gs pos="50000">
              <a:schemeClr val="accent2">
                <a:hueOff val="5154890"/>
                <a:satOff val="-14794"/>
                <a:lumOff val="-23687"/>
                <a:alphaOff val="0"/>
                <a:satMod val="110000"/>
                <a:lumMod val="100000"/>
                <a:shade val="100000"/>
              </a:schemeClr>
            </a:gs>
            <a:gs pos="100000">
              <a:schemeClr val="accent2">
                <a:hueOff val="5154890"/>
                <a:satOff val="-14794"/>
                <a:lumOff val="-23687"/>
                <a:alphaOff val="0"/>
                <a:lumMod val="99000"/>
                <a:satMod val="120000"/>
                <a:shade val="78000"/>
              </a:schemeClr>
            </a:gs>
          </a:gsLst>
          <a:lin ang="5400000" scaled="0"/>
        </a:gradFill>
        <a:ln w="12700" cap="flat" cmpd="sng" algn="ctr">
          <a:solidFill>
            <a:schemeClr val="accent2">
              <a:hueOff val="5154890"/>
              <a:satOff val="-14794"/>
              <a:lumOff val="-23687"/>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89949DF2-B9A8-9B41-B390-A15D46758032}">
      <dsp:nvSpPr>
        <dsp:cNvPr id="0" name=""/>
        <dsp:cNvSpPr/>
      </dsp:nvSpPr>
      <dsp:spPr>
        <a:xfrm>
          <a:off x="0" y="3635058"/>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s-CO" sz="1800" kern="1200"/>
            <a:t>PROXIMA CONSULTA ( dr Gutiérrez )  : 29/02/2024 ( 4 MESES DESPUES ) MC x urg * se me encarno el jadelle * EF : Barra del implante protruida calor y eritema </a:t>
          </a:r>
          <a:endParaRPr lang="en-US" sz="1800" kern="1200"/>
        </a:p>
      </dsp:txBody>
      <dsp:txXfrm>
        <a:off x="0" y="3635058"/>
        <a:ext cx="6666833" cy="908098"/>
      </dsp:txXfrm>
    </dsp:sp>
    <dsp:sp modelId="{FD7EC8A9-2C6E-DA4B-B9D7-D869713C9791}">
      <dsp:nvSpPr>
        <dsp:cNvPr id="0" name=""/>
        <dsp:cNvSpPr/>
      </dsp:nvSpPr>
      <dsp:spPr>
        <a:xfrm>
          <a:off x="0" y="4543157"/>
          <a:ext cx="6666833" cy="0"/>
        </a:xfrm>
        <a:prstGeom prst="line">
          <a:avLst/>
        </a:prstGeom>
        <a:gradFill rotWithShape="0">
          <a:gsLst>
            <a:gs pos="0">
              <a:schemeClr val="accent2">
                <a:hueOff val="6443612"/>
                <a:satOff val="-18493"/>
                <a:lumOff val="-29609"/>
                <a:alphaOff val="0"/>
                <a:satMod val="103000"/>
                <a:lumMod val="102000"/>
                <a:tint val="94000"/>
              </a:schemeClr>
            </a:gs>
            <a:gs pos="50000">
              <a:schemeClr val="accent2">
                <a:hueOff val="6443612"/>
                <a:satOff val="-18493"/>
                <a:lumOff val="-29609"/>
                <a:alphaOff val="0"/>
                <a:satMod val="110000"/>
                <a:lumMod val="100000"/>
                <a:shade val="100000"/>
              </a:schemeClr>
            </a:gs>
            <a:gs pos="100000">
              <a:schemeClr val="accent2">
                <a:hueOff val="6443612"/>
                <a:satOff val="-18493"/>
                <a:lumOff val="-29609"/>
                <a:alphaOff val="0"/>
                <a:lumMod val="99000"/>
                <a:satMod val="120000"/>
                <a:shade val="78000"/>
              </a:schemeClr>
            </a:gs>
          </a:gsLst>
          <a:lin ang="5400000" scaled="0"/>
        </a:gradFill>
        <a:ln w="12700" cap="flat" cmpd="sng" algn="ctr">
          <a:solidFill>
            <a:schemeClr val="accent2">
              <a:hueOff val="6443612"/>
              <a:satOff val="-18493"/>
              <a:lumOff val="-29609"/>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9E303737-13EA-654D-B9DD-73B2565C0CFE}">
      <dsp:nvSpPr>
        <dsp:cNvPr id="0" name=""/>
        <dsp:cNvSpPr/>
      </dsp:nvSpPr>
      <dsp:spPr>
        <a:xfrm>
          <a:off x="0" y="4543157"/>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s-CO" sz="1800" kern="1200"/>
            <a:t>Manejo con dicloxacilina diclofenac  : orden de retiro del implante </a:t>
          </a:r>
          <a:endParaRPr lang="en-US" sz="1800" kern="1200"/>
        </a:p>
      </dsp:txBody>
      <dsp:txXfrm>
        <a:off x="0" y="4543157"/>
        <a:ext cx="6666833" cy="90809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8FA7CC-49C5-4F4A-A3AA-036EA1D63805}">
      <dsp:nvSpPr>
        <dsp:cNvPr id="0" name=""/>
        <dsp:cNvSpPr/>
      </dsp:nvSpPr>
      <dsp:spPr>
        <a:xfrm>
          <a:off x="3080" y="385801"/>
          <a:ext cx="2444055" cy="146643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CO" sz="1600" kern="1200"/>
            <a:t>31/05/2024 ( 3 meses  ) refiere salida de la barra del implante  desea retiro del implante e inserción del nuevo implante </a:t>
          </a:r>
          <a:endParaRPr lang="en-US" sz="1600" kern="1200"/>
        </a:p>
      </dsp:txBody>
      <dsp:txXfrm>
        <a:off x="3080" y="385801"/>
        <a:ext cx="2444055" cy="1466433"/>
      </dsp:txXfrm>
    </dsp:sp>
    <dsp:sp modelId="{53219BD4-2A75-9D42-ACEE-1802A6A18753}">
      <dsp:nvSpPr>
        <dsp:cNvPr id="0" name=""/>
        <dsp:cNvSpPr/>
      </dsp:nvSpPr>
      <dsp:spPr>
        <a:xfrm>
          <a:off x="2691541" y="385801"/>
          <a:ext cx="2444055" cy="1466433"/>
        </a:xfrm>
        <a:prstGeom prst="rect">
          <a:avLst/>
        </a:prstGeom>
        <a:solidFill>
          <a:schemeClr val="accent2">
            <a:hueOff val="1073935"/>
            <a:satOff val="-3082"/>
            <a:lumOff val="-493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CO" sz="1600" kern="1200"/>
            <a:t>Se genera orden ( Dr Camacho ) para  retiro y colocación de nuevo implante </a:t>
          </a:r>
          <a:endParaRPr lang="en-US" sz="1600" kern="1200"/>
        </a:p>
      </dsp:txBody>
      <dsp:txXfrm>
        <a:off x="2691541" y="385801"/>
        <a:ext cx="2444055" cy="1466433"/>
      </dsp:txXfrm>
    </dsp:sp>
    <dsp:sp modelId="{219E6782-9359-1F49-9843-E075DED2D893}">
      <dsp:nvSpPr>
        <dsp:cNvPr id="0" name=""/>
        <dsp:cNvSpPr/>
      </dsp:nvSpPr>
      <dsp:spPr>
        <a:xfrm>
          <a:off x="5380002" y="385801"/>
          <a:ext cx="2444055" cy="1466433"/>
        </a:xfrm>
        <a:prstGeom prst="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CO" sz="1600" kern="1200"/>
            <a:t>** DURANTE ESTE TIEMPO NO SE REGISTRAN ATENCIONES ** </a:t>
          </a:r>
          <a:endParaRPr lang="en-US" sz="1600" kern="1200"/>
        </a:p>
      </dsp:txBody>
      <dsp:txXfrm>
        <a:off x="5380002" y="385801"/>
        <a:ext cx="2444055" cy="1466433"/>
      </dsp:txXfrm>
    </dsp:sp>
    <dsp:sp modelId="{B50190C9-CBF6-5041-A4BB-586D221167C1}">
      <dsp:nvSpPr>
        <dsp:cNvPr id="0" name=""/>
        <dsp:cNvSpPr/>
      </dsp:nvSpPr>
      <dsp:spPr>
        <a:xfrm>
          <a:off x="8068463" y="385801"/>
          <a:ext cx="2444055" cy="1466433"/>
        </a:xfrm>
        <a:prstGeom prst="rect">
          <a:avLst/>
        </a:prstGeom>
        <a:solidFill>
          <a:schemeClr val="accent2">
            <a:hueOff val="3221806"/>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CO" sz="1600" kern="1200"/>
            <a:t>02/08/2024  migraña : No se registran hasta ahora antecedentes  patológicos DR CASTILLO </a:t>
          </a:r>
          <a:endParaRPr lang="en-US" sz="1600" kern="1200"/>
        </a:p>
      </dsp:txBody>
      <dsp:txXfrm>
        <a:off x="8068463" y="385801"/>
        <a:ext cx="2444055" cy="1466433"/>
      </dsp:txXfrm>
    </dsp:sp>
    <dsp:sp modelId="{11A7DB62-50FD-114E-A835-CF061BAF2D5A}">
      <dsp:nvSpPr>
        <dsp:cNvPr id="0" name=""/>
        <dsp:cNvSpPr/>
      </dsp:nvSpPr>
      <dsp:spPr>
        <a:xfrm>
          <a:off x="1347311" y="2096640"/>
          <a:ext cx="2444055" cy="1466433"/>
        </a:xfrm>
        <a:prstGeom prst="rect">
          <a:avLst/>
        </a:prstGeom>
        <a:solidFill>
          <a:schemeClr val="accent2">
            <a:hueOff val="4295742"/>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CO" sz="1600" kern="1200"/>
            <a:t>19/03/2025 DR CASTILLO  disnea , tos severa  cianozante </a:t>
          </a:r>
          <a:endParaRPr lang="en-US" sz="1600" kern="1200"/>
        </a:p>
      </dsp:txBody>
      <dsp:txXfrm>
        <a:off x="1347311" y="2096640"/>
        <a:ext cx="2444055" cy="1466433"/>
      </dsp:txXfrm>
    </dsp:sp>
    <dsp:sp modelId="{AB4D0925-109D-8142-BDC3-C5FBC7FC1D07}">
      <dsp:nvSpPr>
        <dsp:cNvPr id="0" name=""/>
        <dsp:cNvSpPr/>
      </dsp:nvSpPr>
      <dsp:spPr>
        <a:xfrm>
          <a:off x="4035772" y="2096640"/>
          <a:ext cx="2444055" cy="1466433"/>
        </a:xfrm>
        <a:prstGeom prst="rect">
          <a:avLst/>
        </a:prstGeom>
        <a:solidFill>
          <a:schemeClr val="accent2">
            <a:hueOff val="5369677"/>
            <a:satOff val="-15411"/>
            <a:lumOff val="-2467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CO" sz="1600" kern="1200"/>
            <a:t>¨registro antecedentes  galpones 100 mts  de la casa , va tres veces al dia  con tapabocas. </a:t>
          </a:r>
          <a:endParaRPr lang="en-US" sz="1600" kern="1200"/>
        </a:p>
      </dsp:txBody>
      <dsp:txXfrm>
        <a:off x="4035772" y="2096640"/>
        <a:ext cx="2444055" cy="1466433"/>
      </dsp:txXfrm>
    </dsp:sp>
    <dsp:sp modelId="{087562D5-6021-4343-9B96-D9C1DC026FEB}">
      <dsp:nvSpPr>
        <dsp:cNvPr id="0" name=""/>
        <dsp:cNvSpPr/>
      </dsp:nvSpPr>
      <dsp:spPr>
        <a:xfrm>
          <a:off x="6724233" y="2096640"/>
          <a:ext cx="2444055" cy="1466433"/>
        </a:xfrm>
        <a:prstGeom prst="rect">
          <a:avLst/>
        </a:prstGeom>
        <a:solidFill>
          <a:schemeClr val="accent2">
            <a:hueOff val="6443612"/>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CO" sz="1600" kern="1200"/>
            <a:t>Manejo con budesónida / formoterol  ss Rx tórax , espirometría </a:t>
          </a:r>
          <a:endParaRPr lang="en-US" sz="1600" kern="1200"/>
        </a:p>
      </dsp:txBody>
      <dsp:txXfrm>
        <a:off x="6724233" y="2096640"/>
        <a:ext cx="2444055" cy="146643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C15CE1-5C00-3446-8171-376C6D093E8F}">
      <dsp:nvSpPr>
        <dsp:cNvPr id="0" name=""/>
        <dsp:cNvSpPr/>
      </dsp:nvSpPr>
      <dsp:spPr>
        <a:xfrm>
          <a:off x="0" y="422104"/>
          <a:ext cx="6666833" cy="148473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s-CO" sz="2700" kern="1200"/>
            <a:t>09/04/2025 Dr Camacho :  Fur 28/01/2025 prueba embarazo positiva  + 3 meses sibilancias disnea  dolor torácico </a:t>
          </a:r>
          <a:endParaRPr lang="en-US" sz="2700" kern="1200"/>
        </a:p>
      </dsp:txBody>
      <dsp:txXfrm>
        <a:off x="72479" y="494583"/>
        <a:ext cx="6521875" cy="1339772"/>
      </dsp:txXfrm>
    </dsp:sp>
    <dsp:sp modelId="{20978656-2397-764D-BA0E-ED21AC057FE6}">
      <dsp:nvSpPr>
        <dsp:cNvPr id="0" name=""/>
        <dsp:cNvSpPr/>
      </dsp:nvSpPr>
      <dsp:spPr>
        <a:xfrm>
          <a:off x="0" y="1984594"/>
          <a:ext cx="6666833" cy="1484730"/>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s-CO" sz="2700" kern="1200"/>
            <a:t>Manejo budesónida / formoterol 1 mes  con mala respuesta</a:t>
          </a:r>
          <a:endParaRPr lang="en-US" sz="2700" kern="1200"/>
        </a:p>
      </dsp:txBody>
      <dsp:txXfrm>
        <a:off x="72479" y="2057073"/>
        <a:ext cx="6521875" cy="1339772"/>
      </dsp:txXfrm>
    </dsp:sp>
    <dsp:sp modelId="{DEBDD093-BECC-6742-8F67-B7FD15724F4B}">
      <dsp:nvSpPr>
        <dsp:cNvPr id="0" name=""/>
        <dsp:cNvSpPr/>
      </dsp:nvSpPr>
      <dsp:spPr>
        <a:xfrm>
          <a:off x="0" y="3547085"/>
          <a:ext cx="6666833" cy="148473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s-CO" sz="2700" kern="1200"/>
            <a:t>Se envia a URG  por crisis asmática :  no se evidencia registro </a:t>
          </a:r>
          <a:endParaRPr lang="en-US" sz="2700" kern="1200"/>
        </a:p>
      </dsp:txBody>
      <dsp:txXfrm>
        <a:off x="72479" y="3619564"/>
        <a:ext cx="6521875" cy="133977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CFAF97-3267-6748-B083-834E2799B1F6}">
      <dsp:nvSpPr>
        <dsp:cNvPr id="0" name=""/>
        <dsp:cNvSpPr/>
      </dsp:nvSpPr>
      <dsp:spPr>
        <a:xfrm>
          <a:off x="3550459" y="628630"/>
          <a:ext cx="485154" cy="91440"/>
        </a:xfrm>
        <a:custGeom>
          <a:avLst/>
          <a:gdLst/>
          <a:ahLst/>
          <a:cxnLst/>
          <a:rect l="0" t="0" r="0" b="0"/>
          <a:pathLst>
            <a:path>
              <a:moveTo>
                <a:pt x="0" y="45720"/>
              </a:moveTo>
              <a:lnTo>
                <a:pt x="485154"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80142" y="671771"/>
        <a:ext cx="25787" cy="5157"/>
      </dsp:txXfrm>
    </dsp:sp>
    <dsp:sp modelId="{2B75D78C-646C-F24B-9AED-A53866F4B309}">
      <dsp:nvSpPr>
        <dsp:cNvPr id="0" name=""/>
        <dsp:cNvSpPr/>
      </dsp:nvSpPr>
      <dsp:spPr>
        <a:xfrm>
          <a:off x="1309847" y="1626"/>
          <a:ext cx="2242411" cy="134544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80" tIns="115338" rIns="109880" bIns="115338" numCol="1" spcCol="1270" anchor="ctr" anchorCtr="0">
          <a:noAutofit/>
        </a:bodyPr>
        <a:lstStyle/>
        <a:p>
          <a:pPr marL="0" lvl="0" indent="0" algn="ctr" defTabSz="755650">
            <a:lnSpc>
              <a:spcPct val="90000"/>
            </a:lnSpc>
            <a:spcBef>
              <a:spcPct val="0"/>
            </a:spcBef>
            <a:spcAft>
              <a:spcPct val="35000"/>
            </a:spcAft>
            <a:buNone/>
          </a:pPr>
          <a:r>
            <a:rPr lang="es-CO" sz="1700" kern="1200"/>
            <a:t>11/4/2025  DRA RAMIREZ 10.4 sem x fur </a:t>
          </a:r>
          <a:endParaRPr lang="en-US" sz="1700" kern="1200"/>
        </a:p>
      </dsp:txBody>
      <dsp:txXfrm>
        <a:off x="1309847" y="1626"/>
        <a:ext cx="2242411" cy="1345447"/>
      </dsp:txXfrm>
    </dsp:sp>
    <dsp:sp modelId="{BA6639CE-C769-0544-BB86-C07E9B98741B}">
      <dsp:nvSpPr>
        <dsp:cNvPr id="0" name=""/>
        <dsp:cNvSpPr/>
      </dsp:nvSpPr>
      <dsp:spPr>
        <a:xfrm>
          <a:off x="6308625" y="628630"/>
          <a:ext cx="485154" cy="91440"/>
        </a:xfrm>
        <a:custGeom>
          <a:avLst/>
          <a:gdLst/>
          <a:ahLst/>
          <a:cxnLst/>
          <a:rect l="0" t="0" r="0" b="0"/>
          <a:pathLst>
            <a:path>
              <a:moveTo>
                <a:pt x="0" y="45720"/>
              </a:moveTo>
              <a:lnTo>
                <a:pt x="485154" y="45720"/>
              </a:lnTo>
            </a:path>
          </a:pathLst>
        </a:custGeom>
        <a:noFill/>
        <a:ln w="12700" cap="flat" cmpd="sng" algn="ctr">
          <a:solidFill>
            <a:schemeClr val="accent5">
              <a:hueOff val="-3038037"/>
              <a:satOff val="-207"/>
              <a:lumOff val="49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538309" y="671771"/>
        <a:ext cx="25787" cy="5157"/>
      </dsp:txXfrm>
    </dsp:sp>
    <dsp:sp modelId="{02F326DC-B33E-1640-8C27-2D47FD1DE008}">
      <dsp:nvSpPr>
        <dsp:cNvPr id="0" name=""/>
        <dsp:cNvSpPr/>
      </dsp:nvSpPr>
      <dsp:spPr>
        <a:xfrm>
          <a:off x="4068014" y="1626"/>
          <a:ext cx="2242411" cy="1345447"/>
        </a:xfrm>
        <a:prstGeom prst="rect">
          <a:avLst/>
        </a:prstGeom>
        <a:solidFill>
          <a:schemeClr val="accent5">
            <a:hueOff val="-2430430"/>
            <a:satOff val="-165"/>
            <a:lumOff val="39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80" tIns="115338" rIns="109880" bIns="115338" numCol="1" spcCol="1270" anchor="ctr" anchorCtr="0">
          <a:noAutofit/>
        </a:bodyPr>
        <a:lstStyle/>
        <a:p>
          <a:pPr marL="0" lvl="0" indent="0" algn="ctr" defTabSz="755650">
            <a:lnSpc>
              <a:spcPct val="90000"/>
            </a:lnSpc>
            <a:spcBef>
              <a:spcPct val="0"/>
            </a:spcBef>
            <a:spcAft>
              <a:spcPct val="35000"/>
            </a:spcAft>
            <a:buNone/>
          </a:pPr>
          <a:r>
            <a:rPr lang="es-CO" sz="1700" kern="1200"/>
            <a:t>No se pone el dx de ASMA en patológicos </a:t>
          </a:r>
          <a:endParaRPr lang="en-US" sz="1700" kern="1200"/>
        </a:p>
      </dsp:txBody>
      <dsp:txXfrm>
        <a:off x="4068014" y="1626"/>
        <a:ext cx="2242411" cy="1345447"/>
      </dsp:txXfrm>
    </dsp:sp>
    <dsp:sp modelId="{41552BDE-73C4-5844-865B-22679A912004}">
      <dsp:nvSpPr>
        <dsp:cNvPr id="0" name=""/>
        <dsp:cNvSpPr/>
      </dsp:nvSpPr>
      <dsp:spPr>
        <a:xfrm>
          <a:off x="2431053" y="1345273"/>
          <a:ext cx="5516333" cy="485154"/>
        </a:xfrm>
        <a:custGeom>
          <a:avLst/>
          <a:gdLst/>
          <a:ahLst/>
          <a:cxnLst/>
          <a:rect l="0" t="0" r="0" b="0"/>
          <a:pathLst>
            <a:path>
              <a:moveTo>
                <a:pt x="5516333" y="0"/>
              </a:moveTo>
              <a:lnTo>
                <a:pt x="5516333" y="259677"/>
              </a:lnTo>
              <a:lnTo>
                <a:pt x="0" y="259677"/>
              </a:lnTo>
              <a:lnTo>
                <a:pt x="0" y="485154"/>
              </a:lnTo>
            </a:path>
          </a:pathLst>
        </a:custGeom>
        <a:noFill/>
        <a:ln w="12700" cap="flat" cmpd="sng" algn="ctr">
          <a:solidFill>
            <a:schemeClr val="accent5">
              <a:hueOff val="-6076075"/>
              <a:satOff val="-413"/>
              <a:lumOff val="98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50710" y="1585272"/>
        <a:ext cx="277019" cy="5157"/>
      </dsp:txXfrm>
    </dsp:sp>
    <dsp:sp modelId="{E8C0057E-CCED-0C43-B802-3A941F74F68E}">
      <dsp:nvSpPr>
        <dsp:cNvPr id="0" name=""/>
        <dsp:cNvSpPr/>
      </dsp:nvSpPr>
      <dsp:spPr>
        <a:xfrm>
          <a:off x="6826180" y="1626"/>
          <a:ext cx="2242411" cy="1345447"/>
        </a:xfrm>
        <a:prstGeom prst="rect">
          <a:avLst/>
        </a:prstGeom>
        <a:solidFill>
          <a:schemeClr val="accent5">
            <a:hueOff val="-4860860"/>
            <a:satOff val="-330"/>
            <a:lumOff val="78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80" tIns="115338" rIns="109880" bIns="115338" numCol="1" spcCol="1270" anchor="ctr" anchorCtr="0">
          <a:noAutofit/>
        </a:bodyPr>
        <a:lstStyle/>
        <a:p>
          <a:pPr marL="0" lvl="0" indent="0" algn="ctr" defTabSz="755650">
            <a:lnSpc>
              <a:spcPct val="90000"/>
            </a:lnSpc>
            <a:spcBef>
              <a:spcPct val="0"/>
            </a:spcBef>
            <a:spcAft>
              <a:spcPct val="35000"/>
            </a:spcAft>
            <a:buNone/>
          </a:pPr>
          <a:r>
            <a:rPr lang="es-CO" sz="1700" kern="1200"/>
            <a:t>Se registra :  pueblo viejo Moniquirá  trabaja con galpones  y tiene 2 gatos </a:t>
          </a:r>
          <a:endParaRPr lang="en-US" sz="1700" kern="1200"/>
        </a:p>
      </dsp:txBody>
      <dsp:txXfrm>
        <a:off x="6826180" y="1626"/>
        <a:ext cx="2242411" cy="1345447"/>
      </dsp:txXfrm>
    </dsp:sp>
    <dsp:sp modelId="{84219496-48E3-5E49-AFEE-2526F9E74E85}">
      <dsp:nvSpPr>
        <dsp:cNvPr id="0" name=""/>
        <dsp:cNvSpPr/>
      </dsp:nvSpPr>
      <dsp:spPr>
        <a:xfrm>
          <a:off x="3550459" y="2489831"/>
          <a:ext cx="485154" cy="91440"/>
        </a:xfrm>
        <a:custGeom>
          <a:avLst/>
          <a:gdLst/>
          <a:ahLst/>
          <a:cxnLst/>
          <a:rect l="0" t="0" r="0" b="0"/>
          <a:pathLst>
            <a:path>
              <a:moveTo>
                <a:pt x="0" y="45720"/>
              </a:moveTo>
              <a:lnTo>
                <a:pt x="485154" y="45720"/>
              </a:lnTo>
            </a:path>
          </a:pathLst>
        </a:custGeom>
        <a:noFill/>
        <a:ln w="12700" cap="flat" cmpd="sng" algn="ctr">
          <a:solidFill>
            <a:schemeClr val="accent5">
              <a:hueOff val="-9114112"/>
              <a:satOff val="-620"/>
              <a:lumOff val="147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80142" y="2532973"/>
        <a:ext cx="25787" cy="5157"/>
      </dsp:txXfrm>
    </dsp:sp>
    <dsp:sp modelId="{709AE3C2-7E3F-1F4F-9C9F-F9E94643E0A8}">
      <dsp:nvSpPr>
        <dsp:cNvPr id="0" name=""/>
        <dsp:cNvSpPr/>
      </dsp:nvSpPr>
      <dsp:spPr>
        <a:xfrm>
          <a:off x="1309847" y="1862828"/>
          <a:ext cx="2242411" cy="1345447"/>
        </a:xfrm>
        <a:prstGeom prst="rect">
          <a:avLst/>
        </a:prstGeom>
        <a:solidFill>
          <a:schemeClr val="accent5">
            <a:hueOff val="-7291290"/>
            <a:satOff val="-496"/>
            <a:lumOff val="117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80" tIns="115338" rIns="109880" bIns="115338" numCol="1" spcCol="1270" anchor="ctr" anchorCtr="0">
          <a:noAutofit/>
        </a:bodyPr>
        <a:lstStyle/>
        <a:p>
          <a:pPr marL="0" lvl="0" indent="0" algn="ctr" defTabSz="755650">
            <a:lnSpc>
              <a:spcPct val="90000"/>
            </a:lnSpc>
            <a:spcBef>
              <a:spcPct val="0"/>
            </a:spcBef>
            <a:spcAft>
              <a:spcPct val="35000"/>
            </a:spcAft>
            <a:buNone/>
          </a:pPr>
          <a:r>
            <a:rPr lang="es-CO" sz="1700" kern="1200"/>
            <a:t>Se socializa IVE </a:t>
          </a:r>
          <a:endParaRPr lang="en-US" sz="1700" kern="1200"/>
        </a:p>
      </dsp:txBody>
      <dsp:txXfrm>
        <a:off x="1309847" y="1862828"/>
        <a:ext cx="2242411" cy="1345447"/>
      </dsp:txXfrm>
    </dsp:sp>
    <dsp:sp modelId="{2C90CC79-27CC-6445-897C-2490661D7ADD}">
      <dsp:nvSpPr>
        <dsp:cNvPr id="0" name=""/>
        <dsp:cNvSpPr/>
      </dsp:nvSpPr>
      <dsp:spPr>
        <a:xfrm>
          <a:off x="6308625" y="2489831"/>
          <a:ext cx="485154" cy="91440"/>
        </a:xfrm>
        <a:custGeom>
          <a:avLst/>
          <a:gdLst/>
          <a:ahLst/>
          <a:cxnLst/>
          <a:rect l="0" t="0" r="0" b="0"/>
          <a:pathLst>
            <a:path>
              <a:moveTo>
                <a:pt x="0" y="45720"/>
              </a:moveTo>
              <a:lnTo>
                <a:pt x="485154" y="45720"/>
              </a:lnTo>
            </a:path>
          </a:pathLst>
        </a:custGeom>
        <a:noFill/>
        <a:ln w="12700" cap="flat" cmpd="sng" algn="ctr">
          <a:solidFill>
            <a:schemeClr val="accent5">
              <a:hueOff val="-12152150"/>
              <a:satOff val="-826"/>
              <a:lumOff val="196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538309" y="2532973"/>
        <a:ext cx="25787" cy="5157"/>
      </dsp:txXfrm>
    </dsp:sp>
    <dsp:sp modelId="{A0917718-1EDE-7F48-B316-F9D226E427BF}">
      <dsp:nvSpPr>
        <dsp:cNvPr id="0" name=""/>
        <dsp:cNvSpPr/>
      </dsp:nvSpPr>
      <dsp:spPr>
        <a:xfrm>
          <a:off x="4068014" y="1862828"/>
          <a:ext cx="2242411" cy="1345447"/>
        </a:xfrm>
        <a:prstGeom prst="rect">
          <a:avLst/>
        </a:prstGeom>
        <a:solidFill>
          <a:schemeClr val="accent5">
            <a:hueOff val="-9721720"/>
            <a:satOff val="-661"/>
            <a:lumOff val="156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80" tIns="115338" rIns="109880" bIns="115338" numCol="1" spcCol="1270" anchor="ctr" anchorCtr="0">
          <a:noAutofit/>
        </a:bodyPr>
        <a:lstStyle/>
        <a:p>
          <a:pPr marL="0" lvl="0" indent="0" algn="ctr" defTabSz="755650">
            <a:lnSpc>
              <a:spcPct val="90000"/>
            </a:lnSpc>
            <a:spcBef>
              <a:spcPct val="0"/>
            </a:spcBef>
            <a:spcAft>
              <a:spcPct val="35000"/>
            </a:spcAft>
            <a:buNone/>
          </a:pPr>
          <a:r>
            <a:rPr lang="es-CO" sz="1700" kern="1200"/>
            <a:t>Ss val por  psicología / odontología / nutrición  y planificación </a:t>
          </a:r>
          <a:endParaRPr lang="en-US" sz="1700" kern="1200"/>
        </a:p>
      </dsp:txBody>
      <dsp:txXfrm>
        <a:off x="4068014" y="1862828"/>
        <a:ext cx="2242411" cy="1345447"/>
      </dsp:txXfrm>
    </dsp:sp>
    <dsp:sp modelId="{1830BBED-588F-4744-9743-BD7691FC66DD}">
      <dsp:nvSpPr>
        <dsp:cNvPr id="0" name=""/>
        <dsp:cNvSpPr/>
      </dsp:nvSpPr>
      <dsp:spPr>
        <a:xfrm>
          <a:off x="6826180" y="1862828"/>
          <a:ext cx="2242411" cy="1345447"/>
        </a:xfrm>
        <a:prstGeom prst="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80" tIns="115338" rIns="109880" bIns="115338" numCol="1" spcCol="1270" anchor="ctr" anchorCtr="0">
          <a:noAutofit/>
        </a:bodyPr>
        <a:lstStyle/>
        <a:p>
          <a:pPr marL="0" lvl="0" indent="0" algn="ctr" defTabSz="755650">
            <a:lnSpc>
              <a:spcPct val="90000"/>
            </a:lnSpc>
            <a:spcBef>
              <a:spcPct val="0"/>
            </a:spcBef>
            <a:spcAft>
              <a:spcPct val="35000"/>
            </a:spcAft>
            <a:buNone/>
          </a:pPr>
          <a:r>
            <a:rPr lang="es-CO" sz="1700" kern="1200"/>
            <a:t>Ss espirometría y se optimizan  inhaladores </a:t>
          </a:r>
          <a:endParaRPr lang="en-US" sz="1700" kern="1200"/>
        </a:p>
      </dsp:txBody>
      <dsp:txXfrm>
        <a:off x="6826180" y="1862828"/>
        <a:ext cx="2242411" cy="134544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57C449-7349-F949-929B-E5E630E64C80}">
      <dsp:nvSpPr>
        <dsp:cNvPr id="0" name=""/>
        <dsp:cNvSpPr/>
      </dsp:nvSpPr>
      <dsp:spPr>
        <a:xfrm>
          <a:off x="2241532" y="998603"/>
          <a:ext cx="484885" cy="91440"/>
        </a:xfrm>
        <a:custGeom>
          <a:avLst/>
          <a:gdLst/>
          <a:ahLst/>
          <a:cxnLst/>
          <a:rect l="0" t="0" r="0" b="0"/>
          <a:pathLst>
            <a:path>
              <a:moveTo>
                <a:pt x="0" y="45720"/>
              </a:moveTo>
              <a:lnTo>
                <a:pt x="484885"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71087" y="1041745"/>
        <a:ext cx="25774" cy="5154"/>
      </dsp:txXfrm>
    </dsp:sp>
    <dsp:sp modelId="{DC383CA8-FEEA-AF49-B5BD-B79CC137DC87}">
      <dsp:nvSpPr>
        <dsp:cNvPr id="0" name=""/>
        <dsp:cNvSpPr/>
      </dsp:nvSpPr>
      <dsp:spPr>
        <a:xfrm>
          <a:off x="2092" y="371951"/>
          <a:ext cx="2241239" cy="134474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577850">
            <a:lnSpc>
              <a:spcPct val="90000"/>
            </a:lnSpc>
            <a:spcBef>
              <a:spcPct val="0"/>
            </a:spcBef>
            <a:spcAft>
              <a:spcPct val="35000"/>
            </a:spcAft>
            <a:buNone/>
          </a:pPr>
          <a:r>
            <a:rPr lang="es-CO" sz="1300" kern="1200"/>
            <a:t>21/04/2025 val por nutrición </a:t>
          </a:r>
          <a:endParaRPr lang="en-US" sz="1300" kern="1200"/>
        </a:p>
      </dsp:txBody>
      <dsp:txXfrm>
        <a:off x="2092" y="371951"/>
        <a:ext cx="2241239" cy="1344743"/>
      </dsp:txXfrm>
    </dsp:sp>
    <dsp:sp modelId="{FA43EDD0-E1CC-9049-AB98-59223C2C5001}">
      <dsp:nvSpPr>
        <dsp:cNvPr id="0" name=""/>
        <dsp:cNvSpPr/>
      </dsp:nvSpPr>
      <dsp:spPr>
        <a:xfrm>
          <a:off x="4998257" y="998603"/>
          <a:ext cx="484885" cy="91440"/>
        </a:xfrm>
        <a:custGeom>
          <a:avLst/>
          <a:gdLst/>
          <a:ahLst/>
          <a:cxnLst/>
          <a:rect l="0" t="0" r="0" b="0"/>
          <a:pathLst>
            <a:path>
              <a:moveTo>
                <a:pt x="0" y="45720"/>
              </a:moveTo>
              <a:lnTo>
                <a:pt x="484885"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7812" y="1041745"/>
        <a:ext cx="25774" cy="5154"/>
      </dsp:txXfrm>
    </dsp:sp>
    <dsp:sp modelId="{D133751F-548D-004E-9CBA-5C9EB4961CDE}">
      <dsp:nvSpPr>
        <dsp:cNvPr id="0" name=""/>
        <dsp:cNvSpPr/>
      </dsp:nvSpPr>
      <dsp:spPr>
        <a:xfrm>
          <a:off x="2758817" y="371951"/>
          <a:ext cx="2241239" cy="134474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577850">
            <a:lnSpc>
              <a:spcPct val="90000"/>
            </a:lnSpc>
            <a:spcBef>
              <a:spcPct val="0"/>
            </a:spcBef>
            <a:spcAft>
              <a:spcPct val="35000"/>
            </a:spcAft>
            <a:buNone/>
          </a:pPr>
          <a:r>
            <a:rPr lang="es-CO" sz="1300" kern="1200"/>
            <a:t>21/04/2025  psicología  * vive en Moniquirá pueblo viejo * </a:t>
          </a:r>
          <a:endParaRPr lang="en-US" sz="1300" kern="1200"/>
        </a:p>
      </dsp:txBody>
      <dsp:txXfrm>
        <a:off x="2758817" y="371951"/>
        <a:ext cx="2241239" cy="1344743"/>
      </dsp:txXfrm>
    </dsp:sp>
    <dsp:sp modelId="{F9EE2A9B-7831-6C45-9B75-CF4CFA34DF26}">
      <dsp:nvSpPr>
        <dsp:cNvPr id="0" name=""/>
        <dsp:cNvSpPr/>
      </dsp:nvSpPr>
      <dsp:spPr>
        <a:xfrm>
          <a:off x="7754982" y="998603"/>
          <a:ext cx="484885" cy="91440"/>
        </a:xfrm>
        <a:custGeom>
          <a:avLst/>
          <a:gdLst/>
          <a:ahLst/>
          <a:cxnLst/>
          <a:rect l="0" t="0" r="0" b="0"/>
          <a:pathLst>
            <a:path>
              <a:moveTo>
                <a:pt x="0" y="45720"/>
              </a:moveTo>
              <a:lnTo>
                <a:pt x="484885" y="45720"/>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984537" y="1041745"/>
        <a:ext cx="25774" cy="5154"/>
      </dsp:txXfrm>
    </dsp:sp>
    <dsp:sp modelId="{A4C30661-DD38-9E48-9DD2-7877576CD321}">
      <dsp:nvSpPr>
        <dsp:cNvPr id="0" name=""/>
        <dsp:cNvSpPr/>
      </dsp:nvSpPr>
      <dsp:spPr>
        <a:xfrm>
          <a:off x="5515542" y="371951"/>
          <a:ext cx="2241239" cy="1344743"/>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577850">
            <a:lnSpc>
              <a:spcPct val="90000"/>
            </a:lnSpc>
            <a:spcBef>
              <a:spcPct val="0"/>
            </a:spcBef>
            <a:spcAft>
              <a:spcPct val="35000"/>
            </a:spcAft>
            <a:buNone/>
          </a:pPr>
          <a:r>
            <a:rPr lang="es-CO" sz="1300" kern="1200"/>
            <a:t>Patologico: asma </a:t>
          </a:r>
          <a:endParaRPr lang="en-US" sz="1300" kern="1200"/>
        </a:p>
      </dsp:txBody>
      <dsp:txXfrm>
        <a:off x="5515542" y="371951"/>
        <a:ext cx="2241239" cy="1344743"/>
      </dsp:txXfrm>
    </dsp:sp>
    <dsp:sp modelId="{FF83677E-DE39-1847-9C8D-1D693F6D27C2}">
      <dsp:nvSpPr>
        <dsp:cNvPr id="0" name=""/>
        <dsp:cNvSpPr/>
      </dsp:nvSpPr>
      <dsp:spPr>
        <a:xfrm>
          <a:off x="1122712" y="1714895"/>
          <a:ext cx="8270175" cy="484885"/>
        </a:xfrm>
        <a:custGeom>
          <a:avLst/>
          <a:gdLst/>
          <a:ahLst/>
          <a:cxnLst/>
          <a:rect l="0" t="0" r="0" b="0"/>
          <a:pathLst>
            <a:path>
              <a:moveTo>
                <a:pt x="8270175" y="0"/>
              </a:moveTo>
              <a:lnTo>
                <a:pt x="8270175" y="259542"/>
              </a:lnTo>
              <a:lnTo>
                <a:pt x="0" y="259542"/>
              </a:lnTo>
              <a:lnTo>
                <a:pt x="0" y="484885"/>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50644" y="1954760"/>
        <a:ext cx="414311" cy="5154"/>
      </dsp:txXfrm>
    </dsp:sp>
    <dsp:sp modelId="{35182C21-950E-F448-8C19-ECFACF3DE5AA}">
      <dsp:nvSpPr>
        <dsp:cNvPr id="0" name=""/>
        <dsp:cNvSpPr/>
      </dsp:nvSpPr>
      <dsp:spPr>
        <a:xfrm>
          <a:off x="8272267" y="371951"/>
          <a:ext cx="2241239" cy="1344743"/>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577850">
            <a:lnSpc>
              <a:spcPct val="90000"/>
            </a:lnSpc>
            <a:spcBef>
              <a:spcPct val="0"/>
            </a:spcBef>
            <a:spcAft>
              <a:spcPct val="35000"/>
            </a:spcAft>
            <a:buNone/>
          </a:pPr>
          <a:r>
            <a:rPr lang="es-CO" sz="1300" kern="1200"/>
            <a:t>26/04/2025  eco por perinatología </a:t>
          </a:r>
          <a:endParaRPr lang="en-US" sz="1300" kern="1200"/>
        </a:p>
      </dsp:txBody>
      <dsp:txXfrm>
        <a:off x="8272267" y="371951"/>
        <a:ext cx="2241239" cy="1344743"/>
      </dsp:txXfrm>
    </dsp:sp>
    <dsp:sp modelId="{91FD2A01-8670-7442-9BB9-B103314C95A4}">
      <dsp:nvSpPr>
        <dsp:cNvPr id="0" name=""/>
        <dsp:cNvSpPr/>
      </dsp:nvSpPr>
      <dsp:spPr>
        <a:xfrm>
          <a:off x="2241532" y="2858832"/>
          <a:ext cx="484885" cy="91440"/>
        </a:xfrm>
        <a:custGeom>
          <a:avLst/>
          <a:gdLst/>
          <a:ahLst/>
          <a:cxnLst/>
          <a:rect l="0" t="0" r="0" b="0"/>
          <a:pathLst>
            <a:path>
              <a:moveTo>
                <a:pt x="0" y="45720"/>
              </a:moveTo>
              <a:lnTo>
                <a:pt x="484885" y="45720"/>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71087" y="2901975"/>
        <a:ext cx="25774" cy="5154"/>
      </dsp:txXfrm>
    </dsp:sp>
    <dsp:sp modelId="{AD85B359-53EC-344A-838A-416678727972}">
      <dsp:nvSpPr>
        <dsp:cNvPr id="0" name=""/>
        <dsp:cNvSpPr/>
      </dsp:nvSpPr>
      <dsp:spPr>
        <a:xfrm>
          <a:off x="2092" y="2232180"/>
          <a:ext cx="2241239" cy="1344743"/>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577850">
            <a:lnSpc>
              <a:spcPct val="90000"/>
            </a:lnSpc>
            <a:spcBef>
              <a:spcPct val="0"/>
            </a:spcBef>
            <a:spcAft>
              <a:spcPct val="35000"/>
            </a:spcAft>
            <a:buNone/>
          </a:pPr>
          <a:r>
            <a:rPr lang="es-CO" sz="1300" kern="1200"/>
            <a:t>02/05/2025  CONSULTA POR URGENCIAS  emb de 13.1 sem amenaza de aborto / disnea de esfuerzo  uso de areovial inhalador : formoterol 6 mg </a:t>
          </a:r>
          <a:endParaRPr lang="en-US" sz="1300" kern="1200"/>
        </a:p>
      </dsp:txBody>
      <dsp:txXfrm>
        <a:off x="2092" y="2232180"/>
        <a:ext cx="2241239" cy="1344743"/>
      </dsp:txXfrm>
    </dsp:sp>
    <dsp:sp modelId="{BCCBCF27-AB40-1445-BF28-A3E767116918}">
      <dsp:nvSpPr>
        <dsp:cNvPr id="0" name=""/>
        <dsp:cNvSpPr/>
      </dsp:nvSpPr>
      <dsp:spPr>
        <a:xfrm>
          <a:off x="4998257" y="2858832"/>
          <a:ext cx="484885" cy="91440"/>
        </a:xfrm>
        <a:custGeom>
          <a:avLst/>
          <a:gdLst/>
          <a:ahLst/>
          <a:cxnLst/>
          <a:rect l="0" t="0" r="0" b="0"/>
          <a:pathLst>
            <a:path>
              <a:moveTo>
                <a:pt x="0" y="45720"/>
              </a:moveTo>
              <a:lnTo>
                <a:pt x="484885"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7812" y="2901975"/>
        <a:ext cx="25774" cy="5154"/>
      </dsp:txXfrm>
    </dsp:sp>
    <dsp:sp modelId="{45414EEB-6EBB-7F4C-9154-C1FCDAC8767C}">
      <dsp:nvSpPr>
        <dsp:cNvPr id="0" name=""/>
        <dsp:cNvSpPr/>
      </dsp:nvSpPr>
      <dsp:spPr>
        <a:xfrm>
          <a:off x="2758817" y="2232180"/>
          <a:ext cx="2241239" cy="134474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577850">
            <a:lnSpc>
              <a:spcPct val="90000"/>
            </a:lnSpc>
            <a:spcBef>
              <a:spcPct val="0"/>
            </a:spcBef>
            <a:spcAft>
              <a:spcPct val="35000"/>
            </a:spcAft>
            <a:buNone/>
          </a:pPr>
          <a:r>
            <a:rPr lang="es-CO" sz="1300" kern="1200"/>
            <a:t>Ss ecotv. Bienestar fetal </a:t>
          </a:r>
          <a:endParaRPr lang="en-US" sz="1300" kern="1200"/>
        </a:p>
      </dsp:txBody>
      <dsp:txXfrm>
        <a:off x="2758817" y="2232180"/>
        <a:ext cx="2241239" cy="1344743"/>
      </dsp:txXfrm>
    </dsp:sp>
    <dsp:sp modelId="{DD851DEF-0AD0-AE42-8A99-ADAF62F0DD02}">
      <dsp:nvSpPr>
        <dsp:cNvPr id="0" name=""/>
        <dsp:cNvSpPr/>
      </dsp:nvSpPr>
      <dsp:spPr>
        <a:xfrm>
          <a:off x="7754982" y="2858832"/>
          <a:ext cx="484885" cy="91440"/>
        </a:xfrm>
        <a:custGeom>
          <a:avLst/>
          <a:gdLst/>
          <a:ahLst/>
          <a:cxnLst/>
          <a:rect l="0" t="0" r="0" b="0"/>
          <a:pathLst>
            <a:path>
              <a:moveTo>
                <a:pt x="0" y="45720"/>
              </a:moveTo>
              <a:lnTo>
                <a:pt x="484885"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984537" y="2901975"/>
        <a:ext cx="25774" cy="5154"/>
      </dsp:txXfrm>
    </dsp:sp>
    <dsp:sp modelId="{9634F095-6937-8D43-A919-29B2DBE43F70}">
      <dsp:nvSpPr>
        <dsp:cNvPr id="0" name=""/>
        <dsp:cNvSpPr/>
      </dsp:nvSpPr>
      <dsp:spPr>
        <a:xfrm>
          <a:off x="5515542" y="2232180"/>
          <a:ext cx="2241239" cy="134474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577850">
            <a:lnSpc>
              <a:spcPct val="90000"/>
            </a:lnSpc>
            <a:spcBef>
              <a:spcPct val="0"/>
            </a:spcBef>
            <a:spcAft>
              <a:spcPct val="35000"/>
            </a:spcAft>
            <a:buNone/>
          </a:pPr>
          <a:r>
            <a:rPr lang="es-CO" sz="1300" kern="1200"/>
            <a:t>Hallazgo de vaginosis : manejo progesterona metronidazol</a:t>
          </a:r>
          <a:endParaRPr lang="en-US" sz="1300" kern="1200"/>
        </a:p>
      </dsp:txBody>
      <dsp:txXfrm>
        <a:off x="5515542" y="2232180"/>
        <a:ext cx="2241239" cy="1344743"/>
      </dsp:txXfrm>
    </dsp:sp>
    <dsp:sp modelId="{1B9A2551-01C4-EE4C-9264-317944548B0C}">
      <dsp:nvSpPr>
        <dsp:cNvPr id="0" name=""/>
        <dsp:cNvSpPr/>
      </dsp:nvSpPr>
      <dsp:spPr>
        <a:xfrm>
          <a:off x="8272267" y="2232180"/>
          <a:ext cx="2241239" cy="1344743"/>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577850">
            <a:lnSpc>
              <a:spcPct val="90000"/>
            </a:lnSpc>
            <a:spcBef>
              <a:spcPct val="0"/>
            </a:spcBef>
            <a:spcAft>
              <a:spcPct val="35000"/>
            </a:spcAft>
            <a:buNone/>
          </a:pPr>
          <a:r>
            <a:rPr lang="es-CO" sz="1300" kern="1200"/>
            <a:t>Egreso </a:t>
          </a:r>
          <a:endParaRPr lang="en-US" sz="1300" kern="1200"/>
        </a:p>
      </dsp:txBody>
      <dsp:txXfrm>
        <a:off x="8272267" y="2232180"/>
        <a:ext cx="2241239" cy="134474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2158C4-EA19-C442-9DDD-51E1C8106B13}">
      <dsp:nvSpPr>
        <dsp:cNvPr id="0" name=""/>
        <dsp:cNvSpPr/>
      </dsp:nvSpPr>
      <dsp:spPr>
        <a:xfrm>
          <a:off x="0" y="0"/>
          <a:ext cx="5393361"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93BF9C-F812-1E4D-90EF-37A3DA47BF6B}">
      <dsp:nvSpPr>
        <dsp:cNvPr id="0" name=""/>
        <dsp:cNvSpPr/>
      </dsp:nvSpPr>
      <dsp:spPr>
        <a:xfrm>
          <a:off x="0" y="0"/>
          <a:ext cx="5393361"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s-CO" sz="1900" kern="1200"/>
            <a:t>DRA RAMIREZ </a:t>
          </a:r>
          <a:endParaRPr lang="en-US" sz="1900" kern="1200"/>
        </a:p>
      </dsp:txBody>
      <dsp:txXfrm>
        <a:off x="0" y="0"/>
        <a:ext cx="5393361" cy="543917"/>
      </dsp:txXfrm>
    </dsp:sp>
    <dsp:sp modelId="{A342F33A-8439-DE48-8404-7AA691670B6D}">
      <dsp:nvSpPr>
        <dsp:cNvPr id="0" name=""/>
        <dsp:cNvSpPr/>
      </dsp:nvSpPr>
      <dsp:spPr>
        <a:xfrm>
          <a:off x="0" y="543917"/>
          <a:ext cx="5393361"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EEAC19-B129-164F-B4B0-C150EF8F25E2}">
      <dsp:nvSpPr>
        <dsp:cNvPr id="0" name=""/>
        <dsp:cNvSpPr/>
      </dsp:nvSpPr>
      <dsp:spPr>
        <a:xfrm>
          <a:off x="0" y="543917"/>
          <a:ext cx="5393361"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s-CO" sz="1900" kern="1200"/>
            <a:t>NO ACOMPAÑANTE : 14.6 semanas </a:t>
          </a:r>
          <a:endParaRPr lang="en-US" sz="1900" kern="1200"/>
        </a:p>
      </dsp:txBody>
      <dsp:txXfrm>
        <a:off x="0" y="543917"/>
        <a:ext cx="5393361" cy="543917"/>
      </dsp:txXfrm>
    </dsp:sp>
    <dsp:sp modelId="{AA9F217E-BFA1-5C41-9A52-C471377AB42E}">
      <dsp:nvSpPr>
        <dsp:cNvPr id="0" name=""/>
        <dsp:cNvSpPr/>
      </dsp:nvSpPr>
      <dsp:spPr>
        <a:xfrm>
          <a:off x="0" y="1087834"/>
          <a:ext cx="5393361"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0CA315-84A2-7D45-B6B5-FDF899315668}">
      <dsp:nvSpPr>
        <dsp:cNvPr id="0" name=""/>
        <dsp:cNvSpPr/>
      </dsp:nvSpPr>
      <dsp:spPr>
        <a:xfrm>
          <a:off x="0" y="1087834"/>
          <a:ext cx="5393361"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s-CO" sz="1900" kern="1200"/>
            <a:t>No se reportan síntomas respiratorios </a:t>
          </a:r>
          <a:endParaRPr lang="en-US" sz="1900" kern="1200"/>
        </a:p>
      </dsp:txBody>
      <dsp:txXfrm>
        <a:off x="0" y="1087834"/>
        <a:ext cx="5393361" cy="543917"/>
      </dsp:txXfrm>
    </dsp:sp>
    <dsp:sp modelId="{0BEE8AB7-496E-AF45-808F-C0C0199D9C43}">
      <dsp:nvSpPr>
        <dsp:cNvPr id="0" name=""/>
        <dsp:cNvSpPr/>
      </dsp:nvSpPr>
      <dsp:spPr>
        <a:xfrm>
          <a:off x="0" y="1631751"/>
          <a:ext cx="5393361"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5299E4-8918-7343-ABD1-36E7AA24F4BC}">
      <dsp:nvSpPr>
        <dsp:cNvPr id="0" name=""/>
        <dsp:cNvSpPr/>
      </dsp:nvSpPr>
      <dsp:spPr>
        <a:xfrm>
          <a:off x="0" y="1631751"/>
          <a:ext cx="5393361"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s-CO" sz="1900" kern="1200"/>
            <a:t>Ya se reportan antecedentes patológicos ( asma ) </a:t>
          </a:r>
          <a:endParaRPr lang="en-US" sz="1900" kern="1200"/>
        </a:p>
      </dsp:txBody>
      <dsp:txXfrm>
        <a:off x="0" y="1631751"/>
        <a:ext cx="5393361" cy="543917"/>
      </dsp:txXfrm>
    </dsp:sp>
    <dsp:sp modelId="{C61C5C0B-575A-1A40-94E4-4FC161939DB4}">
      <dsp:nvSpPr>
        <dsp:cNvPr id="0" name=""/>
        <dsp:cNvSpPr/>
      </dsp:nvSpPr>
      <dsp:spPr>
        <a:xfrm>
          <a:off x="0" y="2175669"/>
          <a:ext cx="5393361"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2DDF77-EFAE-AA4C-AD6F-6112E17FB1C8}">
      <dsp:nvSpPr>
        <dsp:cNvPr id="0" name=""/>
        <dsp:cNvSpPr/>
      </dsp:nvSpPr>
      <dsp:spPr>
        <a:xfrm>
          <a:off x="0" y="2175669"/>
          <a:ext cx="5393361"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s-CO" sz="1900" kern="1200"/>
            <a:t>Fco : budesónida / formoterol </a:t>
          </a:r>
          <a:endParaRPr lang="en-US" sz="1900" kern="1200"/>
        </a:p>
      </dsp:txBody>
      <dsp:txXfrm>
        <a:off x="0" y="2175669"/>
        <a:ext cx="5393361" cy="543917"/>
      </dsp:txXfrm>
    </dsp:sp>
    <dsp:sp modelId="{9010903D-2FEA-B94D-8508-0E34E843D904}">
      <dsp:nvSpPr>
        <dsp:cNvPr id="0" name=""/>
        <dsp:cNvSpPr/>
      </dsp:nvSpPr>
      <dsp:spPr>
        <a:xfrm>
          <a:off x="0" y="2719586"/>
          <a:ext cx="5393361"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3D7120F-1A31-3D4B-A7ED-BFE796BA009B}">
      <dsp:nvSpPr>
        <dsp:cNvPr id="0" name=""/>
        <dsp:cNvSpPr/>
      </dsp:nvSpPr>
      <dsp:spPr>
        <a:xfrm>
          <a:off x="0" y="2719586"/>
          <a:ext cx="5393361"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s-CO" sz="1900" kern="1200"/>
            <a:t>No dificultad respiratorias </a:t>
          </a:r>
          <a:endParaRPr lang="en-US" sz="1900" kern="1200"/>
        </a:p>
      </dsp:txBody>
      <dsp:txXfrm>
        <a:off x="0" y="2719586"/>
        <a:ext cx="5393361" cy="543917"/>
      </dsp:txXfrm>
    </dsp:sp>
    <dsp:sp modelId="{B43F77E8-269A-2846-AB43-D7D28BCB4617}">
      <dsp:nvSpPr>
        <dsp:cNvPr id="0" name=""/>
        <dsp:cNvSpPr/>
      </dsp:nvSpPr>
      <dsp:spPr>
        <a:xfrm>
          <a:off x="0" y="3263503"/>
          <a:ext cx="5393361"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1D5232-9939-F740-B32D-FEF55F31C290}">
      <dsp:nvSpPr>
        <dsp:cNvPr id="0" name=""/>
        <dsp:cNvSpPr/>
      </dsp:nvSpPr>
      <dsp:spPr>
        <a:xfrm>
          <a:off x="0" y="3263503"/>
          <a:ext cx="5393361"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s-CO" sz="1900" kern="1200"/>
            <a:t>Se invita a curso de la maternidad y paternidad </a:t>
          </a:r>
          <a:endParaRPr lang="en-US" sz="1900" kern="1200"/>
        </a:p>
      </dsp:txBody>
      <dsp:txXfrm>
        <a:off x="0" y="3263503"/>
        <a:ext cx="5393361" cy="543917"/>
      </dsp:txXfrm>
    </dsp:sp>
    <dsp:sp modelId="{3F15E8F9-F546-F847-984F-39B854B00D90}">
      <dsp:nvSpPr>
        <dsp:cNvPr id="0" name=""/>
        <dsp:cNvSpPr/>
      </dsp:nvSpPr>
      <dsp:spPr>
        <a:xfrm>
          <a:off x="0" y="3807420"/>
          <a:ext cx="5393361"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D9A2FA-63E8-3943-8087-DF61ADF2116A}">
      <dsp:nvSpPr>
        <dsp:cNvPr id="0" name=""/>
        <dsp:cNvSpPr/>
      </dsp:nvSpPr>
      <dsp:spPr>
        <a:xfrm>
          <a:off x="0" y="3807420"/>
          <a:ext cx="5393361"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s-CO" sz="1900" kern="1200"/>
            <a:t>Generan orden de retiro de implante subdérmico </a:t>
          </a:r>
          <a:endParaRPr lang="en-US" sz="1900" kern="1200"/>
        </a:p>
      </dsp:txBody>
      <dsp:txXfrm>
        <a:off x="0" y="3807420"/>
        <a:ext cx="5393361" cy="54391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920F93-9473-C045-83EA-B7D6A309DC3D}">
      <dsp:nvSpPr>
        <dsp:cNvPr id="0" name=""/>
        <dsp:cNvSpPr/>
      </dsp:nvSpPr>
      <dsp:spPr>
        <a:xfrm>
          <a:off x="182236" y="2336668"/>
          <a:ext cx="1436825"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6 Jun. 2025</a:t>
          </a:r>
        </a:p>
      </dsp:txBody>
      <dsp:txXfrm>
        <a:off x="182236" y="2336668"/>
        <a:ext cx="1436825" cy="491701"/>
      </dsp:txXfrm>
    </dsp:sp>
    <dsp:sp modelId="{F2AB8A07-9A39-1445-A2AD-C7703BEF4065}">
      <dsp:nvSpPr>
        <dsp:cNvPr id="0" name=""/>
        <dsp:cNvSpPr/>
      </dsp:nvSpPr>
      <dsp:spPr>
        <a:xfrm>
          <a:off x="0" y="2088642"/>
          <a:ext cx="5393361" cy="174053"/>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AA4DECEE-3B22-B84B-B4E7-F17CE9117DAC}">
      <dsp:nvSpPr>
        <dsp:cNvPr id="0" name=""/>
        <dsp:cNvSpPr/>
      </dsp:nvSpPr>
      <dsp:spPr>
        <a:xfrm>
          <a:off x="110395" y="741903"/>
          <a:ext cx="1580507" cy="607011"/>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Val odontología</a:t>
          </a:r>
        </a:p>
      </dsp:txBody>
      <dsp:txXfrm>
        <a:off x="110395" y="741903"/>
        <a:ext cx="1580507" cy="607011"/>
      </dsp:txXfrm>
    </dsp:sp>
    <dsp:sp modelId="{9448F58E-948F-2648-8C13-86C202ECFA76}">
      <dsp:nvSpPr>
        <dsp:cNvPr id="0" name=""/>
        <dsp:cNvSpPr/>
      </dsp:nvSpPr>
      <dsp:spPr>
        <a:xfrm>
          <a:off x="900649" y="1348914"/>
          <a:ext cx="0" cy="739727"/>
        </a:xfrm>
        <a:prstGeom prst="line">
          <a:avLst/>
        </a:prstGeom>
        <a:gradFill rotWithShape="0">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cap="flat" cmpd="sng" algn="ctr">
          <a:solidFill>
            <a:schemeClr val="accent5">
              <a:hueOff val="0"/>
              <a:satOff val="0"/>
              <a:lumOff val="0"/>
              <a:alphaOff val="0"/>
            </a:schemeClr>
          </a:solidFill>
          <a:prstDash val="dash"/>
          <a:miter lim="800000"/>
        </a:ln>
        <a:effectLst/>
      </dsp:spPr>
      <dsp:style>
        <a:lnRef idx="1">
          <a:scrgbClr r="0" g="0" b="0"/>
        </a:lnRef>
        <a:fillRef idx="3">
          <a:scrgbClr r="0" g="0" b="0"/>
        </a:fillRef>
        <a:effectRef idx="2">
          <a:scrgbClr r="0" g="0" b="0"/>
        </a:effectRef>
        <a:fontRef idx="minor">
          <a:schemeClr val="lt1"/>
        </a:fontRef>
      </dsp:style>
    </dsp:sp>
    <dsp:sp modelId="{3605F657-AF7B-CB4B-BD8E-2A6110BF1D82}">
      <dsp:nvSpPr>
        <dsp:cNvPr id="0" name=""/>
        <dsp:cNvSpPr/>
      </dsp:nvSpPr>
      <dsp:spPr>
        <a:xfrm>
          <a:off x="1080252" y="1522968"/>
          <a:ext cx="1436825"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a:t>6 Jun. 2025</a:t>
          </a:r>
        </a:p>
      </dsp:txBody>
      <dsp:txXfrm>
        <a:off x="1080252" y="1522968"/>
        <a:ext cx="1436825" cy="491701"/>
      </dsp:txXfrm>
    </dsp:sp>
    <dsp:sp modelId="{824FE4E3-EEAA-5840-AB58-3D57692565AD}">
      <dsp:nvSpPr>
        <dsp:cNvPr id="0" name=""/>
        <dsp:cNvSpPr/>
      </dsp:nvSpPr>
      <dsp:spPr>
        <a:xfrm>
          <a:off x="1008411" y="3002423"/>
          <a:ext cx="1580507" cy="929486"/>
        </a:xfrm>
        <a:prstGeom prst="rect">
          <a:avLst/>
        </a:prstGeom>
        <a:solidFill>
          <a:schemeClr val="accent5">
            <a:tint val="40000"/>
            <a:alpha val="90000"/>
            <a:hueOff val="-2986166"/>
            <a:satOff val="667"/>
            <a:lumOff val="100"/>
            <a:alphaOff val="0"/>
          </a:schemeClr>
        </a:solidFill>
        <a:ln w="12700" cap="flat" cmpd="sng" algn="ctr">
          <a:solidFill>
            <a:schemeClr val="accent5">
              <a:tint val="40000"/>
              <a:alpha val="90000"/>
              <a:hueOff val="-2986166"/>
              <a:satOff val="667"/>
              <a:lumOff val="10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asesoría en planificación ( JEFE NUBIA )</a:t>
          </a:r>
        </a:p>
      </dsp:txBody>
      <dsp:txXfrm>
        <a:off x="1008411" y="3002423"/>
        <a:ext cx="1580507" cy="929486"/>
      </dsp:txXfrm>
    </dsp:sp>
    <dsp:sp modelId="{5830699E-CB1F-C84E-BE01-51777AAB33EA}">
      <dsp:nvSpPr>
        <dsp:cNvPr id="0" name=""/>
        <dsp:cNvSpPr/>
      </dsp:nvSpPr>
      <dsp:spPr>
        <a:xfrm>
          <a:off x="1798664" y="2262695"/>
          <a:ext cx="0" cy="739727"/>
        </a:xfrm>
        <a:prstGeom prst="line">
          <a:avLst/>
        </a:prstGeom>
        <a:gradFill rotWithShape="0">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cap="flat" cmpd="sng" algn="ctr">
          <a:solidFill>
            <a:schemeClr val="accent5">
              <a:hueOff val="-3038037"/>
              <a:satOff val="-207"/>
              <a:lumOff val="490"/>
              <a:alphaOff val="0"/>
            </a:schemeClr>
          </a:solidFill>
          <a:prstDash val="dash"/>
          <a:miter lim="800000"/>
        </a:ln>
        <a:effectLst/>
      </dsp:spPr>
      <dsp:style>
        <a:lnRef idx="1">
          <a:scrgbClr r="0" g="0" b="0"/>
        </a:lnRef>
        <a:fillRef idx="3">
          <a:scrgbClr r="0" g="0" b="0"/>
        </a:fillRef>
        <a:effectRef idx="2">
          <a:scrgbClr r="0" g="0" b="0"/>
        </a:effectRef>
        <a:fontRef idx="minor">
          <a:schemeClr val="lt1"/>
        </a:fontRef>
      </dsp:style>
    </dsp:sp>
    <dsp:sp modelId="{A38C201C-4939-9C4F-93D4-3DF990519E84}">
      <dsp:nvSpPr>
        <dsp:cNvPr id="0" name=""/>
        <dsp:cNvSpPr/>
      </dsp:nvSpPr>
      <dsp:spPr>
        <a:xfrm>
          <a:off x="846257" y="2121277"/>
          <a:ext cx="108783" cy="108783"/>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1">
          <a:scrgbClr r="0" g="0" b="0"/>
        </a:lnRef>
        <a:fillRef idx="1">
          <a:scrgbClr r="0" g="0" b="0"/>
        </a:fillRef>
        <a:effectRef idx="0">
          <a:scrgbClr r="0" g="0" b="0"/>
        </a:effectRef>
        <a:fontRef idx="minor"/>
      </dsp:style>
    </dsp:sp>
    <dsp:sp modelId="{5D6EE049-8F0B-C149-9E80-BE8CF45FA237}">
      <dsp:nvSpPr>
        <dsp:cNvPr id="0" name=""/>
        <dsp:cNvSpPr/>
      </dsp:nvSpPr>
      <dsp:spPr>
        <a:xfrm>
          <a:off x="1744273" y="2121277"/>
          <a:ext cx="108783" cy="108783"/>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1">
          <a:scrgbClr r="0" g="0" b="0"/>
        </a:lnRef>
        <a:fillRef idx="1">
          <a:scrgbClr r="0" g="0" b="0"/>
        </a:fillRef>
        <a:effectRef idx="0">
          <a:scrgbClr r="0" g="0" b="0"/>
        </a:effectRef>
        <a:fontRef idx="minor"/>
      </dsp:style>
    </dsp:sp>
    <dsp:sp modelId="{2C591F8B-362D-3F46-9F1A-07B59FD41654}">
      <dsp:nvSpPr>
        <dsp:cNvPr id="0" name=""/>
        <dsp:cNvSpPr/>
      </dsp:nvSpPr>
      <dsp:spPr>
        <a:xfrm>
          <a:off x="1978267" y="2336668"/>
          <a:ext cx="1436825"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6 Jun. 2025</a:t>
          </a:r>
        </a:p>
      </dsp:txBody>
      <dsp:txXfrm>
        <a:off x="1978267" y="2336668"/>
        <a:ext cx="1436825" cy="491701"/>
      </dsp:txXfrm>
    </dsp:sp>
    <dsp:sp modelId="{DCA63775-B062-7C4F-A038-E6A7B06298BD}">
      <dsp:nvSpPr>
        <dsp:cNvPr id="0" name=""/>
        <dsp:cNvSpPr/>
      </dsp:nvSpPr>
      <dsp:spPr>
        <a:xfrm>
          <a:off x="1906426" y="210767"/>
          <a:ext cx="1580507" cy="1138146"/>
        </a:xfrm>
        <a:prstGeom prst="rect">
          <a:avLst/>
        </a:prstGeom>
        <a:solidFill>
          <a:schemeClr val="accent5">
            <a:tint val="40000"/>
            <a:alpha val="90000"/>
            <a:hueOff val="-5972333"/>
            <a:satOff val="1333"/>
            <a:lumOff val="200"/>
            <a:alphaOff val="0"/>
          </a:schemeClr>
        </a:solidFill>
        <a:ln w="12700" cap="flat" cmpd="sng" algn="ctr">
          <a:solidFill>
            <a:schemeClr val="accent5">
              <a:tint val="40000"/>
              <a:alpha val="90000"/>
              <a:hueOff val="-5972333"/>
              <a:satOff val="1333"/>
              <a:lumOff val="20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RETIRO DE IMPLANTE  se revisa si tiene indicaciones</a:t>
          </a:r>
        </a:p>
      </dsp:txBody>
      <dsp:txXfrm>
        <a:off x="1906426" y="210767"/>
        <a:ext cx="1580507" cy="1138146"/>
      </dsp:txXfrm>
    </dsp:sp>
    <dsp:sp modelId="{3A0391CC-E8D8-AC47-B29D-219260E55EA9}">
      <dsp:nvSpPr>
        <dsp:cNvPr id="0" name=""/>
        <dsp:cNvSpPr/>
      </dsp:nvSpPr>
      <dsp:spPr>
        <a:xfrm>
          <a:off x="2696680" y="1348914"/>
          <a:ext cx="0" cy="739727"/>
        </a:xfrm>
        <a:prstGeom prst="line">
          <a:avLst/>
        </a:prstGeom>
        <a:gradFill rotWithShape="0">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cap="flat" cmpd="sng" algn="ctr">
          <a:solidFill>
            <a:schemeClr val="accent5">
              <a:hueOff val="-6076075"/>
              <a:satOff val="-413"/>
              <a:lumOff val="981"/>
              <a:alphaOff val="0"/>
            </a:schemeClr>
          </a:solidFill>
          <a:prstDash val="dash"/>
          <a:miter lim="800000"/>
        </a:ln>
        <a:effectLst/>
      </dsp:spPr>
      <dsp:style>
        <a:lnRef idx="1">
          <a:scrgbClr r="0" g="0" b="0"/>
        </a:lnRef>
        <a:fillRef idx="3">
          <a:scrgbClr r="0" g="0" b="0"/>
        </a:fillRef>
        <a:effectRef idx="2">
          <a:scrgbClr r="0" g="0" b="0"/>
        </a:effectRef>
        <a:fontRef idx="minor">
          <a:schemeClr val="lt1"/>
        </a:fontRef>
      </dsp:style>
    </dsp:sp>
    <dsp:sp modelId="{413294BD-867D-414E-B33D-1B0F7635559F}">
      <dsp:nvSpPr>
        <dsp:cNvPr id="0" name=""/>
        <dsp:cNvSpPr/>
      </dsp:nvSpPr>
      <dsp:spPr>
        <a:xfrm>
          <a:off x="2876283" y="1522968"/>
          <a:ext cx="1436825"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a:t>20 Jun. 2025</a:t>
          </a:r>
        </a:p>
      </dsp:txBody>
      <dsp:txXfrm>
        <a:off x="2876283" y="1522968"/>
        <a:ext cx="1436825" cy="491701"/>
      </dsp:txXfrm>
    </dsp:sp>
    <dsp:sp modelId="{4CC2B2A9-F78E-C143-9421-5DA2B7C01B64}">
      <dsp:nvSpPr>
        <dsp:cNvPr id="0" name=""/>
        <dsp:cNvSpPr/>
      </dsp:nvSpPr>
      <dsp:spPr>
        <a:xfrm>
          <a:off x="2804442" y="3002423"/>
          <a:ext cx="1580507" cy="1138146"/>
        </a:xfrm>
        <a:prstGeom prst="rect">
          <a:avLst/>
        </a:prstGeom>
        <a:solidFill>
          <a:schemeClr val="accent5">
            <a:tint val="40000"/>
            <a:alpha val="90000"/>
            <a:hueOff val="-8958499"/>
            <a:satOff val="2000"/>
            <a:lumOff val="301"/>
            <a:alphaOff val="0"/>
          </a:schemeClr>
        </a:solidFill>
        <a:ln w="12700" cap="flat" cmpd="sng" algn="ctr">
          <a:solidFill>
            <a:schemeClr val="accent5">
              <a:tint val="40000"/>
              <a:alpha val="90000"/>
              <a:hueOff val="-8958499"/>
              <a:satOff val="2000"/>
              <a:lumOff val="30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se encuentra nota de colocación de holter</a:t>
          </a:r>
        </a:p>
      </dsp:txBody>
      <dsp:txXfrm>
        <a:off x="2804442" y="3002423"/>
        <a:ext cx="1580507" cy="1138146"/>
      </dsp:txXfrm>
    </dsp:sp>
    <dsp:sp modelId="{26C39896-B805-1D47-A7E9-D50E6ED0A8FC}">
      <dsp:nvSpPr>
        <dsp:cNvPr id="0" name=""/>
        <dsp:cNvSpPr/>
      </dsp:nvSpPr>
      <dsp:spPr>
        <a:xfrm>
          <a:off x="3594696" y="2262695"/>
          <a:ext cx="0" cy="739727"/>
        </a:xfrm>
        <a:prstGeom prst="line">
          <a:avLst/>
        </a:prstGeom>
        <a:gradFill rotWithShape="0">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cap="flat" cmpd="sng" algn="ctr">
          <a:solidFill>
            <a:schemeClr val="accent5">
              <a:hueOff val="-9114112"/>
              <a:satOff val="-620"/>
              <a:lumOff val="1471"/>
              <a:alphaOff val="0"/>
            </a:schemeClr>
          </a:solidFill>
          <a:prstDash val="dash"/>
          <a:miter lim="800000"/>
        </a:ln>
        <a:effectLst/>
      </dsp:spPr>
      <dsp:style>
        <a:lnRef idx="1">
          <a:scrgbClr r="0" g="0" b="0"/>
        </a:lnRef>
        <a:fillRef idx="3">
          <a:scrgbClr r="0" g="0" b="0"/>
        </a:fillRef>
        <a:effectRef idx="2">
          <a:scrgbClr r="0" g="0" b="0"/>
        </a:effectRef>
        <a:fontRef idx="minor">
          <a:schemeClr val="lt1"/>
        </a:fontRef>
      </dsp:style>
    </dsp:sp>
    <dsp:sp modelId="{EDCACFAE-00BC-FE41-ADD1-D1D9D0D580D9}">
      <dsp:nvSpPr>
        <dsp:cNvPr id="0" name=""/>
        <dsp:cNvSpPr/>
      </dsp:nvSpPr>
      <dsp:spPr>
        <a:xfrm>
          <a:off x="2642288" y="2121277"/>
          <a:ext cx="108783" cy="108783"/>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1">
          <a:scrgbClr r="0" g="0" b="0"/>
        </a:lnRef>
        <a:fillRef idx="1">
          <a:scrgbClr r="0" g="0" b="0"/>
        </a:fillRef>
        <a:effectRef idx="0">
          <a:scrgbClr r="0" g="0" b="0"/>
        </a:effectRef>
        <a:fontRef idx="minor"/>
      </dsp:style>
    </dsp:sp>
    <dsp:sp modelId="{DB383F1E-19E8-4F48-801F-EA151E878C48}">
      <dsp:nvSpPr>
        <dsp:cNvPr id="0" name=""/>
        <dsp:cNvSpPr/>
      </dsp:nvSpPr>
      <dsp:spPr>
        <a:xfrm>
          <a:off x="3540304" y="2121277"/>
          <a:ext cx="108783" cy="108783"/>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1">
          <a:scrgbClr r="0" g="0" b="0"/>
        </a:lnRef>
        <a:fillRef idx="1">
          <a:scrgbClr r="0" g="0" b="0"/>
        </a:fillRef>
        <a:effectRef idx="0">
          <a:scrgbClr r="0" g="0" b="0"/>
        </a:effectRef>
        <a:fontRef idx="minor"/>
      </dsp:style>
    </dsp:sp>
    <dsp:sp modelId="{79179886-F586-5646-B830-560233B6058C}">
      <dsp:nvSpPr>
        <dsp:cNvPr id="0" name=""/>
        <dsp:cNvSpPr/>
      </dsp:nvSpPr>
      <dsp:spPr>
        <a:xfrm>
          <a:off x="3774299" y="2336668"/>
          <a:ext cx="1436825"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30 Jun. 2025</a:t>
          </a:r>
        </a:p>
      </dsp:txBody>
      <dsp:txXfrm>
        <a:off x="3774299" y="2336668"/>
        <a:ext cx="1436825" cy="491701"/>
      </dsp:txXfrm>
    </dsp:sp>
    <dsp:sp modelId="{913FD61A-E54D-8047-9380-3E82B2D828A1}">
      <dsp:nvSpPr>
        <dsp:cNvPr id="0" name=""/>
        <dsp:cNvSpPr/>
      </dsp:nvSpPr>
      <dsp:spPr>
        <a:xfrm>
          <a:off x="3702458" y="419428"/>
          <a:ext cx="1580507" cy="929486"/>
        </a:xfrm>
        <a:prstGeom prst="rect">
          <a:avLst/>
        </a:prstGeom>
        <a:solidFill>
          <a:schemeClr val="accent5">
            <a:tint val="40000"/>
            <a:alpha val="90000"/>
            <a:hueOff val="-11944666"/>
            <a:satOff val="2667"/>
            <a:lumOff val="401"/>
            <a:alphaOff val="0"/>
          </a:schemeClr>
        </a:solidFill>
        <a:ln w="12700" cap="flat" cmpd="sng" algn="ctr">
          <a:solidFill>
            <a:schemeClr val="accent5">
              <a:tint val="40000"/>
              <a:alpha val="90000"/>
              <a:hueOff val="-11944666"/>
              <a:satOff val="2667"/>
              <a:lumOff val="40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ecografía por ginecología ( Dra Acevedo )</a:t>
          </a:r>
        </a:p>
      </dsp:txBody>
      <dsp:txXfrm>
        <a:off x="3702458" y="419428"/>
        <a:ext cx="1580507" cy="929486"/>
      </dsp:txXfrm>
    </dsp:sp>
    <dsp:sp modelId="{AF7E81A8-7D42-DF45-ABD5-7827C3F5E69A}">
      <dsp:nvSpPr>
        <dsp:cNvPr id="0" name=""/>
        <dsp:cNvSpPr/>
      </dsp:nvSpPr>
      <dsp:spPr>
        <a:xfrm>
          <a:off x="4492711" y="1348914"/>
          <a:ext cx="0" cy="739727"/>
        </a:xfrm>
        <a:prstGeom prst="line">
          <a:avLst/>
        </a:prstGeom>
        <a:gradFill rotWithShape="0">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6350" cap="flat" cmpd="sng" algn="ctr">
          <a:solidFill>
            <a:schemeClr val="accent5">
              <a:hueOff val="-12152150"/>
              <a:satOff val="-826"/>
              <a:lumOff val="1961"/>
              <a:alphaOff val="0"/>
            </a:schemeClr>
          </a:solidFill>
          <a:prstDash val="dash"/>
          <a:miter lim="800000"/>
        </a:ln>
        <a:effectLst/>
      </dsp:spPr>
      <dsp:style>
        <a:lnRef idx="1">
          <a:scrgbClr r="0" g="0" b="0"/>
        </a:lnRef>
        <a:fillRef idx="3">
          <a:scrgbClr r="0" g="0" b="0"/>
        </a:fillRef>
        <a:effectRef idx="2">
          <a:scrgbClr r="0" g="0" b="0"/>
        </a:effectRef>
        <a:fontRef idx="minor">
          <a:schemeClr val="lt1"/>
        </a:fontRef>
      </dsp:style>
    </dsp:sp>
    <dsp:sp modelId="{B2CECCCC-D861-E24F-BB38-BAF1E5302197}">
      <dsp:nvSpPr>
        <dsp:cNvPr id="0" name=""/>
        <dsp:cNvSpPr/>
      </dsp:nvSpPr>
      <dsp:spPr>
        <a:xfrm>
          <a:off x="4438320" y="2121277"/>
          <a:ext cx="108783" cy="108783"/>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30B3E2-DC6F-0840-B56F-F609F5BC5026}">
      <dsp:nvSpPr>
        <dsp:cNvPr id="0" name=""/>
        <dsp:cNvSpPr/>
      </dsp:nvSpPr>
      <dsp:spPr>
        <a:xfrm>
          <a:off x="1927186" y="1084422"/>
          <a:ext cx="411891" cy="91440"/>
        </a:xfrm>
        <a:custGeom>
          <a:avLst/>
          <a:gdLst/>
          <a:ahLst/>
          <a:cxnLst/>
          <a:rect l="0" t="0" r="0" b="0"/>
          <a:pathLst>
            <a:path>
              <a:moveTo>
                <a:pt x="0" y="45720"/>
              </a:moveTo>
              <a:lnTo>
                <a:pt x="411891"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22070" y="1127930"/>
        <a:ext cx="22124" cy="4424"/>
      </dsp:txXfrm>
    </dsp:sp>
    <dsp:sp modelId="{A173EB5D-0CBE-B84C-AA58-A8CD4A6AA992}">
      <dsp:nvSpPr>
        <dsp:cNvPr id="0" name=""/>
        <dsp:cNvSpPr/>
      </dsp:nvSpPr>
      <dsp:spPr>
        <a:xfrm>
          <a:off x="5110" y="552979"/>
          <a:ext cx="1923876" cy="115432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272" tIns="98955" rIns="94272" bIns="98955" numCol="1" spcCol="1270" anchor="ctr" anchorCtr="0">
          <a:noAutofit/>
        </a:bodyPr>
        <a:lstStyle/>
        <a:p>
          <a:pPr marL="0" lvl="0" indent="0" algn="ctr" defTabSz="755650">
            <a:lnSpc>
              <a:spcPct val="90000"/>
            </a:lnSpc>
            <a:spcBef>
              <a:spcPct val="0"/>
            </a:spcBef>
            <a:spcAft>
              <a:spcPct val="35000"/>
            </a:spcAft>
            <a:buNone/>
          </a:pPr>
          <a:r>
            <a:rPr lang="es-CO" sz="1700" kern="1200"/>
            <a:t>DRA BOHORQUEZ   21/07/2025</a:t>
          </a:r>
          <a:endParaRPr lang="en-US" sz="1700" kern="1200"/>
        </a:p>
      </dsp:txBody>
      <dsp:txXfrm>
        <a:off x="5110" y="552979"/>
        <a:ext cx="1923876" cy="1154325"/>
      </dsp:txXfrm>
    </dsp:sp>
    <dsp:sp modelId="{1B60CC59-8B30-A64E-BC59-93B015E92B11}">
      <dsp:nvSpPr>
        <dsp:cNvPr id="0" name=""/>
        <dsp:cNvSpPr/>
      </dsp:nvSpPr>
      <dsp:spPr>
        <a:xfrm>
          <a:off x="4293554" y="1084422"/>
          <a:ext cx="411891" cy="91440"/>
        </a:xfrm>
        <a:custGeom>
          <a:avLst/>
          <a:gdLst/>
          <a:ahLst/>
          <a:cxnLst/>
          <a:rect l="0" t="0" r="0" b="0"/>
          <a:pathLst>
            <a:path>
              <a:moveTo>
                <a:pt x="0" y="45720"/>
              </a:moveTo>
              <a:lnTo>
                <a:pt x="411891"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88438" y="1127930"/>
        <a:ext cx="22124" cy="4424"/>
      </dsp:txXfrm>
    </dsp:sp>
    <dsp:sp modelId="{A2C244C9-653B-F345-BEB1-7A5809C1DEC2}">
      <dsp:nvSpPr>
        <dsp:cNvPr id="0" name=""/>
        <dsp:cNvSpPr/>
      </dsp:nvSpPr>
      <dsp:spPr>
        <a:xfrm>
          <a:off x="2371478" y="552979"/>
          <a:ext cx="1923876" cy="115432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272" tIns="98955" rIns="94272" bIns="98955" numCol="1" spcCol="1270" anchor="ctr" anchorCtr="0">
          <a:noAutofit/>
        </a:bodyPr>
        <a:lstStyle/>
        <a:p>
          <a:pPr marL="0" lvl="0" indent="0" algn="ctr" defTabSz="755650">
            <a:lnSpc>
              <a:spcPct val="90000"/>
            </a:lnSpc>
            <a:spcBef>
              <a:spcPct val="0"/>
            </a:spcBef>
            <a:spcAft>
              <a:spcPct val="35000"/>
            </a:spcAft>
            <a:buNone/>
          </a:pPr>
          <a:r>
            <a:rPr lang="es-CO" sz="1700" kern="1200"/>
            <a:t>24.2 Semanas </a:t>
          </a:r>
          <a:endParaRPr lang="en-US" sz="1700" kern="1200"/>
        </a:p>
      </dsp:txBody>
      <dsp:txXfrm>
        <a:off x="2371478" y="552979"/>
        <a:ext cx="1923876" cy="1154325"/>
      </dsp:txXfrm>
    </dsp:sp>
    <dsp:sp modelId="{362BB942-DFE1-334D-913B-7F8C575DB480}">
      <dsp:nvSpPr>
        <dsp:cNvPr id="0" name=""/>
        <dsp:cNvSpPr/>
      </dsp:nvSpPr>
      <dsp:spPr>
        <a:xfrm>
          <a:off x="967048" y="1705505"/>
          <a:ext cx="4732735" cy="411891"/>
        </a:xfrm>
        <a:custGeom>
          <a:avLst/>
          <a:gdLst/>
          <a:ahLst/>
          <a:cxnLst/>
          <a:rect l="0" t="0" r="0" b="0"/>
          <a:pathLst>
            <a:path>
              <a:moveTo>
                <a:pt x="4732735" y="0"/>
              </a:moveTo>
              <a:lnTo>
                <a:pt x="4732735" y="223045"/>
              </a:lnTo>
              <a:lnTo>
                <a:pt x="0" y="223045"/>
              </a:lnTo>
              <a:lnTo>
                <a:pt x="0" y="411891"/>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14582" y="1909238"/>
        <a:ext cx="237668" cy="4424"/>
      </dsp:txXfrm>
    </dsp:sp>
    <dsp:sp modelId="{361CF54E-6E00-A848-BAD6-38E386F0887B}">
      <dsp:nvSpPr>
        <dsp:cNvPr id="0" name=""/>
        <dsp:cNvSpPr/>
      </dsp:nvSpPr>
      <dsp:spPr>
        <a:xfrm>
          <a:off x="4737846" y="552979"/>
          <a:ext cx="1923876" cy="1154325"/>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272" tIns="98955" rIns="94272" bIns="98955" numCol="1" spcCol="1270" anchor="ctr" anchorCtr="0">
          <a:noAutofit/>
        </a:bodyPr>
        <a:lstStyle/>
        <a:p>
          <a:pPr marL="0" lvl="0" indent="0" algn="ctr" defTabSz="755650">
            <a:lnSpc>
              <a:spcPct val="90000"/>
            </a:lnSpc>
            <a:spcBef>
              <a:spcPct val="0"/>
            </a:spcBef>
            <a:spcAft>
              <a:spcPct val="35000"/>
            </a:spcAft>
            <a:buNone/>
          </a:pPr>
          <a:r>
            <a:rPr lang="es-CO" sz="1700" kern="1200"/>
            <a:t>Ruidos sin agregados + polipnea en reposo </a:t>
          </a:r>
          <a:endParaRPr lang="en-US" sz="1700" kern="1200"/>
        </a:p>
      </dsp:txBody>
      <dsp:txXfrm>
        <a:off x="4737846" y="552979"/>
        <a:ext cx="1923876" cy="1154325"/>
      </dsp:txXfrm>
    </dsp:sp>
    <dsp:sp modelId="{E37229C0-583D-E144-87C7-6832A5D22A7E}">
      <dsp:nvSpPr>
        <dsp:cNvPr id="0" name=""/>
        <dsp:cNvSpPr/>
      </dsp:nvSpPr>
      <dsp:spPr>
        <a:xfrm>
          <a:off x="1927186" y="2681240"/>
          <a:ext cx="411891" cy="91440"/>
        </a:xfrm>
        <a:custGeom>
          <a:avLst/>
          <a:gdLst/>
          <a:ahLst/>
          <a:cxnLst/>
          <a:rect l="0" t="0" r="0" b="0"/>
          <a:pathLst>
            <a:path>
              <a:moveTo>
                <a:pt x="0" y="45720"/>
              </a:moveTo>
              <a:lnTo>
                <a:pt x="411891"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22070" y="2724747"/>
        <a:ext cx="22124" cy="4424"/>
      </dsp:txXfrm>
    </dsp:sp>
    <dsp:sp modelId="{DB88CAD6-EBCF-944E-B744-1F5C1E7818C7}">
      <dsp:nvSpPr>
        <dsp:cNvPr id="0" name=""/>
        <dsp:cNvSpPr/>
      </dsp:nvSpPr>
      <dsp:spPr>
        <a:xfrm>
          <a:off x="5110" y="2149797"/>
          <a:ext cx="1923876" cy="1154325"/>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272" tIns="98955" rIns="94272" bIns="98955" numCol="1" spcCol="1270" anchor="ctr" anchorCtr="0">
          <a:noAutofit/>
        </a:bodyPr>
        <a:lstStyle/>
        <a:p>
          <a:pPr marL="0" lvl="0" indent="0" algn="ctr" defTabSz="755650">
            <a:lnSpc>
              <a:spcPct val="90000"/>
            </a:lnSpc>
            <a:spcBef>
              <a:spcPct val="0"/>
            </a:spcBef>
            <a:spcAft>
              <a:spcPct val="35000"/>
            </a:spcAft>
            <a:buNone/>
          </a:pPr>
          <a:r>
            <a:rPr lang="es-CO" sz="1700" kern="1200"/>
            <a:t>Dx de asma sin dx espirométrico </a:t>
          </a:r>
          <a:endParaRPr lang="en-US" sz="1700" kern="1200"/>
        </a:p>
      </dsp:txBody>
      <dsp:txXfrm>
        <a:off x="5110" y="2149797"/>
        <a:ext cx="1923876" cy="1154325"/>
      </dsp:txXfrm>
    </dsp:sp>
    <dsp:sp modelId="{350394E7-8470-7C43-BA12-AA2DCB482BD4}">
      <dsp:nvSpPr>
        <dsp:cNvPr id="0" name=""/>
        <dsp:cNvSpPr/>
      </dsp:nvSpPr>
      <dsp:spPr>
        <a:xfrm>
          <a:off x="4293554" y="2681240"/>
          <a:ext cx="411891" cy="91440"/>
        </a:xfrm>
        <a:custGeom>
          <a:avLst/>
          <a:gdLst/>
          <a:ahLst/>
          <a:cxnLst/>
          <a:rect l="0" t="0" r="0" b="0"/>
          <a:pathLst>
            <a:path>
              <a:moveTo>
                <a:pt x="0" y="45720"/>
              </a:moveTo>
              <a:lnTo>
                <a:pt x="411891" y="45720"/>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88438" y="2724747"/>
        <a:ext cx="22124" cy="4424"/>
      </dsp:txXfrm>
    </dsp:sp>
    <dsp:sp modelId="{6F0B51B0-3334-9844-B5F7-27EA755FDBA6}">
      <dsp:nvSpPr>
        <dsp:cNvPr id="0" name=""/>
        <dsp:cNvSpPr/>
      </dsp:nvSpPr>
      <dsp:spPr>
        <a:xfrm>
          <a:off x="2371478" y="2149797"/>
          <a:ext cx="1923876" cy="1154325"/>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272" tIns="98955" rIns="94272" bIns="98955" numCol="1" spcCol="1270" anchor="ctr" anchorCtr="0">
          <a:noAutofit/>
        </a:bodyPr>
        <a:lstStyle/>
        <a:p>
          <a:pPr marL="0" lvl="0" indent="0" algn="ctr" defTabSz="755650">
            <a:lnSpc>
              <a:spcPct val="90000"/>
            </a:lnSpc>
            <a:spcBef>
              <a:spcPct val="0"/>
            </a:spcBef>
            <a:spcAft>
              <a:spcPct val="35000"/>
            </a:spcAft>
            <a:buNone/>
          </a:pPr>
          <a:r>
            <a:rPr lang="es-CO" sz="1700" kern="1200"/>
            <a:t>Tos seca desde 2024 </a:t>
          </a:r>
          <a:endParaRPr lang="en-US" sz="1700" kern="1200"/>
        </a:p>
      </dsp:txBody>
      <dsp:txXfrm>
        <a:off x="2371478" y="2149797"/>
        <a:ext cx="1923876" cy="1154325"/>
      </dsp:txXfrm>
    </dsp:sp>
    <dsp:sp modelId="{29D984C7-6B0A-5943-BD20-D4E8092F885C}">
      <dsp:nvSpPr>
        <dsp:cNvPr id="0" name=""/>
        <dsp:cNvSpPr/>
      </dsp:nvSpPr>
      <dsp:spPr>
        <a:xfrm>
          <a:off x="967048" y="3302322"/>
          <a:ext cx="4732735" cy="411891"/>
        </a:xfrm>
        <a:custGeom>
          <a:avLst/>
          <a:gdLst/>
          <a:ahLst/>
          <a:cxnLst/>
          <a:rect l="0" t="0" r="0" b="0"/>
          <a:pathLst>
            <a:path>
              <a:moveTo>
                <a:pt x="4732735" y="0"/>
              </a:moveTo>
              <a:lnTo>
                <a:pt x="4732735" y="223045"/>
              </a:lnTo>
              <a:lnTo>
                <a:pt x="0" y="223045"/>
              </a:lnTo>
              <a:lnTo>
                <a:pt x="0" y="411891"/>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14582" y="3506056"/>
        <a:ext cx="237668" cy="4424"/>
      </dsp:txXfrm>
    </dsp:sp>
    <dsp:sp modelId="{D23F1D98-7A29-094A-8727-8CC95E9A3DB7}">
      <dsp:nvSpPr>
        <dsp:cNvPr id="0" name=""/>
        <dsp:cNvSpPr/>
      </dsp:nvSpPr>
      <dsp:spPr>
        <a:xfrm>
          <a:off x="4737846" y="2149797"/>
          <a:ext cx="1923876" cy="115432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272" tIns="98955" rIns="94272" bIns="98955" numCol="1" spcCol="1270" anchor="ctr" anchorCtr="0">
          <a:noAutofit/>
        </a:bodyPr>
        <a:lstStyle/>
        <a:p>
          <a:pPr marL="0" lvl="0" indent="0" algn="ctr" defTabSz="755650">
            <a:lnSpc>
              <a:spcPct val="90000"/>
            </a:lnSpc>
            <a:spcBef>
              <a:spcPct val="0"/>
            </a:spcBef>
            <a:spcAft>
              <a:spcPct val="35000"/>
            </a:spcAft>
            <a:buNone/>
          </a:pPr>
          <a:r>
            <a:rPr lang="es-CO" sz="1700" kern="1200"/>
            <a:t>Disnea clase III / IV   sin síntomas congestivos  o hipoperfusión </a:t>
          </a:r>
          <a:endParaRPr lang="en-US" sz="1700" kern="1200"/>
        </a:p>
      </dsp:txBody>
      <dsp:txXfrm>
        <a:off x="4737846" y="2149797"/>
        <a:ext cx="1923876" cy="1154325"/>
      </dsp:txXfrm>
    </dsp:sp>
    <dsp:sp modelId="{62FE307E-7D01-134B-BD68-3CAF5F2CB7C4}">
      <dsp:nvSpPr>
        <dsp:cNvPr id="0" name=""/>
        <dsp:cNvSpPr/>
      </dsp:nvSpPr>
      <dsp:spPr>
        <a:xfrm>
          <a:off x="1927186" y="4278057"/>
          <a:ext cx="411891" cy="91440"/>
        </a:xfrm>
        <a:custGeom>
          <a:avLst/>
          <a:gdLst/>
          <a:ahLst/>
          <a:cxnLst/>
          <a:rect l="0" t="0" r="0" b="0"/>
          <a:pathLst>
            <a:path>
              <a:moveTo>
                <a:pt x="0" y="45720"/>
              </a:moveTo>
              <a:lnTo>
                <a:pt x="411891"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22070" y="4321564"/>
        <a:ext cx="22124" cy="4424"/>
      </dsp:txXfrm>
    </dsp:sp>
    <dsp:sp modelId="{C337DA9C-D90E-524A-96D3-6291E0C93CEC}">
      <dsp:nvSpPr>
        <dsp:cNvPr id="0" name=""/>
        <dsp:cNvSpPr/>
      </dsp:nvSpPr>
      <dsp:spPr>
        <a:xfrm>
          <a:off x="5110" y="3746614"/>
          <a:ext cx="1923876" cy="115432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272" tIns="98955" rIns="94272" bIns="98955" numCol="1" spcCol="1270" anchor="ctr" anchorCtr="0">
          <a:noAutofit/>
        </a:bodyPr>
        <a:lstStyle/>
        <a:p>
          <a:pPr marL="0" lvl="0" indent="0" algn="ctr" defTabSz="755650">
            <a:lnSpc>
              <a:spcPct val="90000"/>
            </a:lnSpc>
            <a:spcBef>
              <a:spcPct val="0"/>
            </a:spcBef>
            <a:spcAft>
              <a:spcPct val="35000"/>
            </a:spcAft>
            <a:buNone/>
          </a:pPr>
          <a:r>
            <a:rPr lang="es-CO" sz="1700" kern="1200"/>
            <a:t>Ss ecott  - espirometría  y val por perinatología </a:t>
          </a:r>
          <a:endParaRPr lang="en-US" sz="1700" kern="1200"/>
        </a:p>
      </dsp:txBody>
      <dsp:txXfrm>
        <a:off x="5110" y="3746614"/>
        <a:ext cx="1923876" cy="1154325"/>
      </dsp:txXfrm>
    </dsp:sp>
    <dsp:sp modelId="{732525D1-8D24-5F41-AB7B-99081F9A27EF}">
      <dsp:nvSpPr>
        <dsp:cNvPr id="0" name=""/>
        <dsp:cNvSpPr/>
      </dsp:nvSpPr>
      <dsp:spPr>
        <a:xfrm>
          <a:off x="2371478" y="3746614"/>
          <a:ext cx="1923876" cy="1154325"/>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272" tIns="98955" rIns="94272" bIns="98955" numCol="1" spcCol="1270" anchor="ctr" anchorCtr="0">
          <a:noAutofit/>
        </a:bodyPr>
        <a:lstStyle/>
        <a:p>
          <a:pPr marL="0" lvl="0" indent="0" algn="ctr" defTabSz="755650">
            <a:lnSpc>
              <a:spcPct val="90000"/>
            </a:lnSpc>
            <a:spcBef>
              <a:spcPct val="0"/>
            </a:spcBef>
            <a:spcAft>
              <a:spcPct val="35000"/>
            </a:spcAft>
            <a:buNone/>
          </a:pPr>
          <a:r>
            <a:rPr lang="es-CO" sz="1700" kern="1200"/>
            <a:t>Se invita a curso de la maternidad </a:t>
          </a:r>
          <a:endParaRPr lang="en-US" sz="1700" kern="1200"/>
        </a:p>
      </dsp:txBody>
      <dsp:txXfrm>
        <a:off x="2371478" y="3746614"/>
        <a:ext cx="1923876" cy="115432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212824-630D-1E42-A4E4-85A6C6FF8330}">
      <dsp:nvSpPr>
        <dsp:cNvPr id="0" name=""/>
        <dsp:cNvSpPr/>
      </dsp:nvSpPr>
      <dsp:spPr>
        <a:xfrm>
          <a:off x="9152201" y="2236885"/>
          <a:ext cx="1687115" cy="1686794"/>
        </a:xfrm>
        <a:prstGeom prst="ellips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2F88F0-8318-E743-8E6F-0DDF89EE77D9}">
      <dsp:nvSpPr>
        <dsp:cNvPr id="0" name=""/>
        <dsp:cNvSpPr/>
      </dsp:nvSpPr>
      <dsp:spPr>
        <a:xfrm>
          <a:off x="9209010" y="2293122"/>
          <a:ext cx="1574569" cy="1574321"/>
        </a:xfrm>
        <a:prstGeom prst="ellipse">
          <a:avLst/>
        </a:prstGeom>
        <a:solidFill>
          <a:schemeClr val="accent5">
            <a:hueOff val="-1104741"/>
            <a:satOff val="-75"/>
            <a:lumOff val="17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s-CO" sz="800" kern="1200"/>
            <a:t>No se registra  los signos correspondietes a respiratorios </a:t>
          </a:r>
          <a:endParaRPr lang="en-US" sz="800" kern="1200"/>
        </a:p>
      </dsp:txBody>
      <dsp:txXfrm>
        <a:off x="9434101" y="2518067"/>
        <a:ext cx="1124386" cy="1124430"/>
      </dsp:txXfrm>
    </dsp:sp>
    <dsp:sp modelId="{A8740151-7F72-D14C-ACD6-FF597391A1CE}">
      <dsp:nvSpPr>
        <dsp:cNvPr id="0" name=""/>
        <dsp:cNvSpPr/>
      </dsp:nvSpPr>
      <dsp:spPr>
        <a:xfrm rot="2700000">
          <a:off x="7409467" y="2236696"/>
          <a:ext cx="1686877" cy="1686877"/>
        </a:xfrm>
        <a:prstGeom prst="teardrop">
          <a:avLst>
            <a:gd name="adj" fmla="val 100000"/>
          </a:avLst>
        </a:prstGeom>
        <a:solidFill>
          <a:schemeClr val="accent5">
            <a:hueOff val="-2209482"/>
            <a:satOff val="-150"/>
            <a:lumOff val="35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F0D086-9FE6-2340-8204-B995799B08E3}">
      <dsp:nvSpPr>
        <dsp:cNvPr id="0" name=""/>
        <dsp:cNvSpPr/>
      </dsp:nvSpPr>
      <dsp:spPr>
        <a:xfrm>
          <a:off x="7466157" y="2293122"/>
          <a:ext cx="1574569" cy="1574321"/>
        </a:xfrm>
        <a:prstGeom prst="ellipse">
          <a:avLst/>
        </a:prstGeom>
        <a:solidFill>
          <a:schemeClr val="accent5">
            <a:hueOff val="-3314223"/>
            <a:satOff val="-225"/>
            <a:lumOff val="53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s-CO" sz="800" kern="1200"/>
            <a:t>Se evidencia en la nota de revaloración no registo de signos vitales  y  se da egreso con  bromuro de ipratropio , beclometasona , se registra pendiente la espirometría  y signos de alarma  </a:t>
          </a:r>
          <a:endParaRPr lang="en-US" sz="800" kern="1200"/>
        </a:p>
      </dsp:txBody>
      <dsp:txXfrm>
        <a:off x="7691249" y="2518067"/>
        <a:ext cx="1124386" cy="1124430"/>
      </dsp:txXfrm>
    </dsp:sp>
    <dsp:sp modelId="{6ECE9793-EC26-0A4E-BAAE-E91BCFF019C8}">
      <dsp:nvSpPr>
        <dsp:cNvPr id="0" name=""/>
        <dsp:cNvSpPr/>
      </dsp:nvSpPr>
      <dsp:spPr>
        <a:xfrm rot="2700000">
          <a:off x="5666615" y="2236696"/>
          <a:ext cx="1686877" cy="1686877"/>
        </a:xfrm>
        <a:prstGeom prst="teardrop">
          <a:avLst>
            <a:gd name="adj" fmla="val 100000"/>
          </a:avLst>
        </a:prstGeom>
        <a:solidFill>
          <a:schemeClr val="accent5">
            <a:hueOff val="-4418963"/>
            <a:satOff val="-300"/>
            <a:lumOff val="71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CF4633-C0B3-EA41-8A34-BEAB984DF4B0}">
      <dsp:nvSpPr>
        <dsp:cNvPr id="0" name=""/>
        <dsp:cNvSpPr/>
      </dsp:nvSpPr>
      <dsp:spPr>
        <a:xfrm>
          <a:off x="5723305" y="2293122"/>
          <a:ext cx="1574569" cy="1574321"/>
        </a:xfrm>
        <a:prstGeom prst="ellipse">
          <a:avLst/>
        </a:prstGeom>
        <a:solidFill>
          <a:schemeClr val="accent5">
            <a:hueOff val="-5523705"/>
            <a:satOff val="-375"/>
            <a:lumOff val="89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s-CO" sz="800" kern="1200"/>
            <a:t>Dx asma moderado  , manejo con micronebulizaciones  y laboratorios </a:t>
          </a:r>
          <a:endParaRPr lang="en-US" sz="800" kern="1200"/>
        </a:p>
      </dsp:txBody>
      <dsp:txXfrm>
        <a:off x="5948397" y="2518067"/>
        <a:ext cx="1124386" cy="1124430"/>
      </dsp:txXfrm>
    </dsp:sp>
    <dsp:sp modelId="{BA5BF09C-2EC5-EB4E-AA34-36A70D771EA6}">
      <dsp:nvSpPr>
        <dsp:cNvPr id="0" name=""/>
        <dsp:cNvSpPr/>
      </dsp:nvSpPr>
      <dsp:spPr>
        <a:xfrm rot="2700000">
          <a:off x="3923763" y="2236696"/>
          <a:ext cx="1686877" cy="1686877"/>
        </a:xfrm>
        <a:prstGeom prst="teardrop">
          <a:avLst>
            <a:gd name="adj" fmla="val 100000"/>
          </a:avLst>
        </a:prstGeom>
        <a:solidFill>
          <a:schemeClr val="accent5">
            <a:hueOff val="-6628445"/>
            <a:satOff val="-451"/>
            <a:lumOff val="10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3109B4-B0ED-0C40-A1A3-7F3EECBCD196}">
      <dsp:nvSpPr>
        <dsp:cNvPr id="0" name=""/>
        <dsp:cNvSpPr/>
      </dsp:nvSpPr>
      <dsp:spPr>
        <a:xfrm>
          <a:off x="3980453" y="2293122"/>
          <a:ext cx="1574569" cy="1574321"/>
        </a:xfrm>
        <a:prstGeom prst="ellipse">
          <a:avLst/>
        </a:prstGeom>
        <a:solidFill>
          <a:schemeClr val="accent5">
            <a:hueOff val="-7733186"/>
            <a:satOff val="-526"/>
            <a:lumOff val="124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s-CO" sz="800" kern="1200"/>
            <a:t>26.2 semanas con cuadro de 7 meses  de disnea, asma  y tos que se agudizo en la ultima semana </a:t>
          </a:r>
          <a:endParaRPr lang="en-US" sz="800" kern="1200"/>
        </a:p>
      </dsp:txBody>
      <dsp:txXfrm>
        <a:off x="4204473" y="2518067"/>
        <a:ext cx="1124386" cy="1124430"/>
      </dsp:txXfrm>
    </dsp:sp>
    <dsp:sp modelId="{FD974E6D-8D4E-EC46-ABAD-7F15028F9242}">
      <dsp:nvSpPr>
        <dsp:cNvPr id="0" name=""/>
        <dsp:cNvSpPr/>
      </dsp:nvSpPr>
      <dsp:spPr>
        <a:xfrm rot="2700000">
          <a:off x="2180911" y="2236696"/>
          <a:ext cx="1686877" cy="1686877"/>
        </a:xfrm>
        <a:prstGeom prst="teardrop">
          <a:avLst>
            <a:gd name="adj" fmla="val 100000"/>
          </a:avLst>
        </a:prstGeom>
        <a:solidFill>
          <a:schemeClr val="accent5">
            <a:hueOff val="-8837927"/>
            <a:satOff val="-601"/>
            <a:lumOff val="142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B7CFA3-1DB8-884D-8A1D-44E5D185B2BE}">
      <dsp:nvSpPr>
        <dsp:cNvPr id="0" name=""/>
        <dsp:cNvSpPr/>
      </dsp:nvSpPr>
      <dsp:spPr>
        <a:xfrm>
          <a:off x="2237601" y="2293122"/>
          <a:ext cx="1574569" cy="1574321"/>
        </a:xfrm>
        <a:prstGeom prst="ellipse">
          <a:avLst/>
        </a:prstGeom>
        <a:solidFill>
          <a:schemeClr val="accent5">
            <a:hueOff val="-9942668"/>
            <a:satOff val="-676"/>
            <a:lumOff val="160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s-CO" sz="800" kern="1200"/>
            <a:t>2/08/2025 Dr alvarez </a:t>
          </a:r>
          <a:endParaRPr lang="en-US" sz="800" kern="1200"/>
        </a:p>
      </dsp:txBody>
      <dsp:txXfrm>
        <a:off x="2461621" y="2518067"/>
        <a:ext cx="1124386" cy="1124430"/>
      </dsp:txXfrm>
    </dsp:sp>
    <dsp:sp modelId="{A877A0DF-6CB9-054E-B6B8-3E0EA7659AB1}">
      <dsp:nvSpPr>
        <dsp:cNvPr id="0" name=""/>
        <dsp:cNvSpPr/>
      </dsp:nvSpPr>
      <dsp:spPr>
        <a:xfrm rot="2700000">
          <a:off x="438059" y="2236696"/>
          <a:ext cx="1686877" cy="1686877"/>
        </a:xfrm>
        <a:prstGeom prst="teardrop">
          <a:avLst>
            <a:gd name="adj" fmla="val 100000"/>
          </a:avLst>
        </a:prstGeom>
        <a:solidFill>
          <a:schemeClr val="accent5">
            <a:hueOff val="-11047409"/>
            <a:satOff val="-751"/>
            <a:lumOff val="178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4C5830-50A8-3241-85B9-9C2578F7FE0F}">
      <dsp:nvSpPr>
        <dsp:cNvPr id="0" name=""/>
        <dsp:cNvSpPr/>
      </dsp:nvSpPr>
      <dsp:spPr>
        <a:xfrm>
          <a:off x="493677" y="2293122"/>
          <a:ext cx="1574569" cy="1574321"/>
        </a:xfrm>
        <a:prstGeom prst="ellipse">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s-CO" sz="800" kern="1200"/>
            <a:t>31/07/2025  se coloca holter por cardiología </a:t>
          </a:r>
          <a:endParaRPr lang="en-US" sz="800" kern="1200"/>
        </a:p>
      </dsp:txBody>
      <dsp:txXfrm>
        <a:off x="718769" y="2518067"/>
        <a:ext cx="1124386" cy="112443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C31CAB-ECA9-6B4F-AC62-10F0A71702C0}">
      <dsp:nvSpPr>
        <dsp:cNvPr id="0" name=""/>
        <dsp:cNvSpPr/>
      </dsp:nvSpPr>
      <dsp:spPr>
        <a:xfrm>
          <a:off x="648866" y="-46365"/>
          <a:ext cx="5500806" cy="5500806"/>
        </a:xfrm>
        <a:prstGeom prst="circularArrow">
          <a:avLst>
            <a:gd name="adj1" fmla="val 5544"/>
            <a:gd name="adj2" fmla="val 330680"/>
            <a:gd name="adj3" fmla="val 14652608"/>
            <a:gd name="adj4" fmla="val 16872332"/>
            <a:gd name="adj5" fmla="val 5757"/>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E19A98D4-C3F6-0C4C-B8E7-6F44511B25EE}">
      <dsp:nvSpPr>
        <dsp:cNvPr id="0" name=""/>
        <dsp:cNvSpPr/>
      </dsp:nvSpPr>
      <dsp:spPr>
        <a:xfrm>
          <a:off x="2626632" y="3711"/>
          <a:ext cx="1545273" cy="772636"/>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s-CO" sz="1000" kern="1200"/>
            <a:t>18/08/2025  registro de ECOTT en  dinámica </a:t>
          </a:r>
          <a:endParaRPr lang="en-US" sz="1000" kern="1200"/>
        </a:p>
      </dsp:txBody>
      <dsp:txXfrm>
        <a:off x="2664349" y="41428"/>
        <a:ext cx="1469839" cy="697202"/>
      </dsp:txXfrm>
    </dsp:sp>
    <dsp:sp modelId="{1ADA8BED-8B14-6C4D-8732-B7E0FA3D4C7C}">
      <dsp:nvSpPr>
        <dsp:cNvPr id="0" name=""/>
        <dsp:cNvSpPr/>
      </dsp:nvSpPr>
      <dsp:spPr>
        <a:xfrm>
          <a:off x="4285335" y="690768"/>
          <a:ext cx="1545273" cy="772636"/>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s-CO" sz="1000" kern="1200"/>
            <a:t>19/08/2025  CONTROL PRENATAL N 4  DRA VELA </a:t>
          </a:r>
          <a:endParaRPr lang="en-US" sz="1000" kern="1200"/>
        </a:p>
      </dsp:txBody>
      <dsp:txXfrm>
        <a:off x="4323052" y="728485"/>
        <a:ext cx="1469839" cy="697202"/>
      </dsp:txXfrm>
    </dsp:sp>
    <dsp:sp modelId="{5320FAEE-2543-D248-9C1F-61FF30762E53}">
      <dsp:nvSpPr>
        <dsp:cNvPr id="0" name=""/>
        <dsp:cNvSpPr/>
      </dsp:nvSpPr>
      <dsp:spPr>
        <a:xfrm>
          <a:off x="4972392" y="2349471"/>
          <a:ext cx="1545273" cy="772636"/>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s-CO" sz="1000" kern="1200"/>
            <a:t>Se registra espirometría extrainstitucional del 8/8/2025  probable  restricción  pre y pos </a:t>
          </a:r>
          <a:endParaRPr lang="en-US" sz="1000" kern="1200"/>
        </a:p>
      </dsp:txBody>
      <dsp:txXfrm>
        <a:off x="5010109" y="2387188"/>
        <a:ext cx="1469839" cy="697202"/>
      </dsp:txXfrm>
    </dsp:sp>
    <dsp:sp modelId="{085CB99C-8204-9143-A558-1D8F1B82D3FB}">
      <dsp:nvSpPr>
        <dsp:cNvPr id="0" name=""/>
        <dsp:cNvSpPr/>
      </dsp:nvSpPr>
      <dsp:spPr>
        <a:xfrm>
          <a:off x="4285335" y="4008174"/>
          <a:ext cx="1545273" cy="772636"/>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s-CO" sz="1000" kern="1200"/>
            <a:t>Al examen físico sin agregados </a:t>
          </a:r>
          <a:endParaRPr lang="en-US" sz="1000" kern="1200"/>
        </a:p>
      </dsp:txBody>
      <dsp:txXfrm>
        <a:off x="4323052" y="4045891"/>
        <a:ext cx="1469839" cy="697202"/>
      </dsp:txXfrm>
    </dsp:sp>
    <dsp:sp modelId="{15D20800-B040-2B40-9129-E6B0A4790199}">
      <dsp:nvSpPr>
        <dsp:cNvPr id="0" name=""/>
        <dsp:cNvSpPr/>
      </dsp:nvSpPr>
      <dsp:spPr>
        <a:xfrm>
          <a:off x="2626632" y="4695231"/>
          <a:ext cx="1545273" cy="772636"/>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s-CO" sz="1000" kern="1200"/>
            <a:t>au 25 fcf 145 </a:t>
          </a:r>
          <a:endParaRPr lang="en-US" sz="1000" kern="1200"/>
        </a:p>
      </dsp:txBody>
      <dsp:txXfrm>
        <a:off x="2664349" y="4732948"/>
        <a:ext cx="1469839" cy="697202"/>
      </dsp:txXfrm>
    </dsp:sp>
    <dsp:sp modelId="{D9840AC4-6C75-4E41-8421-D09DBD7A16C1}">
      <dsp:nvSpPr>
        <dsp:cNvPr id="0" name=""/>
        <dsp:cNvSpPr/>
      </dsp:nvSpPr>
      <dsp:spPr>
        <a:xfrm>
          <a:off x="967930" y="4008174"/>
          <a:ext cx="1545273" cy="772636"/>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s-CO" sz="1000" kern="1200"/>
            <a:t>No tolera CTOG  </a:t>
          </a:r>
          <a:endParaRPr lang="en-US" sz="1000" kern="1200"/>
        </a:p>
      </dsp:txBody>
      <dsp:txXfrm>
        <a:off x="1005647" y="4045891"/>
        <a:ext cx="1469839" cy="697202"/>
      </dsp:txXfrm>
    </dsp:sp>
    <dsp:sp modelId="{11084B50-C131-A649-9F58-BB9EB4453A97}">
      <dsp:nvSpPr>
        <dsp:cNvPr id="0" name=""/>
        <dsp:cNvSpPr/>
      </dsp:nvSpPr>
      <dsp:spPr>
        <a:xfrm>
          <a:off x="280872" y="2349471"/>
          <a:ext cx="1545273" cy="772636"/>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s-CO" sz="1000" kern="1200"/>
            <a:t>Registra pendiente val por perinatología y solicita val por ginecología </a:t>
          </a:r>
          <a:endParaRPr lang="en-US" sz="1000" kern="1200"/>
        </a:p>
      </dsp:txBody>
      <dsp:txXfrm>
        <a:off x="318589" y="2387188"/>
        <a:ext cx="1469839" cy="697202"/>
      </dsp:txXfrm>
    </dsp:sp>
    <dsp:sp modelId="{15852860-8A37-694E-8295-06AF885414C8}">
      <dsp:nvSpPr>
        <dsp:cNvPr id="0" name=""/>
        <dsp:cNvSpPr/>
      </dsp:nvSpPr>
      <dsp:spPr>
        <a:xfrm>
          <a:off x="967930" y="690768"/>
          <a:ext cx="1545273" cy="772636"/>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s-CO" sz="1000" kern="1200"/>
            <a:t>No signos de alarma  de sintomatología respiratoria </a:t>
          </a:r>
          <a:endParaRPr lang="en-US" sz="1000" kern="1200"/>
        </a:p>
      </dsp:txBody>
      <dsp:txXfrm>
        <a:off x="1005647" y="728485"/>
        <a:ext cx="1469839" cy="69720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17/3/layout/HorizontalPathTimeline">
  <dgm:title val="Horizontal Path Timeline"/>
  <dgm:desc val="Use to show a list of events in chronological order. The rectangular shape contains the description while the date is shown near the circular dot along the time line. It's the perfect SmartArt for displaying large amount of text with a short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refType="h" fact="0.04"/>
      <dgm:constr type="ctrY" for="ch" forName="divider" refType="h" fact="0.5"/>
      <dgm:constr type="l" for="ch" forName="divider"/>
      <dgm:constr type="w" for="ch" forName="nodes" refType="w"/>
      <dgm:constr type="h" for="ch" forName="nodes" refType="h"/>
    </dgm:constrLst>
    <dgm:layoutNode name="divider" styleLbl="node1">
      <dgm:alg type="sp"/>
      <dgm:shape xmlns:r="http://schemas.openxmlformats.org/officeDocument/2006/relationships" type="rect" r:blip="" zOrderOff="2">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
                <dgm:constr type="l" for="ch" forName="L1TextContainer" refType="w" fact="0.1"/>
                <dgm:constr type="t" for="ch" forName="L1TextContainer" refType="h" fact="0.537"/>
                <dgm:constr type="h" for="ch" forName="L1TextContainer" refType="h" fact="0.113"/>
                <dgm:constr type="w" for="ch" forName="L2TextContainerWrapper" refType="w" fact="0.88"/>
                <dgm:constr type="h" for="ch" forName="L2TextContainerWrapper" refType="h" fact="0.31"/>
                <dgm:constr type="b" for="ch" forName="L2TextContainerWrapper" refType="h" fact="0.31"/>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31"/>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
                <dgm:constr type="l" for="ch" forName="L1TextContainer" refType="w" fact="0.1"/>
                <dgm:constr type="t" for="ch" forName="L1TextContainer" refType="h" fact="0.35"/>
                <dgm:constr type="h" for="ch" forName="L1TextContainer" refType="h" fact="0.113"/>
                <dgm:constr type="w" for="ch" forName="L2TextContainerWrapper" refType="w" fact="0.88"/>
                <dgm:constr type="h" for="ch" forName="L2TextContainerWrapper" refType="h" fact="0.31"/>
                <dgm:constr type="t" for="ch" forName="L2TextContainerWrapper" refType="h" fact="0.69"/>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52"/>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styleLbl="bgAccFollowNode1">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45"/>
                  <dgm:constr type="b" for="ch" forName="L2TextContainer" refType="h"/>
                  <dgm:constr type="h" for="ch" forName="FlexibleEmptyPlaceHolder" refType="h" fact="0.55"/>
                </dgm:constrLst>
              </dgm:if>
              <dgm:else name="CaseForPlacingL2TextContaineBelowDivider">
                <dgm:constrLst>
                  <dgm:constr type="h" for="ch" forName="L2TextContainer" refType="h" fact="0.45"/>
                  <dgm:constr type="h" for="ch" forName="FlexibleEmptyPlaceHolder" refType="h" fact="0.55"/>
                  <dgm:constr type="b" for="ch" forName="FlexibleEmptyPlaceHolder" refType="h"/>
                </dgm:constrLst>
              </dgm:else>
            </dgm:choose>
            <dgm:layoutNode name="L2TextContainer" styleLbl="bgAccFollowNode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lMarg" refType="primFontSz" fact="0.75"/>
                <dgm:constr type="rMarg" refType="primFontSz" fact="0.75"/>
                <dgm:constr type="tMarg" refType="primFontSz" fact="0.75"/>
                <dgm:constr type="bMarg" refType="primFontSz" fact="0.75"/>
              </dgm:constrLst>
              <dgm:ruleLst>
                <dgm:rule type="h" val="INF" fact="NaN" max="NaN"/>
                <dgm:rule type="primFontSz" val="11" fact="NaN" max="NaN"/>
                <dgm:rule type="secFontSz" val="9"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alignNode1" moveWith="L2TextContainer">
            <dgm:alg type="sp"/>
            <dgm:shape xmlns:r="http://schemas.openxmlformats.org/officeDocument/2006/relationships" type="line" r:blip="" zOrderOff="-1">
              <dgm:adjLst/>
              <dgm:extLst>
                <a:ext uri="{B698B0E9-8C71-41B9-8309-B3DCBF30829C}">
                  <dgm1612:spPr xmlns:dgm1612="http://schemas.microsoft.com/office/drawing/2016/12/diagram">
                    <a:ln w="6350">
                      <a:prstDash val="dash"/>
                    </a:ln>
                  </dgm1612:spPr>
                </a:ext>
              </dgm:extLst>
            </dgm:shape>
            <dgm:presOf/>
            <dgm:constrLst/>
          </dgm:layoutNode>
          <dgm:layoutNode name="ConnectorPoint" styleLbl="fgAcc1" moveWith="L2TextContainer">
            <dgm:alg type="sp"/>
            <dgm:shape xmlns:r="http://schemas.openxmlformats.org/officeDocument/2006/relationships" type="ellipse" r:blip="" zOrderOff="10">
              <dgm:adjLst/>
              <dgm:extLst>
                <a:ext uri="{B698B0E9-8C71-41B9-8309-B3DCBF30829C}">
                  <dgm1612:spPr xmlns:dgm1612="http://schemas.microsoft.com/office/drawing/2016/12/diagram">
                    <a:ln>
                      <a:noFill/>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8.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8/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node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7DC617-D29F-5550-C6E8-AD618C03EE5A}"/>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a:extLst>
              <a:ext uri="{FF2B5EF4-FFF2-40B4-BE49-F238E27FC236}">
                <a16:creationId xmlns:a16="http://schemas.microsoft.com/office/drawing/2014/main" id="{D02534EE-A0A8-B910-B06D-3118CA03C1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a:extLst>
              <a:ext uri="{FF2B5EF4-FFF2-40B4-BE49-F238E27FC236}">
                <a16:creationId xmlns:a16="http://schemas.microsoft.com/office/drawing/2014/main" id="{1010EA5F-3DDF-1D15-EF90-0F6AB24B7DA0}"/>
              </a:ext>
            </a:extLst>
          </p:cNvPr>
          <p:cNvSpPr>
            <a:spLocks noGrp="1"/>
          </p:cNvSpPr>
          <p:nvPr>
            <p:ph type="dt" sz="half" idx="10"/>
          </p:nvPr>
        </p:nvSpPr>
        <p:spPr/>
        <p:txBody>
          <a:bodyPr/>
          <a:lstStyle/>
          <a:p>
            <a:fld id="{9E518D5B-B2FC-5749-8443-8D2B7EDF3EA9}" type="datetimeFigureOut">
              <a:rPr lang="es-CO" smtClean="0"/>
              <a:t>26/09/25</a:t>
            </a:fld>
            <a:endParaRPr lang="es-CO"/>
          </a:p>
        </p:txBody>
      </p:sp>
      <p:sp>
        <p:nvSpPr>
          <p:cNvPr id="5" name="Marcador de pie de página 4">
            <a:extLst>
              <a:ext uri="{FF2B5EF4-FFF2-40B4-BE49-F238E27FC236}">
                <a16:creationId xmlns:a16="http://schemas.microsoft.com/office/drawing/2014/main" id="{DA02AC95-7B7D-C57C-980A-C65E100E3E9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B03C849-A317-7B28-79AF-116E3001C353}"/>
              </a:ext>
            </a:extLst>
          </p:cNvPr>
          <p:cNvSpPr>
            <a:spLocks noGrp="1"/>
          </p:cNvSpPr>
          <p:nvPr>
            <p:ph type="sldNum" sz="quarter" idx="12"/>
          </p:nvPr>
        </p:nvSpPr>
        <p:spPr/>
        <p:txBody>
          <a:bodyPr/>
          <a:lstStyle/>
          <a:p>
            <a:fld id="{A893CF7C-E550-ED4A-A7EB-E6F30B96FAA5}" type="slidenum">
              <a:rPr lang="es-CO" smtClean="0"/>
              <a:t>‹Nº›</a:t>
            </a:fld>
            <a:endParaRPr lang="es-CO"/>
          </a:p>
        </p:txBody>
      </p:sp>
    </p:spTree>
    <p:extLst>
      <p:ext uri="{BB962C8B-B14F-4D97-AF65-F5344CB8AC3E}">
        <p14:creationId xmlns:p14="http://schemas.microsoft.com/office/powerpoint/2010/main" val="1617988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8ECBAA-7107-1FFC-5EF4-AF150C18C9AE}"/>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4D777696-ECB9-EF76-6698-E325158BF6C7}"/>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D8DCCF2C-737B-4BDE-9FF4-113243BEF3F2}"/>
              </a:ext>
            </a:extLst>
          </p:cNvPr>
          <p:cNvSpPr>
            <a:spLocks noGrp="1"/>
          </p:cNvSpPr>
          <p:nvPr>
            <p:ph type="dt" sz="half" idx="10"/>
          </p:nvPr>
        </p:nvSpPr>
        <p:spPr/>
        <p:txBody>
          <a:bodyPr/>
          <a:lstStyle/>
          <a:p>
            <a:fld id="{9E518D5B-B2FC-5749-8443-8D2B7EDF3EA9}" type="datetimeFigureOut">
              <a:rPr lang="es-CO" smtClean="0"/>
              <a:t>26/09/25</a:t>
            </a:fld>
            <a:endParaRPr lang="es-CO"/>
          </a:p>
        </p:txBody>
      </p:sp>
      <p:sp>
        <p:nvSpPr>
          <p:cNvPr id="5" name="Marcador de pie de página 4">
            <a:extLst>
              <a:ext uri="{FF2B5EF4-FFF2-40B4-BE49-F238E27FC236}">
                <a16:creationId xmlns:a16="http://schemas.microsoft.com/office/drawing/2014/main" id="{B826D21B-9394-4D1F-16DE-AC86CEF77BD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9B743D2-AFC8-6611-655A-E7593A483046}"/>
              </a:ext>
            </a:extLst>
          </p:cNvPr>
          <p:cNvSpPr>
            <a:spLocks noGrp="1"/>
          </p:cNvSpPr>
          <p:nvPr>
            <p:ph type="sldNum" sz="quarter" idx="12"/>
          </p:nvPr>
        </p:nvSpPr>
        <p:spPr/>
        <p:txBody>
          <a:bodyPr/>
          <a:lstStyle/>
          <a:p>
            <a:fld id="{A893CF7C-E550-ED4A-A7EB-E6F30B96FAA5}" type="slidenum">
              <a:rPr lang="es-CO" smtClean="0"/>
              <a:t>‹Nº›</a:t>
            </a:fld>
            <a:endParaRPr lang="es-CO"/>
          </a:p>
        </p:txBody>
      </p:sp>
    </p:spTree>
    <p:extLst>
      <p:ext uri="{BB962C8B-B14F-4D97-AF65-F5344CB8AC3E}">
        <p14:creationId xmlns:p14="http://schemas.microsoft.com/office/powerpoint/2010/main" val="2694307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13E2CC-7DCA-AB7B-4024-04196152B9AA}"/>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F210150C-4960-E7A4-5712-320A80EE7A5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4BBB3136-A02A-206F-2DC0-57AEA1E2CB24}"/>
              </a:ext>
            </a:extLst>
          </p:cNvPr>
          <p:cNvSpPr>
            <a:spLocks noGrp="1"/>
          </p:cNvSpPr>
          <p:nvPr>
            <p:ph type="dt" sz="half" idx="10"/>
          </p:nvPr>
        </p:nvSpPr>
        <p:spPr/>
        <p:txBody>
          <a:bodyPr/>
          <a:lstStyle/>
          <a:p>
            <a:fld id="{9E518D5B-B2FC-5749-8443-8D2B7EDF3EA9}" type="datetimeFigureOut">
              <a:rPr lang="es-CO" smtClean="0"/>
              <a:t>26/09/25</a:t>
            </a:fld>
            <a:endParaRPr lang="es-CO"/>
          </a:p>
        </p:txBody>
      </p:sp>
      <p:sp>
        <p:nvSpPr>
          <p:cNvPr id="5" name="Marcador de pie de página 4">
            <a:extLst>
              <a:ext uri="{FF2B5EF4-FFF2-40B4-BE49-F238E27FC236}">
                <a16:creationId xmlns:a16="http://schemas.microsoft.com/office/drawing/2014/main" id="{8A38D1D0-0F5A-1AEF-03D5-28647247F42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07AE9D5-1683-82F1-73BB-4078C51F5E68}"/>
              </a:ext>
            </a:extLst>
          </p:cNvPr>
          <p:cNvSpPr>
            <a:spLocks noGrp="1"/>
          </p:cNvSpPr>
          <p:nvPr>
            <p:ph type="sldNum" sz="quarter" idx="12"/>
          </p:nvPr>
        </p:nvSpPr>
        <p:spPr/>
        <p:txBody>
          <a:bodyPr/>
          <a:lstStyle/>
          <a:p>
            <a:fld id="{A893CF7C-E550-ED4A-A7EB-E6F30B96FAA5}" type="slidenum">
              <a:rPr lang="es-CO" smtClean="0"/>
              <a:t>‹Nº›</a:t>
            </a:fld>
            <a:endParaRPr lang="es-CO"/>
          </a:p>
        </p:txBody>
      </p:sp>
    </p:spTree>
    <p:extLst>
      <p:ext uri="{BB962C8B-B14F-4D97-AF65-F5344CB8AC3E}">
        <p14:creationId xmlns:p14="http://schemas.microsoft.com/office/powerpoint/2010/main" val="126446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62C4EF-9EAA-F51C-59E1-872217B6D786}"/>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21FD1B5A-4A64-D8AF-AD8C-DA83B02F2DBC}"/>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contenido 3">
            <a:extLst>
              <a:ext uri="{FF2B5EF4-FFF2-40B4-BE49-F238E27FC236}">
                <a16:creationId xmlns:a16="http://schemas.microsoft.com/office/drawing/2014/main" id="{F86F4F0A-7B19-12B6-2D35-268B3C23DA61}"/>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fecha 4">
            <a:extLst>
              <a:ext uri="{FF2B5EF4-FFF2-40B4-BE49-F238E27FC236}">
                <a16:creationId xmlns:a16="http://schemas.microsoft.com/office/drawing/2014/main" id="{98CEADDA-61B3-A1D8-19F4-A898BC700398}"/>
              </a:ext>
            </a:extLst>
          </p:cNvPr>
          <p:cNvSpPr>
            <a:spLocks noGrp="1"/>
          </p:cNvSpPr>
          <p:nvPr>
            <p:ph type="dt" sz="half" idx="10"/>
          </p:nvPr>
        </p:nvSpPr>
        <p:spPr/>
        <p:txBody>
          <a:bodyPr/>
          <a:lstStyle/>
          <a:p>
            <a:fld id="{9E518D5B-B2FC-5749-8443-8D2B7EDF3EA9}" type="datetimeFigureOut">
              <a:rPr lang="es-CO" smtClean="0"/>
              <a:t>26/09/25</a:t>
            </a:fld>
            <a:endParaRPr lang="es-CO"/>
          </a:p>
        </p:txBody>
      </p:sp>
      <p:sp>
        <p:nvSpPr>
          <p:cNvPr id="6" name="Marcador de pie de página 5">
            <a:extLst>
              <a:ext uri="{FF2B5EF4-FFF2-40B4-BE49-F238E27FC236}">
                <a16:creationId xmlns:a16="http://schemas.microsoft.com/office/drawing/2014/main" id="{45145C59-A982-17E7-4AD6-C54027247E90}"/>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2FDC566A-C67C-7DF0-72C1-854FDAB884EA}"/>
              </a:ext>
            </a:extLst>
          </p:cNvPr>
          <p:cNvSpPr>
            <a:spLocks noGrp="1"/>
          </p:cNvSpPr>
          <p:nvPr>
            <p:ph type="sldNum" sz="quarter" idx="12"/>
          </p:nvPr>
        </p:nvSpPr>
        <p:spPr/>
        <p:txBody>
          <a:bodyPr/>
          <a:lstStyle/>
          <a:p>
            <a:fld id="{A893CF7C-E550-ED4A-A7EB-E6F30B96FAA5}" type="slidenum">
              <a:rPr lang="es-CO" smtClean="0"/>
              <a:t>‹Nº›</a:t>
            </a:fld>
            <a:endParaRPr lang="es-CO"/>
          </a:p>
        </p:txBody>
      </p:sp>
    </p:spTree>
    <p:extLst>
      <p:ext uri="{BB962C8B-B14F-4D97-AF65-F5344CB8AC3E}">
        <p14:creationId xmlns:p14="http://schemas.microsoft.com/office/powerpoint/2010/main" val="24843050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F72014-1EEE-2379-BF88-11CECF8B5B7A}"/>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737A7F05-742F-F346-3716-BC7EB2D71E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6E2993B1-04A9-6B47-49AC-2615DB572236}"/>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texto 4">
            <a:extLst>
              <a:ext uri="{FF2B5EF4-FFF2-40B4-BE49-F238E27FC236}">
                <a16:creationId xmlns:a16="http://schemas.microsoft.com/office/drawing/2014/main" id="{A65CF4E2-63EB-C745-2788-8098CAD163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EB7B1CE0-2315-2BDD-4CE2-42E1B95A49CE}"/>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7" name="Marcador de fecha 6">
            <a:extLst>
              <a:ext uri="{FF2B5EF4-FFF2-40B4-BE49-F238E27FC236}">
                <a16:creationId xmlns:a16="http://schemas.microsoft.com/office/drawing/2014/main" id="{F33E843F-5DD7-3943-4833-71A942F19BB9}"/>
              </a:ext>
            </a:extLst>
          </p:cNvPr>
          <p:cNvSpPr>
            <a:spLocks noGrp="1"/>
          </p:cNvSpPr>
          <p:nvPr>
            <p:ph type="dt" sz="half" idx="10"/>
          </p:nvPr>
        </p:nvSpPr>
        <p:spPr/>
        <p:txBody>
          <a:bodyPr/>
          <a:lstStyle/>
          <a:p>
            <a:fld id="{9E518D5B-B2FC-5749-8443-8D2B7EDF3EA9}" type="datetimeFigureOut">
              <a:rPr lang="es-CO" smtClean="0"/>
              <a:t>26/09/25</a:t>
            </a:fld>
            <a:endParaRPr lang="es-CO"/>
          </a:p>
        </p:txBody>
      </p:sp>
      <p:sp>
        <p:nvSpPr>
          <p:cNvPr id="8" name="Marcador de pie de página 7">
            <a:extLst>
              <a:ext uri="{FF2B5EF4-FFF2-40B4-BE49-F238E27FC236}">
                <a16:creationId xmlns:a16="http://schemas.microsoft.com/office/drawing/2014/main" id="{18AE87F6-2532-23D8-DB71-72D5C7F00AA6}"/>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DEF0799E-EFA2-EB8D-8B99-9E15A5CF5158}"/>
              </a:ext>
            </a:extLst>
          </p:cNvPr>
          <p:cNvSpPr>
            <a:spLocks noGrp="1"/>
          </p:cNvSpPr>
          <p:nvPr>
            <p:ph type="sldNum" sz="quarter" idx="12"/>
          </p:nvPr>
        </p:nvSpPr>
        <p:spPr/>
        <p:txBody>
          <a:bodyPr/>
          <a:lstStyle/>
          <a:p>
            <a:fld id="{A893CF7C-E550-ED4A-A7EB-E6F30B96FAA5}" type="slidenum">
              <a:rPr lang="es-CO" smtClean="0"/>
              <a:t>‹Nº›</a:t>
            </a:fld>
            <a:endParaRPr lang="es-CO"/>
          </a:p>
        </p:txBody>
      </p:sp>
    </p:spTree>
    <p:extLst>
      <p:ext uri="{BB962C8B-B14F-4D97-AF65-F5344CB8AC3E}">
        <p14:creationId xmlns:p14="http://schemas.microsoft.com/office/powerpoint/2010/main" val="3541066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271274-B462-FA86-4B1E-B02514733584}"/>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fecha 2">
            <a:extLst>
              <a:ext uri="{FF2B5EF4-FFF2-40B4-BE49-F238E27FC236}">
                <a16:creationId xmlns:a16="http://schemas.microsoft.com/office/drawing/2014/main" id="{EF421C14-B1F1-0EB5-C3DB-975FF6173C1E}"/>
              </a:ext>
            </a:extLst>
          </p:cNvPr>
          <p:cNvSpPr>
            <a:spLocks noGrp="1"/>
          </p:cNvSpPr>
          <p:nvPr>
            <p:ph type="dt" sz="half" idx="10"/>
          </p:nvPr>
        </p:nvSpPr>
        <p:spPr/>
        <p:txBody>
          <a:bodyPr/>
          <a:lstStyle/>
          <a:p>
            <a:fld id="{9E518D5B-B2FC-5749-8443-8D2B7EDF3EA9}" type="datetimeFigureOut">
              <a:rPr lang="es-CO" smtClean="0"/>
              <a:t>26/09/25</a:t>
            </a:fld>
            <a:endParaRPr lang="es-CO"/>
          </a:p>
        </p:txBody>
      </p:sp>
      <p:sp>
        <p:nvSpPr>
          <p:cNvPr id="4" name="Marcador de pie de página 3">
            <a:extLst>
              <a:ext uri="{FF2B5EF4-FFF2-40B4-BE49-F238E27FC236}">
                <a16:creationId xmlns:a16="http://schemas.microsoft.com/office/drawing/2014/main" id="{9104FC3F-8418-13F6-F804-B8FB80A0022F}"/>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56DCF115-0F88-0E9A-4543-D2588AE7C103}"/>
              </a:ext>
            </a:extLst>
          </p:cNvPr>
          <p:cNvSpPr>
            <a:spLocks noGrp="1"/>
          </p:cNvSpPr>
          <p:nvPr>
            <p:ph type="sldNum" sz="quarter" idx="12"/>
          </p:nvPr>
        </p:nvSpPr>
        <p:spPr/>
        <p:txBody>
          <a:bodyPr/>
          <a:lstStyle/>
          <a:p>
            <a:fld id="{A893CF7C-E550-ED4A-A7EB-E6F30B96FAA5}" type="slidenum">
              <a:rPr lang="es-CO" smtClean="0"/>
              <a:t>‹Nº›</a:t>
            </a:fld>
            <a:endParaRPr lang="es-CO"/>
          </a:p>
        </p:txBody>
      </p:sp>
    </p:spTree>
    <p:extLst>
      <p:ext uri="{BB962C8B-B14F-4D97-AF65-F5344CB8AC3E}">
        <p14:creationId xmlns:p14="http://schemas.microsoft.com/office/powerpoint/2010/main" val="30912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83CB2E7-CCFA-E070-DB3A-E6BCE9F6A37D}"/>
              </a:ext>
            </a:extLst>
          </p:cNvPr>
          <p:cNvSpPr>
            <a:spLocks noGrp="1"/>
          </p:cNvSpPr>
          <p:nvPr>
            <p:ph type="dt" sz="half" idx="10"/>
          </p:nvPr>
        </p:nvSpPr>
        <p:spPr/>
        <p:txBody>
          <a:bodyPr/>
          <a:lstStyle/>
          <a:p>
            <a:fld id="{9E518D5B-B2FC-5749-8443-8D2B7EDF3EA9}" type="datetimeFigureOut">
              <a:rPr lang="es-CO" smtClean="0"/>
              <a:t>26/09/25</a:t>
            </a:fld>
            <a:endParaRPr lang="es-CO"/>
          </a:p>
        </p:txBody>
      </p:sp>
      <p:sp>
        <p:nvSpPr>
          <p:cNvPr id="3" name="Marcador de pie de página 2">
            <a:extLst>
              <a:ext uri="{FF2B5EF4-FFF2-40B4-BE49-F238E27FC236}">
                <a16:creationId xmlns:a16="http://schemas.microsoft.com/office/drawing/2014/main" id="{59F9194F-5BAD-E0A9-3A25-70BEBF21E1B0}"/>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0CEB28A-2368-F6EB-A1D6-30B84AB66B4D}"/>
              </a:ext>
            </a:extLst>
          </p:cNvPr>
          <p:cNvSpPr>
            <a:spLocks noGrp="1"/>
          </p:cNvSpPr>
          <p:nvPr>
            <p:ph type="sldNum" sz="quarter" idx="12"/>
          </p:nvPr>
        </p:nvSpPr>
        <p:spPr/>
        <p:txBody>
          <a:bodyPr/>
          <a:lstStyle/>
          <a:p>
            <a:fld id="{A893CF7C-E550-ED4A-A7EB-E6F30B96FAA5}" type="slidenum">
              <a:rPr lang="es-CO" smtClean="0"/>
              <a:t>‹Nº›</a:t>
            </a:fld>
            <a:endParaRPr lang="es-CO"/>
          </a:p>
        </p:txBody>
      </p:sp>
    </p:spTree>
    <p:extLst>
      <p:ext uri="{BB962C8B-B14F-4D97-AF65-F5344CB8AC3E}">
        <p14:creationId xmlns:p14="http://schemas.microsoft.com/office/powerpoint/2010/main" val="311134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844D00-B171-6F95-C100-039AB8FF12F1}"/>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19CF4EA7-DB58-2582-3761-8D96FEF523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texto 3">
            <a:extLst>
              <a:ext uri="{FF2B5EF4-FFF2-40B4-BE49-F238E27FC236}">
                <a16:creationId xmlns:a16="http://schemas.microsoft.com/office/drawing/2014/main" id="{D8FA64DE-1A7A-5688-E693-2C6E15436F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5E0E0371-6E5F-0D65-4E4B-015175BA264A}"/>
              </a:ext>
            </a:extLst>
          </p:cNvPr>
          <p:cNvSpPr>
            <a:spLocks noGrp="1"/>
          </p:cNvSpPr>
          <p:nvPr>
            <p:ph type="dt" sz="half" idx="10"/>
          </p:nvPr>
        </p:nvSpPr>
        <p:spPr/>
        <p:txBody>
          <a:bodyPr/>
          <a:lstStyle/>
          <a:p>
            <a:fld id="{9E518D5B-B2FC-5749-8443-8D2B7EDF3EA9}" type="datetimeFigureOut">
              <a:rPr lang="es-CO" smtClean="0"/>
              <a:t>26/09/25</a:t>
            </a:fld>
            <a:endParaRPr lang="es-CO"/>
          </a:p>
        </p:txBody>
      </p:sp>
      <p:sp>
        <p:nvSpPr>
          <p:cNvPr id="6" name="Marcador de pie de página 5">
            <a:extLst>
              <a:ext uri="{FF2B5EF4-FFF2-40B4-BE49-F238E27FC236}">
                <a16:creationId xmlns:a16="http://schemas.microsoft.com/office/drawing/2014/main" id="{DD961705-8618-D951-667C-D5FE9E40EBDE}"/>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D9A28A5-89A8-7C48-8F5B-67B50008E975}"/>
              </a:ext>
            </a:extLst>
          </p:cNvPr>
          <p:cNvSpPr>
            <a:spLocks noGrp="1"/>
          </p:cNvSpPr>
          <p:nvPr>
            <p:ph type="sldNum" sz="quarter" idx="12"/>
          </p:nvPr>
        </p:nvSpPr>
        <p:spPr/>
        <p:txBody>
          <a:bodyPr/>
          <a:lstStyle/>
          <a:p>
            <a:fld id="{A893CF7C-E550-ED4A-A7EB-E6F30B96FAA5}" type="slidenum">
              <a:rPr lang="es-CO" smtClean="0"/>
              <a:t>‹Nº›</a:t>
            </a:fld>
            <a:endParaRPr lang="es-CO"/>
          </a:p>
        </p:txBody>
      </p:sp>
    </p:spTree>
    <p:extLst>
      <p:ext uri="{BB962C8B-B14F-4D97-AF65-F5344CB8AC3E}">
        <p14:creationId xmlns:p14="http://schemas.microsoft.com/office/powerpoint/2010/main" val="3675314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0C524F-127F-FE03-5B00-2A2260F97D00}"/>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a:extLst>
              <a:ext uri="{FF2B5EF4-FFF2-40B4-BE49-F238E27FC236}">
                <a16:creationId xmlns:a16="http://schemas.microsoft.com/office/drawing/2014/main" id="{5FB0DCEF-9A4D-80CA-9294-EF79E4C6BD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D95C0AD1-4E77-44D4-FE6F-8377A82806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B3BF2ADE-77EA-3E9D-22D5-62190FF84650}"/>
              </a:ext>
            </a:extLst>
          </p:cNvPr>
          <p:cNvSpPr>
            <a:spLocks noGrp="1"/>
          </p:cNvSpPr>
          <p:nvPr>
            <p:ph type="dt" sz="half" idx="10"/>
          </p:nvPr>
        </p:nvSpPr>
        <p:spPr/>
        <p:txBody>
          <a:bodyPr/>
          <a:lstStyle/>
          <a:p>
            <a:fld id="{9E518D5B-B2FC-5749-8443-8D2B7EDF3EA9}" type="datetimeFigureOut">
              <a:rPr lang="es-CO" smtClean="0"/>
              <a:t>26/09/25</a:t>
            </a:fld>
            <a:endParaRPr lang="es-CO"/>
          </a:p>
        </p:txBody>
      </p:sp>
      <p:sp>
        <p:nvSpPr>
          <p:cNvPr id="6" name="Marcador de pie de página 5">
            <a:extLst>
              <a:ext uri="{FF2B5EF4-FFF2-40B4-BE49-F238E27FC236}">
                <a16:creationId xmlns:a16="http://schemas.microsoft.com/office/drawing/2014/main" id="{0607F639-790D-42A1-87AF-656BF098D45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49808B4-573A-0801-97FF-83EE6ED166F5}"/>
              </a:ext>
            </a:extLst>
          </p:cNvPr>
          <p:cNvSpPr>
            <a:spLocks noGrp="1"/>
          </p:cNvSpPr>
          <p:nvPr>
            <p:ph type="sldNum" sz="quarter" idx="12"/>
          </p:nvPr>
        </p:nvSpPr>
        <p:spPr/>
        <p:txBody>
          <a:bodyPr/>
          <a:lstStyle/>
          <a:p>
            <a:fld id="{A893CF7C-E550-ED4A-A7EB-E6F30B96FAA5}" type="slidenum">
              <a:rPr lang="es-CO" smtClean="0"/>
              <a:t>‹Nº›</a:t>
            </a:fld>
            <a:endParaRPr lang="es-CO"/>
          </a:p>
        </p:txBody>
      </p:sp>
    </p:spTree>
    <p:extLst>
      <p:ext uri="{BB962C8B-B14F-4D97-AF65-F5344CB8AC3E}">
        <p14:creationId xmlns:p14="http://schemas.microsoft.com/office/powerpoint/2010/main" val="245328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9C8539-C44A-9AA9-F098-AFE819755671}"/>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B1BF4ACA-E32F-223D-D645-5D96E4A95C51}"/>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C77AE752-E16F-1827-6D9A-C414BE7D84E7}"/>
              </a:ext>
            </a:extLst>
          </p:cNvPr>
          <p:cNvSpPr>
            <a:spLocks noGrp="1"/>
          </p:cNvSpPr>
          <p:nvPr>
            <p:ph type="dt" sz="half" idx="10"/>
          </p:nvPr>
        </p:nvSpPr>
        <p:spPr/>
        <p:txBody>
          <a:bodyPr/>
          <a:lstStyle/>
          <a:p>
            <a:fld id="{9E518D5B-B2FC-5749-8443-8D2B7EDF3EA9}" type="datetimeFigureOut">
              <a:rPr lang="es-CO" smtClean="0"/>
              <a:t>26/09/25</a:t>
            </a:fld>
            <a:endParaRPr lang="es-CO"/>
          </a:p>
        </p:txBody>
      </p:sp>
      <p:sp>
        <p:nvSpPr>
          <p:cNvPr id="5" name="Marcador de pie de página 4">
            <a:extLst>
              <a:ext uri="{FF2B5EF4-FFF2-40B4-BE49-F238E27FC236}">
                <a16:creationId xmlns:a16="http://schemas.microsoft.com/office/drawing/2014/main" id="{4AADA024-5A69-6384-798B-9B82579F173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32CA0DC-B681-1B4F-6777-2E578137E929}"/>
              </a:ext>
            </a:extLst>
          </p:cNvPr>
          <p:cNvSpPr>
            <a:spLocks noGrp="1"/>
          </p:cNvSpPr>
          <p:nvPr>
            <p:ph type="sldNum" sz="quarter" idx="12"/>
          </p:nvPr>
        </p:nvSpPr>
        <p:spPr/>
        <p:txBody>
          <a:bodyPr/>
          <a:lstStyle/>
          <a:p>
            <a:fld id="{A893CF7C-E550-ED4A-A7EB-E6F30B96FAA5}" type="slidenum">
              <a:rPr lang="es-CO" smtClean="0"/>
              <a:t>‹Nº›</a:t>
            </a:fld>
            <a:endParaRPr lang="es-CO"/>
          </a:p>
        </p:txBody>
      </p:sp>
    </p:spTree>
    <p:extLst>
      <p:ext uri="{BB962C8B-B14F-4D97-AF65-F5344CB8AC3E}">
        <p14:creationId xmlns:p14="http://schemas.microsoft.com/office/powerpoint/2010/main" val="5307271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1F9F5CD-D224-24E2-A9D6-521F8705650D}"/>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C6CC354F-F8D8-7F44-C7B8-EAE65C305DEE}"/>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5E490DCF-364B-8CE6-A0D4-7CBB7B9FE110}"/>
              </a:ext>
            </a:extLst>
          </p:cNvPr>
          <p:cNvSpPr>
            <a:spLocks noGrp="1"/>
          </p:cNvSpPr>
          <p:nvPr>
            <p:ph type="dt" sz="half" idx="10"/>
          </p:nvPr>
        </p:nvSpPr>
        <p:spPr/>
        <p:txBody>
          <a:bodyPr/>
          <a:lstStyle/>
          <a:p>
            <a:fld id="{9E518D5B-B2FC-5749-8443-8D2B7EDF3EA9}" type="datetimeFigureOut">
              <a:rPr lang="es-CO" smtClean="0"/>
              <a:t>26/09/25</a:t>
            </a:fld>
            <a:endParaRPr lang="es-CO"/>
          </a:p>
        </p:txBody>
      </p:sp>
      <p:sp>
        <p:nvSpPr>
          <p:cNvPr id="5" name="Marcador de pie de página 4">
            <a:extLst>
              <a:ext uri="{FF2B5EF4-FFF2-40B4-BE49-F238E27FC236}">
                <a16:creationId xmlns:a16="http://schemas.microsoft.com/office/drawing/2014/main" id="{B3006965-0726-85E1-9E8D-45E914F550E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B2DB8DA-B9EE-1DA8-BF16-ED1B8862CAF2}"/>
              </a:ext>
            </a:extLst>
          </p:cNvPr>
          <p:cNvSpPr>
            <a:spLocks noGrp="1"/>
          </p:cNvSpPr>
          <p:nvPr>
            <p:ph type="sldNum" sz="quarter" idx="12"/>
          </p:nvPr>
        </p:nvSpPr>
        <p:spPr/>
        <p:txBody>
          <a:bodyPr/>
          <a:lstStyle/>
          <a:p>
            <a:fld id="{A893CF7C-E550-ED4A-A7EB-E6F30B96FAA5}" type="slidenum">
              <a:rPr lang="es-CO" smtClean="0"/>
              <a:t>‹Nº›</a:t>
            </a:fld>
            <a:endParaRPr lang="es-CO"/>
          </a:p>
        </p:txBody>
      </p:sp>
    </p:spTree>
    <p:extLst>
      <p:ext uri="{BB962C8B-B14F-4D97-AF65-F5344CB8AC3E}">
        <p14:creationId xmlns:p14="http://schemas.microsoft.com/office/powerpoint/2010/main" val="3844017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B2A507D-1422-2DBA-9215-B12007D891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84F94B5D-6A0B-A860-94B7-85C9A2C5A6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CAE46F96-6EC0-7A8F-28B6-0421FFC704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E518D5B-B2FC-5749-8443-8D2B7EDF3EA9}" type="datetimeFigureOut">
              <a:rPr lang="es-CO" smtClean="0"/>
              <a:t>26/09/25</a:t>
            </a:fld>
            <a:endParaRPr lang="es-CO"/>
          </a:p>
        </p:txBody>
      </p:sp>
      <p:sp>
        <p:nvSpPr>
          <p:cNvPr id="5" name="Marcador de pie de página 4">
            <a:extLst>
              <a:ext uri="{FF2B5EF4-FFF2-40B4-BE49-F238E27FC236}">
                <a16:creationId xmlns:a16="http://schemas.microsoft.com/office/drawing/2014/main" id="{31A169D8-2776-6DDA-EEBE-CA858B7BC5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97DF04E7-A517-3C75-B0C4-6F9093D1EB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93CF7C-E550-ED4A-A7EB-E6F30B96FAA5}" type="slidenum">
              <a:rPr lang="es-CO" smtClean="0"/>
              <a:t>‹Nº›</a:t>
            </a:fld>
            <a:endParaRPr lang="es-CO"/>
          </a:p>
        </p:txBody>
      </p:sp>
    </p:spTree>
    <p:extLst>
      <p:ext uri="{BB962C8B-B14F-4D97-AF65-F5344CB8AC3E}">
        <p14:creationId xmlns:p14="http://schemas.microsoft.com/office/powerpoint/2010/main" val="1540303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7">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9">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11">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13">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ítulo 1">
            <a:extLst>
              <a:ext uri="{FF2B5EF4-FFF2-40B4-BE49-F238E27FC236}">
                <a16:creationId xmlns:a16="http://schemas.microsoft.com/office/drawing/2014/main" id="{51A2EE2C-7276-B9F6-B95C-90896687CEF4}"/>
              </a:ext>
            </a:extLst>
          </p:cNvPr>
          <p:cNvSpPr>
            <a:spLocks noGrp="1"/>
          </p:cNvSpPr>
          <p:nvPr>
            <p:ph type="ctrTitle"/>
          </p:nvPr>
        </p:nvSpPr>
        <p:spPr>
          <a:xfrm>
            <a:off x="3502731" y="1542402"/>
            <a:ext cx="5186842" cy="2387918"/>
          </a:xfrm>
        </p:spPr>
        <p:txBody>
          <a:bodyPr anchor="b">
            <a:normAutofit fontScale="90000"/>
          </a:bodyPr>
          <a:lstStyle/>
          <a:p>
            <a:r>
              <a:rPr lang="es-CO" sz="4800" dirty="0">
                <a:solidFill>
                  <a:schemeClr val="tx2"/>
                </a:solidFill>
              </a:rPr>
              <a:t>ANALISIS DE CASO SEGURIDAD DEL PACIENTE </a:t>
            </a:r>
            <a:br>
              <a:rPr lang="es-CO" sz="4800" dirty="0">
                <a:solidFill>
                  <a:schemeClr val="tx2"/>
                </a:solidFill>
              </a:rPr>
            </a:br>
            <a:r>
              <a:rPr lang="es-CO" sz="4800" dirty="0">
                <a:solidFill>
                  <a:schemeClr val="tx2"/>
                </a:solidFill>
              </a:rPr>
              <a:t>EVENTO : implante subdérmico / controles prenatales</a:t>
            </a:r>
          </a:p>
        </p:txBody>
      </p:sp>
      <p:sp>
        <p:nvSpPr>
          <p:cNvPr id="3" name="Subtítulo 2">
            <a:extLst>
              <a:ext uri="{FF2B5EF4-FFF2-40B4-BE49-F238E27FC236}">
                <a16:creationId xmlns:a16="http://schemas.microsoft.com/office/drawing/2014/main" id="{ACD489FE-0468-9CC0-0D4D-9AED925C8956}"/>
              </a:ext>
            </a:extLst>
          </p:cNvPr>
          <p:cNvSpPr>
            <a:spLocks noGrp="1"/>
          </p:cNvSpPr>
          <p:nvPr>
            <p:ph type="subTitle" idx="1"/>
          </p:nvPr>
        </p:nvSpPr>
        <p:spPr>
          <a:xfrm>
            <a:off x="3502135" y="4001587"/>
            <a:ext cx="5188034" cy="682079"/>
          </a:xfrm>
        </p:spPr>
        <p:txBody>
          <a:bodyPr>
            <a:normAutofit/>
          </a:bodyPr>
          <a:lstStyle/>
          <a:p>
            <a:r>
              <a:rPr lang="es-CO">
                <a:solidFill>
                  <a:schemeClr val="tx2"/>
                </a:solidFill>
              </a:rPr>
              <a:t>CC 1007307547</a:t>
            </a: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000933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Freeform: Shape 42">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5" name="Rectangle 44">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0ABA6D0-5827-201B-4843-0A3A2FDCA496}"/>
              </a:ext>
            </a:extLst>
          </p:cNvPr>
          <p:cNvSpPr>
            <a:spLocks noGrp="1"/>
          </p:cNvSpPr>
          <p:nvPr>
            <p:ph type="title"/>
          </p:nvPr>
        </p:nvSpPr>
        <p:spPr>
          <a:xfrm>
            <a:off x="586478" y="1683756"/>
            <a:ext cx="3115265" cy="2396359"/>
          </a:xfrm>
        </p:spPr>
        <p:txBody>
          <a:bodyPr anchor="b">
            <a:normAutofit/>
          </a:bodyPr>
          <a:lstStyle/>
          <a:p>
            <a:pPr algn="r"/>
            <a:r>
              <a:rPr lang="es-CO" sz="4000" dirty="0">
                <a:solidFill>
                  <a:srgbClr val="FFFFFF"/>
                </a:solidFill>
              </a:rPr>
              <a:t>LINEA DE TIEMPO </a:t>
            </a:r>
          </a:p>
        </p:txBody>
      </p:sp>
      <p:graphicFrame>
        <p:nvGraphicFramePr>
          <p:cNvPr id="31" name="Marcador de contenido 2">
            <a:extLst>
              <a:ext uri="{FF2B5EF4-FFF2-40B4-BE49-F238E27FC236}">
                <a16:creationId xmlns:a16="http://schemas.microsoft.com/office/drawing/2014/main" id="{949209BD-E38C-A920-B17E-60256192B4DA}"/>
              </a:ext>
            </a:extLst>
          </p:cNvPr>
          <p:cNvGraphicFramePr>
            <a:graphicFrameLocks noGrp="1"/>
          </p:cNvGraphicFramePr>
          <p:nvPr>
            <p:ph idx="1"/>
            <p:extLst>
              <p:ext uri="{D42A27DB-BD31-4B8C-83A1-F6EECF244321}">
                <p14:modId xmlns:p14="http://schemas.microsoft.com/office/powerpoint/2010/main" val="1128072315"/>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83229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1" name="Marcador de contenido 2">
            <a:extLst>
              <a:ext uri="{FF2B5EF4-FFF2-40B4-BE49-F238E27FC236}">
                <a16:creationId xmlns:a16="http://schemas.microsoft.com/office/drawing/2014/main" id="{69B36877-5AD7-5042-7BA7-1FDA3C3FB930}"/>
              </a:ext>
            </a:extLst>
          </p:cNvPr>
          <p:cNvGraphicFramePr>
            <a:graphicFrameLocks noGrp="1"/>
          </p:cNvGraphicFramePr>
          <p:nvPr>
            <p:ph idx="1"/>
            <p:extLst>
              <p:ext uri="{D42A27DB-BD31-4B8C-83A1-F6EECF244321}">
                <p14:modId xmlns:p14="http://schemas.microsoft.com/office/powerpoint/2010/main" val="1799019852"/>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72144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Freeform: Shape 48">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Rectangle 50">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7" name="Marcador de contenido 2">
            <a:extLst>
              <a:ext uri="{FF2B5EF4-FFF2-40B4-BE49-F238E27FC236}">
                <a16:creationId xmlns:a16="http://schemas.microsoft.com/office/drawing/2014/main" id="{E8C0D01D-7500-CA2E-85D7-653A913AD77A}"/>
              </a:ext>
            </a:extLst>
          </p:cNvPr>
          <p:cNvGraphicFramePr>
            <a:graphicFrameLocks noGrp="1"/>
          </p:cNvGraphicFramePr>
          <p:nvPr>
            <p:ph idx="1"/>
            <p:extLst>
              <p:ext uri="{D42A27DB-BD31-4B8C-83A1-F6EECF244321}">
                <p14:modId xmlns:p14="http://schemas.microsoft.com/office/powerpoint/2010/main" val="1169489921"/>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75768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2B12A2-28D0-1235-F912-402E8AA9F30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447ED62-B2A3-A3D8-D8C1-0951C670B8E0}"/>
              </a:ext>
            </a:extLst>
          </p:cNvPr>
          <p:cNvSpPr>
            <a:spLocks noGrp="1"/>
          </p:cNvSpPr>
          <p:nvPr>
            <p:ph type="title"/>
          </p:nvPr>
        </p:nvSpPr>
        <p:spPr>
          <a:xfrm>
            <a:off x="1043631" y="809898"/>
            <a:ext cx="10173010" cy="1554480"/>
          </a:xfrm>
        </p:spPr>
        <p:txBody>
          <a:bodyPr anchor="ctr">
            <a:normAutofit/>
          </a:bodyPr>
          <a:lstStyle/>
          <a:p>
            <a:r>
              <a:rPr lang="es-CO" sz="4800"/>
              <a:t>PRIMER CONTROL PRENATAL </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Marcador de contenido 2">
            <a:extLst>
              <a:ext uri="{FF2B5EF4-FFF2-40B4-BE49-F238E27FC236}">
                <a16:creationId xmlns:a16="http://schemas.microsoft.com/office/drawing/2014/main" id="{E1555AEE-3EA5-018E-9306-6E92B5A29040}"/>
              </a:ext>
            </a:extLst>
          </p:cNvPr>
          <p:cNvGraphicFramePr>
            <a:graphicFrameLocks noGrp="1"/>
          </p:cNvGraphicFramePr>
          <p:nvPr>
            <p:ph idx="1"/>
            <p:extLst>
              <p:ext uri="{D42A27DB-BD31-4B8C-83A1-F6EECF244321}">
                <p14:modId xmlns:p14="http://schemas.microsoft.com/office/powerpoint/2010/main" val="1167758746"/>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54164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9DE7856-D56C-DE77-C700-E76F7BBB9E3A}"/>
              </a:ext>
            </a:extLst>
          </p:cNvPr>
          <p:cNvSpPr>
            <a:spLocks noGrp="1"/>
          </p:cNvSpPr>
          <p:nvPr>
            <p:ph type="title"/>
          </p:nvPr>
        </p:nvSpPr>
        <p:spPr>
          <a:xfrm>
            <a:off x="838200" y="365125"/>
            <a:ext cx="10515600" cy="1325563"/>
          </a:xfrm>
        </p:spPr>
        <p:txBody>
          <a:bodyPr>
            <a:normAutofit/>
          </a:bodyPr>
          <a:lstStyle/>
          <a:p>
            <a:endParaRPr lang="es-CO" sz="5400"/>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Marcador de contenido 2">
            <a:extLst>
              <a:ext uri="{FF2B5EF4-FFF2-40B4-BE49-F238E27FC236}">
                <a16:creationId xmlns:a16="http://schemas.microsoft.com/office/drawing/2014/main" id="{1CD02699-AD06-4B61-40F5-4D30F59B9C5A}"/>
              </a:ext>
            </a:extLst>
          </p:cNvPr>
          <p:cNvGraphicFramePr>
            <a:graphicFrameLocks noGrp="1"/>
          </p:cNvGraphicFramePr>
          <p:nvPr>
            <p:ph idx="1"/>
            <p:extLst>
              <p:ext uri="{D42A27DB-BD31-4B8C-83A1-F6EECF244321}">
                <p14:modId xmlns:p14="http://schemas.microsoft.com/office/powerpoint/2010/main" val="3409076113"/>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54417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3E17859-C5F0-476F-A082-A4CB8841D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4375"/>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ítulo 1">
            <a:extLst>
              <a:ext uri="{FF2B5EF4-FFF2-40B4-BE49-F238E27FC236}">
                <a16:creationId xmlns:a16="http://schemas.microsoft.com/office/drawing/2014/main" id="{02B6A924-E95B-17E7-A35D-F46053BCDF9D}"/>
              </a:ext>
            </a:extLst>
          </p:cNvPr>
          <p:cNvSpPr>
            <a:spLocks noGrp="1"/>
          </p:cNvSpPr>
          <p:nvPr>
            <p:ph type="title"/>
          </p:nvPr>
        </p:nvSpPr>
        <p:spPr>
          <a:xfrm>
            <a:off x="838200" y="365125"/>
            <a:ext cx="10515599" cy="1325563"/>
          </a:xfrm>
        </p:spPr>
        <p:txBody>
          <a:bodyPr>
            <a:normAutofit/>
          </a:bodyPr>
          <a:lstStyle/>
          <a:p>
            <a:r>
              <a:rPr lang="es-CO" dirty="0"/>
              <a:t>SEGUNDO CONTROL PRENATAL 14/05/2025</a:t>
            </a:r>
          </a:p>
        </p:txBody>
      </p:sp>
      <p:pic>
        <p:nvPicPr>
          <p:cNvPr id="6" name="Picture 5">
            <a:extLst>
              <a:ext uri="{FF2B5EF4-FFF2-40B4-BE49-F238E27FC236}">
                <a16:creationId xmlns:a16="http://schemas.microsoft.com/office/drawing/2014/main" id="{8A6F74EE-4C05-99D5-7788-B5884B74FEC9}"/>
              </a:ext>
            </a:extLst>
          </p:cNvPr>
          <p:cNvPicPr>
            <a:picLocks noChangeAspect="1"/>
          </p:cNvPicPr>
          <p:nvPr/>
        </p:nvPicPr>
        <p:blipFill>
          <a:blip r:embed="rId2"/>
          <a:srcRect l="2466" r="31036" b="2"/>
          <a:stretch>
            <a:fillRect/>
          </a:stretch>
        </p:blipFill>
        <p:spPr>
          <a:xfrm>
            <a:off x="6848918" y="1771078"/>
            <a:ext cx="4504881" cy="4504881"/>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12"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980527" y="1929807"/>
            <a:ext cx="4556632" cy="455663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4"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00988" y="1969050"/>
            <a:ext cx="666675" cy="6485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5" name="Marcador de contenido 2">
            <a:extLst>
              <a:ext uri="{FF2B5EF4-FFF2-40B4-BE49-F238E27FC236}">
                <a16:creationId xmlns:a16="http://schemas.microsoft.com/office/drawing/2014/main" id="{9C5E37C5-8EC4-8B1A-962C-8778CBF3AEC6}"/>
              </a:ext>
            </a:extLst>
          </p:cNvPr>
          <p:cNvGraphicFramePr>
            <a:graphicFrameLocks noGrp="1"/>
          </p:cNvGraphicFramePr>
          <p:nvPr>
            <p:ph idx="1"/>
            <p:extLst>
              <p:ext uri="{D42A27DB-BD31-4B8C-83A1-F6EECF244321}">
                <p14:modId xmlns:p14="http://schemas.microsoft.com/office/powerpoint/2010/main" val="2511455514"/>
              </p:ext>
            </p:extLst>
          </p:nvPr>
        </p:nvGraphicFramePr>
        <p:xfrm>
          <a:off x="838200" y="1825625"/>
          <a:ext cx="5393361"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67107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3E17859-C5F0-476F-A082-A4CB8841D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4375"/>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ítulo 1">
            <a:extLst>
              <a:ext uri="{FF2B5EF4-FFF2-40B4-BE49-F238E27FC236}">
                <a16:creationId xmlns:a16="http://schemas.microsoft.com/office/drawing/2014/main" id="{548760D4-E6A6-FFA6-2312-E8B1A94E7BB9}"/>
              </a:ext>
            </a:extLst>
          </p:cNvPr>
          <p:cNvSpPr>
            <a:spLocks noGrp="1"/>
          </p:cNvSpPr>
          <p:nvPr>
            <p:ph type="title"/>
          </p:nvPr>
        </p:nvSpPr>
        <p:spPr>
          <a:xfrm>
            <a:off x="838200" y="365125"/>
            <a:ext cx="10515599" cy="1325563"/>
          </a:xfrm>
        </p:spPr>
        <p:txBody>
          <a:bodyPr>
            <a:normAutofit/>
          </a:bodyPr>
          <a:lstStyle/>
          <a:p>
            <a:endParaRPr lang="es-CO"/>
          </a:p>
        </p:txBody>
      </p:sp>
      <p:pic>
        <p:nvPicPr>
          <p:cNvPr id="6" name="Picture 5">
            <a:extLst>
              <a:ext uri="{FF2B5EF4-FFF2-40B4-BE49-F238E27FC236}">
                <a16:creationId xmlns:a16="http://schemas.microsoft.com/office/drawing/2014/main" id="{9F6947EA-7FE5-61C6-2D1E-3A34C82E098F}"/>
              </a:ext>
            </a:extLst>
          </p:cNvPr>
          <p:cNvPicPr>
            <a:picLocks noChangeAspect="1"/>
          </p:cNvPicPr>
          <p:nvPr/>
        </p:nvPicPr>
        <p:blipFill>
          <a:blip r:embed="rId2"/>
          <a:srcRect l="33250" r="-1" b="-1"/>
          <a:stretch>
            <a:fillRect/>
          </a:stretch>
        </p:blipFill>
        <p:spPr>
          <a:xfrm>
            <a:off x="6848918" y="1771078"/>
            <a:ext cx="4504881" cy="4504881"/>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12"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980527" y="1929807"/>
            <a:ext cx="4556632" cy="455663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4"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00988" y="1969050"/>
            <a:ext cx="666675" cy="6485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5" name="Marcador de contenido 2">
            <a:extLst>
              <a:ext uri="{FF2B5EF4-FFF2-40B4-BE49-F238E27FC236}">
                <a16:creationId xmlns:a16="http://schemas.microsoft.com/office/drawing/2014/main" id="{000CABF7-C926-3405-FE47-A42FCAC7F4ED}"/>
              </a:ext>
            </a:extLst>
          </p:cNvPr>
          <p:cNvGraphicFramePr>
            <a:graphicFrameLocks noGrp="1"/>
          </p:cNvGraphicFramePr>
          <p:nvPr>
            <p:ph idx="1"/>
            <p:extLst>
              <p:ext uri="{D42A27DB-BD31-4B8C-83A1-F6EECF244321}">
                <p14:modId xmlns:p14="http://schemas.microsoft.com/office/powerpoint/2010/main" val="673129549"/>
              </p:ext>
            </p:extLst>
          </p:nvPr>
        </p:nvGraphicFramePr>
        <p:xfrm>
          <a:off x="838200" y="1825625"/>
          <a:ext cx="5393361"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94094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Rectangle 27">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26B3336-6818-9860-1CD3-80A5210BA80E}"/>
              </a:ext>
            </a:extLst>
          </p:cNvPr>
          <p:cNvSpPr>
            <a:spLocks noGrp="1"/>
          </p:cNvSpPr>
          <p:nvPr>
            <p:ph type="title"/>
          </p:nvPr>
        </p:nvSpPr>
        <p:spPr>
          <a:xfrm>
            <a:off x="586478" y="1683756"/>
            <a:ext cx="3115265" cy="2396359"/>
          </a:xfrm>
        </p:spPr>
        <p:txBody>
          <a:bodyPr anchor="b">
            <a:normAutofit/>
          </a:bodyPr>
          <a:lstStyle/>
          <a:p>
            <a:pPr algn="r"/>
            <a:r>
              <a:rPr lang="es-CO" sz="4000">
                <a:solidFill>
                  <a:srgbClr val="FFFFFF"/>
                </a:solidFill>
              </a:rPr>
              <a:t>TERCER CONTROL PRENATAL </a:t>
            </a:r>
          </a:p>
        </p:txBody>
      </p:sp>
      <p:graphicFrame>
        <p:nvGraphicFramePr>
          <p:cNvPr id="14" name="Marcador de contenido 2">
            <a:extLst>
              <a:ext uri="{FF2B5EF4-FFF2-40B4-BE49-F238E27FC236}">
                <a16:creationId xmlns:a16="http://schemas.microsoft.com/office/drawing/2014/main" id="{5D8F890C-D751-79B4-ACD9-4DC86771A6AB}"/>
              </a:ext>
            </a:extLst>
          </p:cNvPr>
          <p:cNvGraphicFramePr>
            <a:graphicFrameLocks noGrp="1"/>
          </p:cNvGraphicFramePr>
          <p:nvPr>
            <p:ph idx="1"/>
            <p:extLst>
              <p:ext uri="{D42A27DB-BD31-4B8C-83A1-F6EECF244321}">
                <p14:modId xmlns:p14="http://schemas.microsoft.com/office/powerpoint/2010/main" val="961894777"/>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3750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37B5BE3C-637B-174D-F60D-309646B45691}"/>
              </a:ext>
            </a:extLst>
          </p:cNvPr>
          <p:cNvSpPr>
            <a:spLocks noGrp="1"/>
          </p:cNvSpPr>
          <p:nvPr>
            <p:ph type="title"/>
          </p:nvPr>
        </p:nvSpPr>
        <p:spPr>
          <a:xfrm>
            <a:off x="1371597" y="348865"/>
            <a:ext cx="10044023" cy="877729"/>
          </a:xfrm>
        </p:spPr>
        <p:txBody>
          <a:bodyPr anchor="ctr">
            <a:normAutofit/>
          </a:bodyPr>
          <a:lstStyle/>
          <a:p>
            <a:endParaRPr lang="es-CO" sz="4000">
              <a:solidFill>
                <a:srgbClr val="FFFFFF"/>
              </a:solidFill>
            </a:endParaRPr>
          </a:p>
        </p:txBody>
      </p:sp>
      <p:graphicFrame>
        <p:nvGraphicFramePr>
          <p:cNvPr id="5" name="Marcador de contenido 2">
            <a:extLst>
              <a:ext uri="{FF2B5EF4-FFF2-40B4-BE49-F238E27FC236}">
                <a16:creationId xmlns:a16="http://schemas.microsoft.com/office/drawing/2014/main" id="{481E5CEC-4F54-0448-CD1E-5C43BEF5CB50}"/>
              </a:ext>
            </a:extLst>
          </p:cNvPr>
          <p:cNvGraphicFramePr>
            <a:graphicFrameLocks noGrp="1"/>
          </p:cNvGraphicFramePr>
          <p:nvPr>
            <p:ph idx="1"/>
            <p:extLst>
              <p:ext uri="{D42A27DB-BD31-4B8C-83A1-F6EECF244321}">
                <p14:modId xmlns:p14="http://schemas.microsoft.com/office/powerpoint/2010/main" val="2641685801"/>
              </p:ext>
            </p:extLst>
          </p:nvPr>
        </p:nvGraphicFramePr>
        <p:xfrm>
          <a:off x="644056" y="348865"/>
          <a:ext cx="10927829" cy="61602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85862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8D88840D-895F-8B77-36B6-0F5B584B0285}"/>
              </a:ext>
            </a:extLst>
          </p:cNvPr>
          <p:cNvPicPr>
            <a:picLocks noChangeAspect="1"/>
          </p:cNvPicPr>
          <p:nvPr/>
        </p:nvPicPr>
        <p:blipFill>
          <a:blip r:embed="rId2"/>
          <a:srcRect l="28562" r="31969" b="-1"/>
          <a:stretch>
            <a:fillRect/>
          </a:stretch>
        </p:blipFill>
        <p:spPr>
          <a:xfrm>
            <a:off x="1" y="10"/>
            <a:ext cx="4196496" cy="6857990"/>
          </a:xfrm>
          <a:prstGeom prst="rect">
            <a:avLst/>
          </a:prstGeom>
          <a:effectLst/>
        </p:spPr>
      </p:pic>
      <p:graphicFrame>
        <p:nvGraphicFramePr>
          <p:cNvPr id="5" name="Marcador de contenido 2">
            <a:extLst>
              <a:ext uri="{FF2B5EF4-FFF2-40B4-BE49-F238E27FC236}">
                <a16:creationId xmlns:a16="http://schemas.microsoft.com/office/drawing/2014/main" id="{294BDE0B-6124-B7D1-01D8-C065ABE7B07E}"/>
              </a:ext>
            </a:extLst>
          </p:cNvPr>
          <p:cNvGraphicFramePr>
            <a:graphicFrameLocks noGrp="1"/>
          </p:cNvGraphicFramePr>
          <p:nvPr>
            <p:ph idx="1"/>
            <p:extLst>
              <p:ext uri="{D42A27DB-BD31-4B8C-83A1-F6EECF244321}">
                <p14:modId xmlns:p14="http://schemas.microsoft.com/office/powerpoint/2010/main" val="1751135646"/>
              </p:ext>
            </p:extLst>
          </p:nvPr>
        </p:nvGraphicFramePr>
        <p:xfrm>
          <a:off x="4553734" y="643468"/>
          <a:ext cx="6798539" cy="54715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413677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TotalTime>
  <Words>634</Words>
  <Application>Microsoft Macintosh PowerPoint</Application>
  <PresentationFormat>Panorámica</PresentationFormat>
  <Paragraphs>76</Paragraphs>
  <Slides>11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Aptos</vt:lpstr>
      <vt:lpstr>Aptos Display</vt:lpstr>
      <vt:lpstr>Arial</vt:lpstr>
      <vt:lpstr>Calibri</vt:lpstr>
      <vt:lpstr>Tema de Office</vt:lpstr>
      <vt:lpstr>ANALISIS DE CASO SEGURIDAD DEL PACIENTE  EVENTO : implante subdérmico / controles prenatales</vt:lpstr>
      <vt:lpstr>LINEA DE TIEMPO </vt:lpstr>
      <vt:lpstr>Presentación de PowerPoint</vt:lpstr>
      <vt:lpstr>Presentación de PowerPoint</vt:lpstr>
      <vt:lpstr>PRIMER CONTROL PRENATAL </vt:lpstr>
      <vt:lpstr>Presentación de PowerPoint</vt:lpstr>
      <vt:lpstr>SEGUNDO CONTROL PRENATAL 14/05/2025</vt:lpstr>
      <vt:lpstr>Presentación de PowerPoint</vt:lpstr>
      <vt:lpstr>TERCER CONTROL PRENATAL </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Sharon Katherine Acuña</dc:creator>
  <cp:lastModifiedBy>Sharon Katherine Acuña</cp:lastModifiedBy>
  <cp:revision>13</cp:revision>
  <dcterms:created xsi:type="dcterms:W3CDTF">2025-09-23T18:45:55Z</dcterms:created>
  <dcterms:modified xsi:type="dcterms:W3CDTF">2025-09-26T08:23:32Z</dcterms:modified>
</cp:coreProperties>
</file>